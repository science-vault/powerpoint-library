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6.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7.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8.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9.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10.xml" ContentType="application/vnd.openxmlformats-officedocument.theme+xml"/>
  <Override PartName="/ppt/ink/ink1.xml" ContentType="application/inkml+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ink/ink2.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96" r:id="rId5"/>
    <p:sldMasterId id="2147483716" r:id="rId6"/>
    <p:sldMasterId id="2147483728" r:id="rId7"/>
    <p:sldMasterId id="2147483740" r:id="rId8"/>
    <p:sldMasterId id="2147483752" r:id="rId9"/>
    <p:sldMasterId id="2147483764" r:id="rId10"/>
    <p:sldMasterId id="2147483781" r:id="rId11"/>
    <p:sldMasterId id="2147483793" r:id="rId12"/>
    <p:sldMasterId id="2147483805" r:id="rId13"/>
    <p:sldMasterId id="2147483817" r:id="rId14"/>
  </p:sldMasterIdLst>
  <p:notesMasterIdLst>
    <p:notesMasterId r:id="rId111"/>
  </p:notesMasterIdLst>
  <p:handoutMasterIdLst>
    <p:handoutMasterId r:id="rId112"/>
  </p:handoutMasterIdLst>
  <p:sldIdLst>
    <p:sldId id="256" r:id="rId15"/>
    <p:sldId id="258" r:id="rId16"/>
    <p:sldId id="259" r:id="rId17"/>
    <p:sldId id="305" r:id="rId18"/>
    <p:sldId id="296" r:id="rId19"/>
    <p:sldId id="306" r:id="rId20"/>
    <p:sldId id="307" r:id="rId21"/>
    <p:sldId id="309" r:id="rId22"/>
    <p:sldId id="310" r:id="rId23"/>
    <p:sldId id="457" r:id="rId24"/>
    <p:sldId id="308" r:id="rId25"/>
    <p:sldId id="311" r:id="rId26"/>
    <p:sldId id="257" r:id="rId27"/>
    <p:sldId id="312" r:id="rId28"/>
    <p:sldId id="313" r:id="rId29"/>
    <p:sldId id="260" r:id="rId30"/>
    <p:sldId id="261" r:id="rId31"/>
    <p:sldId id="314" r:id="rId32"/>
    <p:sldId id="315" r:id="rId33"/>
    <p:sldId id="316" r:id="rId34"/>
    <p:sldId id="317" r:id="rId35"/>
    <p:sldId id="318" r:id="rId36"/>
    <p:sldId id="319" r:id="rId37"/>
    <p:sldId id="320" r:id="rId38"/>
    <p:sldId id="262" r:id="rId39"/>
    <p:sldId id="263" r:id="rId40"/>
    <p:sldId id="264" r:id="rId41"/>
    <p:sldId id="265" r:id="rId42"/>
    <p:sldId id="321" r:id="rId43"/>
    <p:sldId id="322" r:id="rId44"/>
    <p:sldId id="323" r:id="rId45"/>
    <p:sldId id="324" r:id="rId46"/>
    <p:sldId id="325" r:id="rId47"/>
    <p:sldId id="326" r:id="rId48"/>
    <p:sldId id="401" r:id="rId49"/>
    <p:sldId id="403" r:id="rId50"/>
    <p:sldId id="402" r:id="rId51"/>
    <p:sldId id="404" r:id="rId52"/>
    <p:sldId id="405" r:id="rId53"/>
    <p:sldId id="406" r:id="rId54"/>
    <p:sldId id="407" r:id="rId55"/>
    <p:sldId id="456" r:id="rId56"/>
    <p:sldId id="408" r:id="rId57"/>
    <p:sldId id="455" r:id="rId58"/>
    <p:sldId id="409" r:id="rId59"/>
    <p:sldId id="410" r:id="rId60"/>
    <p:sldId id="458" r:id="rId61"/>
    <p:sldId id="411" r:id="rId62"/>
    <p:sldId id="459" r:id="rId63"/>
    <p:sldId id="412" r:id="rId64"/>
    <p:sldId id="413" r:id="rId65"/>
    <p:sldId id="414" r:id="rId66"/>
    <p:sldId id="415" r:id="rId67"/>
    <p:sldId id="416" r:id="rId68"/>
    <p:sldId id="417" r:id="rId69"/>
    <p:sldId id="418" r:id="rId70"/>
    <p:sldId id="419" r:id="rId71"/>
    <p:sldId id="420" r:id="rId72"/>
    <p:sldId id="421" r:id="rId73"/>
    <p:sldId id="422" r:id="rId74"/>
    <p:sldId id="423" r:id="rId75"/>
    <p:sldId id="424" r:id="rId76"/>
    <p:sldId id="425" r:id="rId77"/>
    <p:sldId id="426" r:id="rId78"/>
    <p:sldId id="427" r:id="rId79"/>
    <p:sldId id="428" r:id="rId80"/>
    <p:sldId id="429" r:id="rId81"/>
    <p:sldId id="430" r:id="rId82"/>
    <p:sldId id="431" r:id="rId83"/>
    <p:sldId id="266" r:id="rId84"/>
    <p:sldId id="267" r:id="rId85"/>
    <p:sldId id="268" r:id="rId86"/>
    <p:sldId id="432" r:id="rId87"/>
    <p:sldId id="433" r:id="rId88"/>
    <p:sldId id="434" r:id="rId89"/>
    <p:sldId id="435" r:id="rId90"/>
    <p:sldId id="436" r:id="rId91"/>
    <p:sldId id="437" r:id="rId92"/>
    <p:sldId id="438" r:id="rId93"/>
    <p:sldId id="439" r:id="rId94"/>
    <p:sldId id="440" r:id="rId95"/>
    <p:sldId id="294" r:id="rId96"/>
    <p:sldId id="441" r:id="rId97"/>
    <p:sldId id="442" r:id="rId98"/>
    <p:sldId id="443" r:id="rId99"/>
    <p:sldId id="444" r:id="rId100"/>
    <p:sldId id="445" r:id="rId101"/>
    <p:sldId id="446" r:id="rId102"/>
    <p:sldId id="447" r:id="rId103"/>
    <p:sldId id="454" r:id="rId104"/>
    <p:sldId id="448" r:id="rId105"/>
    <p:sldId id="449" r:id="rId106"/>
    <p:sldId id="450" r:id="rId107"/>
    <p:sldId id="451" r:id="rId108"/>
    <p:sldId id="452" r:id="rId109"/>
    <p:sldId id="453" r:id="rId11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1E4"/>
    <a:srgbClr val="B8D3E8"/>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84E427A-3D55-4303-BF80-6455036E1DE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291" autoAdjust="0"/>
  </p:normalViewPr>
  <p:slideViewPr>
    <p:cSldViewPr snapToGrid="0" showGuides="1">
      <p:cViewPr varScale="1">
        <p:scale>
          <a:sx n="104" d="100"/>
          <a:sy n="104" d="100"/>
        </p:scale>
        <p:origin x="138" y="324"/>
      </p:cViewPr>
      <p:guideLst>
        <p:guide pos="3840"/>
        <p:guide orient="horz" pos="2500"/>
        <p:guide pos="4951"/>
      </p:guideLst>
    </p:cSldViewPr>
  </p:slideViewPr>
  <p:notesTextViewPr>
    <p:cViewPr>
      <p:scale>
        <a:sx n="1" d="1"/>
        <a:sy n="1" d="1"/>
      </p:scale>
      <p:origin x="0" y="0"/>
    </p:cViewPr>
  </p:notesTextViewPr>
  <p:notesViewPr>
    <p:cSldViewPr snapToGrid="0">
      <p:cViewPr varScale="1">
        <p:scale>
          <a:sx n="58" d="100"/>
          <a:sy n="58" d="100"/>
        </p:scale>
        <p:origin x="2965" y="4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2.xml"/><Relationship Id="rId21" Type="http://schemas.openxmlformats.org/officeDocument/2006/relationships/slide" Target="slides/slide7.xml"/><Relationship Id="rId42" Type="http://schemas.openxmlformats.org/officeDocument/2006/relationships/slide" Target="slides/slide28.xml"/><Relationship Id="rId47" Type="http://schemas.openxmlformats.org/officeDocument/2006/relationships/slide" Target="slides/slide33.xml"/><Relationship Id="rId63" Type="http://schemas.openxmlformats.org/officeDocument/2006/relationships/slide" Target="slides/slide49.xml"/><Relationship Id="rId68" Type="http://schemas.openxmlformats.org/officeDocument/2006/relationships/slide" Target="slides/slide54.xml"/><Relationship Id="rId84" Type="http://schemas.openxmlformats.org/officeDocument/2006/relationships/slide" Target="slides/slide70.xml"/><Relationship Id="rId89" Type="http://schemas.openxmlformats.org/officeDocument/2006/relationships/slide" Target="slides/slide75.xml"/><Relationship Id="rId112" Type="http://schemas.openxmlformats.org/officeDocument/2006/relationships/handoutMaster" Target="handoutMasters/handoutMaster1.xml"/><Relationship Id="rId16" Type="http://schemas.openxmlformats.org/officeDocument/2006/relationships/slide" Target="slides/slide2.xml"/><Relationship Id="rId107" Type="http://schemas.openxmlformats.org/officeDocument/2006/relationships/slide" Target="slides/slide93.xml"/><Relationship Id="rId11" Type="http://schemas.openxmlformats.org/officeDocument/2006/relationships/slideMaster" Target="slideMasters/slideMaster8.xml"/><Relationship Id="rId32" Type="http://schemas.openxmlformats.org/officeDocument/2006/relationships/slide" Target="slides/slide18.xml"/><Relationship Id="rId37" Type="http://schemas.openxmlformats.org/officeDocument/2006/relationships/slide" Target="slides/slide23.xml"/><Relationship Id="rId53" Type="http://schemas.openxmlformats.org/officeDocument/2006/relationships/slide" Target="slides/slide39.xml"/><Relationship Id="rId58" Type="http://schemas.openxmlformats.org/officeDocument/2006/relationships/slide" Target="slides/slide44.xml"/><Relationship Id="rId74" Type="http://schemas.openxmlformats.org/officeDocument/2006/relationships/slide" Target="slides/slide60.xml"/><Relationship Id="rId79" Type="http://schemas.openxmlformats.org/officeDocument/2006/relationships/slide" Target="slides/slide65.xml"/><Relationship Id="rId102" Type="http://schemas.openxmlformats.org/officeDocument/2006/relationships/slide" Target="slides/slide88.xml"/><Relationship Id="rId5" Type="http://schemas.openxmlformats.org/officeDocument/2006/relationships/slideMaster" Target="slideMasters/slideMaster2.xml"/><Relationship Id="rId90" Type="http://schemas.openxmlformats.org/officeDocument/2006/relationships/slide" Target="slides/slide76.xml"/><Relationship Id="rId95" Type="http://schemas.openxmlformats.org/officeDocument/2006/relationships/slide" Target="slides/slide81.xml"/><Relationship Id="rId22" Type="http://schemas.openxmlformats.org/officeDocument/2006/relationships/slide" Target="slides/slide8.xml"/><Relationship Id="rId27" Type="http://schemas.openxmlformats.org/officeDocument/2006/relationships/slide" Target="slides/slide13.xml"/><Relationship Id="rId43" Type="http://schemas.openxmlformats.org/officeDocument/2006/relationships/slide" Target="slides/slide29.xml"/><Relationship Id="rId48" Type="http://schemas.openxmlformats.org/officeDocument/2006/relationships/slide" Target="slides/slide34.xml"/><Relationship Id="rId64" Type="http://schemas.openxmlformats.org/officeDocument/2006/relationships/slide" Target="slides/slide50.xml"/><Relationship Id="rId69" Type="http://schemas.openxmlformats.org/officeDocument/2006/relationships/slide" Target="slides/slide55.xml"/><Relationship Id="rId113" Type="http://schemas.openxmlformats.org/officeDocument/2006/relationships/presProps" Target="presProps.xml"/><Relationship Id="rId80" Type="http://schemas.openxmlformats.org/officeDocument/2006/relationships/slide" Target="slides/slide66.xml"/><Relationship Id="rId85" Type="http://schemas.openxmlformats.org/officeDocument/2006/relationships/slide" Target="slides/slide71.xml"/><Relationship Id="rId12" Type="http://schemas.openxmlformats.org/officeDocument/2006/relationships/slideMaster" Target="slideMasters/slideMaster9.xml"/><Relationship Id="rId17" Type="http://schemas.openxmlformats.org/officeDocument/2006/relationships/slide" Target="slides/slide3.xml"/><Relationship Id="rId33" Type="http://schemas.openxmlformats.org/officeDocument/2006/relationships/slide" Target="slides/slide19.xml"/><Relationship Id="rId38" Type="http://schemas.openxmlformats.org/officeDocument/2006/relationships/slide" Target="slides/slide24.xml"/><Relationship Id="rId59" Type="http://schemas.openxmlformats.org/officeDocument/2006/relationships/slide" Target="slides/slide45.xml"/><Relationship Id="rId103" Type="http://schemas.openxmlformats.org/officeDocument/2006/relationships/slide" Target="slides/slide89.xml"/><Relationship Id="rId108" Type="http://schemas.openxmlformats.org/officeDocument/2006/relationships/slide" Target="slides/slide94.xml"/><Relationship Id="rId54" Type="http://schemas.openxmlformats.org/officeDocument/2006/relationships/slide" Target="slides/slide40.xml"/><Relationship Id="rId70" Type="http://schemas.openxmlformats.org/officeDocument/2006/relationships/slide" Target="slides/slide56.xml"/><Relationship Id="rId75" Type="http://schemas.openxmlformats.org/officeDocument/2006/relationships/slide" Target="slides/slide61.xml"/><Relationship Id="rId91" Type="http://schemas.openxmlformats.org/officeDocument/2006/relationships/slide" Target="slides/slide77.xml"/><Relationship Id="rId96" Type="http://schemas.openxmlformats.org/officeDocument/2006/relationships/slide" Target="slides/slide82.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slide" Target="slides/slide43.xml"/><Relationship Id="rId106" Type="http://schemas.openxmlformats.org/officeDocument/2006/relationships/slide" Target="slides/slide92.xml"/><Relationship Id="rId114" Type="http://schemas.openxmlformats.org/officeDocument/2006/relationships/viewProps" Target="viewProps.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openxmlformats.org/officeDocument/2006/relationships/slide" Target="slides/slide46.xml"/><Relationship Id="rId65" Type="http://schemas.openxmlformats.org/officeDocument/2006/relationships/slide" Target="slides/slide51.xml"/><Relationship Id="rId73" Type="http://schemas.openxmlformats.org/officeDocument/2006/relationships/slide" Target="slides/slide59.xml"/><Relationship Id="rId78" Type="http://schemas.openxmlformats.org/officeDocument/2006/relationships/slide" Target="slides/slide64.xml"/><Relationship Id="rId81" Type="http://schemas.openxmlformats.org/officeDocument/2006/relationships/slide" Target="slides/slide67.xml"/><Relationship Id="rId86" Type="http://schemas.openxmlformats.org/officeDocument/2006/relationships/slide" Target="slides/slide72.xml"/><Relationship Id="rId94" Type="http://schemas.openxmlformats.org/officeDocument/2006/relationships/slide" Target="slides/slide80.xml"/><Relationship Id="rId99" Type="http://schemas.openxmlformats.org/officeDocument/2006/relationships/slide" Target="slides/slide85.xml"/><Relationship Id="rId101" Type="http://schemas.openxmlformats.org/officeDocument/2006/relationships/slide" Target="slides/slide87.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4.xml"/><Relationship Id="rId39" Type="http://schemas.openxmlformats.org/officeDocument/2006/relationships/slide" Target="slides/slide25.xml"/><Relationship Id="rId109" Type="http://schemas.openxmlformats.org/officeDocument/2006/relationships/slide" Target="slides/slide95.xml"/><Relationship Id="rId34" Type="http://schemas.openxmlformats.org/officeDocument/2006/relationships/slide" Target="slides/slide20.xml"/><Relationship Id="rId50" Type="http://schemas.openxmlformats.org/officeDocument/2006/relationships/slide" Target="slides/slide36.xml"/><Relationship Id="rId55" Type="http://schemas.openxmlformats.org/officeDocument/2006/relationships/slide" Target="slides/slide41.xml"/><Relationship Id="rId76" Type="http://schemas.openxmlformats.org/officeDocument/2006/relationships/slide" Target="slides/slide62.xml"/><Relationship Id="rId97" Type="http://schemas.openxmlformats.org/officeDocument/2006/relationships/slide" Target="slides/slide83.xml"/><Relationship Id="rId104" Type="http://schemas.openxmlformats.org/officeDocument/2006/relationships/slide" Target="slides/slide90.xml"/><Relationship Id="rId7" Type="http://schemas.openxmlformats.org/officeDocument/2006/relationships/slideMaster" Target="slideMasters/slideMaster4.xml"/><Relationship Id="rId71" Type="http://schemas.openxmlformats.org/officeDocument/2006/relationships/slide" Target="slides/slide57.xml"/><Relationship Id="rId92" Type="http://schemas.openxmlformats.org/officeDocument/2006/relationships/slide" Target="slides/slide78.xml"/><Relationship Id="rId2" Type="http://schemas.openxmlformats.org/officeDocument/2006/relationships/customXml" Target="../customXml/item2.xml"/><Relationship Id="rId29" Type="http://schemas.openxmlformats.org/officeDocument/2006/relationships/slide" Target="slides/slide15.xml"/><Relationship Id="rId24" Type="http://schemas.openxmlformats.org/officeDocument/2006/relationships/slide" Target="slides/slide10.xml"/><Relationship Id="rId40" Type="http://schemas.openxmlformats.org/officeDocument/2006/relationships/slide" Target="slides/slide26.xml"/><Relationship Id="rId45" Type="http://schemas.openxmlformats.org/officeDocument/2006/relationships/slide" Target="slides/slide31.xml"/><Relationship Id="rId66" Type="http://schemas.openxmlformats.org/officeDocument/2006/relationships/slide" Target="slides/slide52.xml"/><Relationship Id="rId87" Type="http://schemas.openxmlformats.org/officeDocument/2006/relationships/slide" Target="slides/slide73.xml"/><Relationship Id="rId110" Type="http://schemas.openxmlformats.org/officeDocument/2006/relationships/slide" Target="slides/slide96.xml"/><Relationship Id="rId115" Type="http://schemas.openxmlformats.org/officeDocument/2006/relationships/theme" Target="theme/theme1.xml"/><Relationship Id="rId61" Type="http://schemas.openxmlformats.org/officeDocument/2006/relationships/slide" Target="slides/slide47.xml"/><Relationship Id="rId82" Type="http://schemas.openxmlformats.org/officeDocument/2006/relationships/slide" Target="slides/slide68.xml"/><Relationship Id="rId19" Type="http://schemas.openxmlformats.org/officeDocument/2006/relationships/slide" Target="slides/slide5.xml"/><Relationship Id="rId14" Type="http://schemas.openxmlformats.org/officeDocument/2006/relationships/slideMaster" Target="slideMasters/slideMaster11.xml"/><Relationship Id="rId30" Type="http://schemas.openxmlformats.org/officeDocument/2006/relationships/slide" Target="slides/slide16.xml"/><Relationship Id="rId35" Type="http://schemas.openxmlformats.org/officeDocument/2006/relationships/slide" Target="slides/slide21.xml"/><Relationship Id="rId56" Type="http://schemas.openxmlformats.org/officeDocument/2006/relationships/slide" Target="slides/slide42.xml"/><Relationship Id="rId77" Type="http://schemas.openxmlformats.org/officeDocument/2006/relationships/slide" Target="slides/slide63.xml"/><Relationship Id="rId100" Type="http://schemas.openxmlformats.org/officeDocument/2006/relationships/slide" Target="slides/slide86.xml"/><Relationship Id="rId105" Type="http://schemas.openxmlformats.org/officeDocument/2006/relationships/slide" Target="slides/slide91.xml"/><Relationship Id="rId8" Type="http://schemas.openxmlformats.org/officeDocument/2006/relationships/slideMaster" Target="slideMasters/slideMaster5.xml"/><Relationship Id="rId51" Type="http://schemas.openxmlformats.org/officeDocument/2006/relationships/slide" Target="slides/slide37.xml"/><Relationship Id="rId72" Type="http://schemas.openxmlformats.org/officeDocument/2006/relationships/slide" Target="slides/slide58.xml"/><Relationship Id="rId93" Type="http://schemas.openxmlformats.org/officeDocument/2006/relationships/slide" Target="slides/slide79.xml"/><Relationship Id="rId98" Type="http://schemas.openxmlformats.org/officeDocument/2006/relationships/slide" Target="slides/slide84.xml"/><Relationship Id="rId3" Type="http://schemas.openxmlformats.org/officeDocument/2006/relationships/customXml" Target="../customXml/item3.xml"/><Relationship Id="rId25" Type="http://schemas.openxmlformats.org/officeDocument/2006/relationships/slide" Target="slides/slide11.xml"/><Relationship Id="rId46" Type="http://schemas.openxmlformats.org/officeDocument/2006/relationships/slide" Target="slides/slide32.xml"/><Relationship Id="rId67" Type="http://schemas.openxmlformats.org/officeDocument/2006/relationships/slide" Target="slides/slide53.xml"/><Relationship Id="rId116" Type="http://schemas.openxmlformats.org/officeDocument/2006/relationships/tableStyles" Target="tableStyles.xml"/><Relationship Id="rId20" Type="http://schemas.openxmlformats.org/officeDocument/2006/relationships/slide" Target="slides/slide6.xml"/><Relationship Id="rId41" Type="http://schemas.openxmlformats.org/officeDocument/2006/relationships/slide" Target="slides/slide27.xml"/><Relationship Id="rId62" Type="http://schemas.openxmlformats.org/officeDocument/2006/relationships/slide" Target="slides/slide48.xml"/><Relationship Id="rId83" Type="http://schemas.openxmlformats.org/officeDocument/2006/relationships/slide" Target="slides/slide69.xml"/><Relationship Id="rId88" Type="http://schemas.openxmlformats.org/officeDocument/2006/relationships/slide" Target="slides/slide74.xml"/><Relationship Id="rId11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219"/>
        <c:overlap val="-27"/>
        <c:axId val="1228544223"/>
        <c:axId val="1196036207"/>
      </c:barChart>
      <c:catAx>
        <c:axId val="1228544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196036207"/>
        <c:crosses val="autoZero"/>
        <c:auto val="1"/>
        <c:lblAlgn val="ctr"/>
        <c:lblOffset val="100"/>
        <c:noMultiLvlLbl val="0"/>
      </c:catAx>
      <c:valAx>
        <c:axId val="11960362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228544223"/>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96.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7A50DACE-0897-494B-8F30-6D603CD0323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27432000" cy="12220575"/>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10/27/2022</a:t>
            </a:fld>
            <a:endParaRPr lang="en-US" dirty="0"/>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dirty="0"/>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7T05:20:06.334"/>
    </inkml:context>
    <inkml:brush xml:id="br0">
      <inkml:brushProperty name="width" value="0.05" units="cm"/>
      <inkml:brushProperty name="height" value="0.05" units="cm"/>
    </inkml:brush>
  </inkml:definitions>
  <inkml:trace contextRef="#ctx0" brushRef="#br0">1 0 32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10/27/2022</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2328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Date">
    <p:spTree>
      <p:nvGrpSpPr>
        <p:cNvPr id="1" name=""/>
        <p:cNvGrpSpPr/>
        <p:nvPr/>
      </p:nvGrpSpPr>
      <p:grpSpPr>
        <a:xfrm>
          <a:off x="0" y="0"/>
          <a:ext cx="0" cy="0"/>
          <a:chOff x="0" y="0"/>
          <a:chExt cx="0" cy="0"/>
        </a:xfrm>
      </p:grpSpPr>
      <p:sp>
        <p:nvSpPr>
          <p:cNvPr id="3" name="Rectangle 2" descr="View of a mountain range">
            <a:extLst>
              <a:ext uri="{FF2B5EF4-FFF2-40B4-BE49-F238E27FC236}">
                <a16:creationId xmlns:a16="http://schemas.microsoft.com/office/drawing/2014/main" id="{1DAC5403-E1D0-4032-A9FE-410B2982643C}"/>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12" name="Rectangle 11">
            <a:extLst>
              <a:ext uri="{FF2B5EF4-FFF2-40B4-BE49-F238E27FC236}">
                <a16:creationId xmlns:a16="http://schemas.microsoft.com/office/drawing/2014/main" id="{D846C517-01CF-4924-81A5-DAD4CE0BFA6C}"/>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70000"/>
                </a:schemeClr>
              </a:gs>
              <a:gs pos="100000">
                <a:schemeClr val="accent3">
                  <a:alpha val="70000"/>
                </a:schemeClr>
              </a:gs>
            </a:gsLst>
            <a:lin ang="0" scaled="1"/>
            <a:tileRect/>
          </a:gradFill>
          <a:ln w="12700" cap="flat">
            <a:noFill/>
            <a:prstDash val="solid"/>
            <a:miter/>
          </a:ln>
        </p:spPr>
        <p:txBody>
          <a:bodyPr rtlCol="0" anchor="ctr"/>
          <a:lstStyle/>
          <a:p>
            <a:pPr algn="l"/>
            <a:endParaRPr lang="en-US" noProof="0" dirty="0"/>
          </a:p>
        </p:txBody>
      </p:sp>
      <p:sp>
        <p:nvSpPr>
          <p:cNvPr id="21" name="Text Placeholder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1680191"/>
            <a:ext cx="4367531" cy="324417"/>
          </a:xfrm>
        </p:spPr>
        <p:txBody>
          <a:bodyPr>
            <a:noAutofit/>
          </a:bodyPr>
          <a:lstStyle>
            <a:lvl1pPr marL="0" indent="0" algn="ctr">
              <a:buNone/>
              <a:defRPr sz="2000" b="1"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20XX</a:t>
            </a:r>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107415"/>
            <a:ext cx="10117959" cy="2281355"/>
          </a:xfrm>
        </p:spPr>
        <p:txBody>
          <a:bodyPr>
            <a:noAutofit/>
          </a:bodyPr>
          <a:lstStyle>
            <a:lvl1pPr algn="ctr">
              <a:defRPr sz="8000" b="0">
                <a:solidFill>
                  <a:schemeClr val="bg1"/>
                </a:solidFill>
              </a:defRPr>
            </a:lvl1pPr>
          </a:lstStyle>
          <a:p>
            <a:r>
              <a:rPr lang="en-US" noProof="0"/>
              <a:t>PRESENTATION</a:t>
            </a:r>
            <a:br>
              <a:rPr lang="en-US" noProof="0"/>
            </a:br>
            <a:r>
              <a:rPr lang="en-US" noProof="0"/>
              <a:t>TITLE</a:t>
            </a:r>
          </a:p>
        </p:txBody>
      </p:sp>
      <p:sp>
        <p:nvSpPr>
          <p:cNvPr id="23" name="Text Placeholder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1333943"/>
            <a:ext cx="4367531" cy="324417"/>
          </a:xfrm>
        </p:spPr>
        <p:txBody>
          <a:bodyPr>
            <a:noAutofit/>
          </a:bodyPr>
          <a:lstStyle>
            <a:lvl1pPr marL="0" indent="0" algn="ctr">
              <a:buNone/>
              <a:defRPr sz="23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Month</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4720037"/>
            <a:ext cx="10090287" cy="1101897"/>
          </a:xfrm>
        </p:spPr>
        <p:txBody>
          <a:bodyPr>
            <a:noAutofit/>
          </a:bodyPr>
          <a:lstStyle>
            <a:lvl1pPr marL="0" indent="0" algn="ctr">
              <a:buNone/>
              <a:defRPr sz="3500" b="0" i="0">
                <a:solidFill>
                  <a:schemeClr val="bg2"/>
                </a:solidFill>
              </a:defRPr>
            </a:lvl1pPr>
          </a:lstStyle>
          <a:p>
            <a:pPr lvl="0"/>
            <a:r>
              <a:rPr lang="en-US" noProof="0"/>
              <a:t>Presentation</a:t>
            </a:r>
            <a:br>
              <a:rPr lang="en-US" noProof="0"/>
            </a:br>
            <a:r>
              <a:rPr lang="en-US" noProof="0"/>
              <a:t>Tagline</a:t>
            </a:r>
          </a:p>
        </p:txBody>
      </p:sp>
      <p:sp>
        <p:nvSpPr>
          <p:cNvPr id="5" name="Rectangle 4">
            <a:extLst>
              <a:ext uri="{FF2B5EF4-FFF2-40B4-BE49-F238E27FC236}">
                <a16:creationId xmlns:a16="http://schemas.microsoft.com/office/drawing/2014/main" id="{6691BBC0-FAFE-4A57-9925-6182B74C4CB1}"/>
              </a:ext>
              <a:ext uri="{C183D7F6-B498-43B3-948B-1728B52AA6E4}">
                <adec:decorative xmlns:adec="http://schemas.microsoft.com/office/drawing/2017/decorative" val="1"/>
              </a:ext>
            </a:extLst>
          </p:cNvPr>
          <p:cNvSpPr/>
          <p:nvPr userDrawn="1"/>
        </p:nvSpPr>
        <p:spPr>
          <a:xfrm>
            <a:off x="4879848" y="4453465"/>
            <a:ext cx="2432304" cy="64008"/>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88C711-3D16-496B-BF96-001A0C0A3AAF}"/>
              </a:ext>
              <a:ext uri="{C183D7F6-B498-43B3-948B-1728B52AA6E4}">
                <adec:decorative xmlns:adec="http://schemas.microsoft.com/office/drawing/2017/decorative" val="1"/>
              </a:ext>
            </a:extLst>
          </p:cNvPr>
          <p:cNvSpPr/>
          <p:nvPr userDrawn="1"/>
        </p:nvSpPr>
        <p:spPr>
          <a:xfrm>
            <a:off x="11682374" y="6430061"/>
            <a:ext cx="241402" cy="197510"/>
          </a:xfrm>
          <a:prstGeom prst="rect">
            <a:avLst/>
          </a:prstGeom>
          <a:noFill/>
          <a:ln w="12700" cap="flat">
            <a:noFill/>
            <a:prstDash val="solid"/>
            <a:miter/>
          </a:ln>
        </p:spPr>
        <p:txBody>
          <a:bodyPr rtlCol="0" anchor="ctr"/>
          <a:lstStyle/>
          <a:p>
            <a:pPr algn="l"/>
            <a:endParaRPr lang="en-US" noProof="0" dirty="0"/>
          </a:p>
        </p:txBody>
      </p:sp>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3410712"/>
            <a:ext cx="11932920" cy="3319272"/>
          </a:xfrm>
          <a:prstGeom prst="rect">
            <a:avLst/>
          </a:prstGeom>
          <a:gradFill flip="none" rotWithShape="1">
            <a:gsLst>
              <a:gs pos="0">
                <a:schemeClr val="accent2">
                  <a:alpha val="80000"/>
                </a:schemeClr>
              </a:gs>
              <a:gs pos="99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838200" y="3981036"/>
            <a:ext cx="10515600" cy="782638"/>
          </a:xfrm>
        </p:spPr>
        <p:txBody>
          <a:bodyPr/>
          <a:lstStyle>
            <a:lvl1pPr algn="ctr">
              <a:defRPr>
                <a:solidFill>
                  <a:schemeClr val="bg1"/>
                </a:solidFill>
              </a:defRPr>
            </a:lvl1pPr>
          </a:lstStyle>
          <a:p>
            <a:r>
              <a:rPr lang="en-US" noProof="0"/>
              <a:t>DIVIDER SLIDE</a:t>
            </a:r>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lvl1pPr>
              <a:defRPr b="1">
                <a:latin typeface="+mn-lt"/>
              </a:defRPr>
            </a:lvl1p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4070604" y="4804366"/>
            <a:ext cx="4050792"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ext Placeholder 2">
            <a:extLst>
              <a:ext uri="{FF2B5EF4-FFF2-40B4-BE49-F238E27FC236}">
                <a16:creationId xmlns:a16="http://schemas.microsoft.com/office/drawing/2014/main" id="{F4F6DD4A-6071-4D11-ABDB-28EA5AC87154}"/>
              </a:ext>
            </a:extLst>
          </p:cNvPr>
          <p:cNvSpPr>
            <a:spLocks noGrp="1"/>
          </p:cNvSpPr>
          <p:nvPr>
            <p:ph type="body" idx="1" hasCustomPrompt="1"/>
          </p:nvPr>
        </p:nvSpPr>
        <p:spPr>
          <a:xfrm>
            <a:off x="831850" y="4942478"/>
            <a:ext cx="10515600" cy="459082"/>
          </a:xfrm>
        </p:spPr>
        <p:txBody>
          <a:bodyPr vert="horz" lIns="91440" tIns="45720" rIns="91440" bIns="45720" rtlCol="0">
            <a:normAutofit/>
          </a:bodyPr>
          <a:lstStyle>
            <a:lvl1pPr marL="0" indent="0" algn="ctr">
              <a:buFont typeface="Arial" panose="020B0604020202020204" pitchFamily="34" charset="0"/>
              <a:buNone/>
              <a:defRPr lang="en-US" sz="2300">
                <a:solidFill>
                  <a:schemeClr val="bg2"/>
                </a:solidFill>
              </a:defRPr>
            </a:lvl1pPr>
          </a:lstStyle>
          <a:p>
            <a:pPr marL="228600" lvl="0" indent="-228600" algn="ctr"/>
            <a:r>
              <a:rPr lang="en-US" noProof="0"/>
              <a:t>Edit Master text styles</a:t>
            </a:r>
          </a:p>
        </p:txBody>
      </p:sp>
    </p:spTree>
    <p:extLst>
      <p:ext uri="{BB962C8B-B14F-4D97-AF65-F5344CB8AC3E}">
        <p14:creationId xmlns:p14="http://schemas.microsoft.com/office/powerpoint/2010/main" val="382347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0" name="Rectangle 9" descr="View of a lake with pine trees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128016"/>
            <a:ext cx="6858000"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841248" y="1169256"/>
            <a:ext cx="5285914" cy="782638"/>
          </a:xfrm>
        </p:spPr>
        <p:txBody>
          <a:bodyPr/>
          <a:lstStyle>
            <a:lvl1pPr algn="l">
              <a:defRPr>
                <a:solidFill>
                  <a:schemeClr val="bg1"/>
                </a:solidFill>
              </a:defRPr>
            </a:lvl1pPr>
          </a:lstStyle>
          <a:p>
            <a:r>
              <a:rPr lang="en-US" noProof="0"/>
              <a:t>TEXT LAYOUT 1</a:t>
            </a:r>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2" name="Text Placeholder 17">
            <a:extLst>
              <a:ext uri="{FF2B5EF4-FFF2-40B4-BE49-F238E27FC236}">
                <a16:creationId xmlns:a16="http://schemas.microsoft.com/office/drawing/2014/main" id="{028AD4F5-2320-4533-9EC4-9832091E65CB}"/>
              </a:ext>
            </a:extLst>
          </p:cNvPr>
          <p:cNvSpPr>
            <a:spLocks noGrp="1"/>
          </p:cNvSpPr>
          <p:nvPr>
            <p:ph type="body" sz="quarter" idx="13" hasCustomPrompt="1"/>
          </p:nvPr>
        </p:nvSpPr>
        <p:spPr>
          <a:xfrm>
            <a:off x="841248" y="2136036"/>
            <a:ext cx="5285914" cy="857098"/>
          </a:xfrm>
        </p:spPr>
        <p:txBody>
          <a:bodyPr>
            <a:normAutofit/>
          </a:bodyPr>
          <a:lstStyle>
            <a:lvl1pPr marL="0" indent="0" algn="l">
              <a:buNone/>
              <a:defRPr sz="2300">
                <a:solidFill>
                  <a:schemeClr val="bg2"/>
                </a:solidFill>
              </a:defRPr>
            </a:lvl1pPr>
            <a:lvl2pPr>
              <a:defRPr sz="1800"/>
            </a:lvl2pPr>
            <a:lvl3pPr>
              <a:defRPr sz="1800"/>
            </a:lvl3pPr>
            <a:lvl4pPr>
              <a:defRPr sz="1800"/>
            </a:lvl4pPr>
            <a:lvl5pPr>
              <a:defRPr sz="1800"/>
            </a:lvl5pPr>
          </a:lstStyle>
          <a:p>
            <a:pPr lvl="0"/>
            <a:r>
              <a:rPr lang="en-US" noProof="0"/>
              <a:t>Edit master text styles</a:t>
            </a:r>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992586"/>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4" name="Text Placeholder 14">
            <a:extLst>
              <a:ext uri="{FF2B5EF4-FFF2-40B4-BE49-F238E27FC236}">
                <a16:creationId xmlns:a16="http://schemas.microsoft.com/office/drawing/2014/main" id="{302F0820-F94A-40EF-B3BE-26CD0CB55173}"/>
              </a:ext>
            </a:extLst>
          </p:cNvPr>
          <p:cNvSpPr>
            <a:spLocks noGrp="1"/>
          </p:cNvSpPr>
          <p:nvPr>
            <p:ph type="body" sz="quarter" idx="15" hasCustomPrompt="1"/>
          </p:nvPr>
        </p:nvSpPr>
        <p:spPr>
          <a:xfrm>
            <a:off x="838199" y="3100269"/>
            <a:ext cx="5288963" cy="2588637"/>
          </a:xfrm>
        </p:spPr>
        <p:txBody>
          <a:bodyPr lIns="0">
            <a:normAutofit/>
          </a:bodyPr>
          <a:lstStyle>
            <a:lvl1pPr marL="180000" indent="-180000">
              <a:spcBef>
                <a:spcPts val="600"/>
              </a:spcBef>
              <a:buClr>
                <a:schemeClr val="bg2"/>
              </a:buClr>
              <a:buFont typeface="Arial" panose="020B0604020202020204" pitchFamily="34" charset="0"/>
              <a:buChar char="•"/>
              <a:defRPr sz="1600" b="0" i="0">
                <a:solidFill>
                  <a:schemeClr val="bg1"/>
                </a:solidFill>
              </a:defRPr>
            </a:lvl1pPr>
          </a:lstStyle>
          <a:p>
            <a:pPr lvl="0"/>
            <a:r>
              <a:rPr lang="en-US" noProof="0"/>
              <a:t>Edit Master text styles</a:t>
            </a:r>
          </a:p>
        </p:txBody>
      </p:sp>
    </p:spTree>
    <p:extLst>
      <p:ext uri="{BB962C8B-B14F-4D97-AF65-F5344CB8AC3E}">
        <p14:creationId xmlns:p14="http://schemas.microsoft.com/office/powerpoint/2010/main" val="372139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10" name="Rectangle 9" descr="Close up view of lake edge with mountain range background">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128016"/>
            <a:ext cx="11932920" cy="3319272"/>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841248" y="1093460"/>
            <a:ext cx="5320386" cy="782638"/>
          </a:xfrm>
        </p:spPr>
        <p:txBody>
          <a:bodyPr/>
          <a:lstStyle>
            <a:lvl1pPr algn="l">
              <a:defRPr>
                <a:solidFill>
                  <a:schemeClr val="bg1"/>
                </a:solidFill>
              </a:defRPr>
            </a:lvl1pPr>
          </a:lstStyle>
          <a:p>
            <a:r>
              <a:rPr lang="en-US" noProof="0"/>
              <a:t>TEXT LAYOUT 2</a:t>
            </a:r>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2" name="Text Placeholder 17">
            <a:extLst>
              <a:ext uri="{FF2B5EF4-FFF2-40B4-BE49-F238E27FC236}">
                <a16:creationId xmlns:a16="http://schemas.microsoft.com/office/drawing/2014/main" id="{028AD4F5-2320-4533-9EC4-9832091E65CB}"/>
              </a:ext>
            </a:extLst>
          </p:cNvPr>
          <p:cNvSpPr>
            <a:spLocks noGrp="1"/>
          </p:cNvSpPr>
          <p:nvPr>
            <p:ph type="body" sz="quarter" idx="13" hasCustomPrompt="1"/>
          </p:nvPr>
        </p:nvSpPr>
        <p:spPr>
          <a:xfrm>
            <a:off x="841248" y="2060240"/>
            <a:ext cx="5320386" cy="882524"/>
          </a:xfrm>
        </p:spPr>
        <p:txBody>
          <a:bodyPr>
            <a:normAutofit/>
          </a:bodyPr>
          <a:lstStyle>
            <a:lvl1pPr marL="0" indent="0" algn="l">
              <a:buNone/>
              <a:defRPr sz="2300">
                <a:solidFill>
                  <a:schemeClr val="bg2"/>
                </a:solidFill>
              </a:defRPr>
            </a:lvl1pPr>
            <a:lvl2pPr>
              <a:defRPr sz="1800"/>
            </a:lvl2pPr>
            <a:lvl3pPr>
              <a:defRPr sz="1800"/>
            </a:lvl3pPr>
            <a:lvl4pPr>
              <a:defRPr sz="1800"/>
            </a:lvl4pPr>
            <a:lvl5pPr>
              <a:defRPr sz="1800"/>
            </a:lvl5pPr>
          </a:lstStyle>
          <a:p>
            <a:pPr lvl="0"/>
            <a:r>
              <a:rPr lang="en-US" noProof="0"/>
              <a:t>Edit master text styles</a:t>
            </a:r>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4693" y="1916790"/>
            <a:ext cx="4500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ext Placeholder 14">
            <a:extLst>
              <a:ext uri="{FF2B5EF4-FFF2-40B4-BE49-F238E27FC236}">
                <a16:creationId xmlns:a16="http://schemas.microsoft.com/office/drawing/2014/main" id="{4B6CBCCA-9781-462D-AF43-C6AAE3D1AAA9}"/>
              </a:ext>
            </a:extLst>
          </p:cNvPr>
          <p:cNvSpPr>
            <a:spLocks noGrp="1"/>
          </p:cNvSpPr>
          <p:nvPr>
            <p:ph type="body" sz="quarter" idx="15" hasCustomPrompt="1"/>
          </p:nvPr>
        </p:nvSpPr>
        <p:spPr>
          <a:xfrm>
            <a:off x="6817897" y="1125545"/>
            <a:ext cx="4707842" cy="1849304"/>
          </a:xfrm>
        </p:spPr>
        <p:txBody>
          <a:bodyPr>
            <a:normAutofit/>
          </a:bodyPr>
          <a:lstStyle>
            <a:lvl1pPr marL="180000" indent="-180000">
              <a:spcBef>
                <a:spcPts val="600"/>
              </a:spcBef>
              <a:buClr>
                <a:schemeClr val="bg2"/>
              </a:buClr>
              <a:buFont typeface="Arial" panose="020B0604020202020204" pitchFamily="34" charset="0"/>
              <a:buChar char="•"/>
              <a:defRPr sz="1600" b="0" i="0">
                <a:solidFill>
                  <a:schemeClr val="bg1"/>
                </a:solidFill>
              </a:defRPr>
            </a:lvl1pPr>
          </a:lstStyle>
          <a:p>
            <a:pPr lvl="0"/>
            <a:r>
              <a:rPr lang="en-US" noProof="0"/>
              <a:t>Edit Master text styles</a:t>
            </a:r>
          </a:p>
        </p:txBody>
      </p:sp>
    </p:spTree>
    <p:extLst>
      <p:ext uri="{BB962C8B-B14F-4D97-AF65-F5344CB8AC3E}">
        <p14:creationId xmlns:p14="http://schemas.microsoft.com/office/powerpoint/2010/main" val="2599193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8" name="Text Placeholder 2">
            <a:extLst>
              <a:ext uri="{FF2B5EF4-FFF2-40B4-BE49-F238E27FC236}">
                <a16:creationId xmlns:a16="http://schemas.microsoft.com/office/drawing/2014/main" id="{03373955-AB5B-4186-8098-9DBA0AB2650E}"/>
              </a:ext>
            </a:extLst>
          </p:cNvPr>
          <p:cNvSpPr>
            <a:spLocks noGrp="1"/>
          </p:cNvSpPr>
          <p:nvPr>
            <p:ph type="body" idx="1" hasCustomPrompt="1"/>
          </p:nvPr>
        </p:nvSpPr>
        <p:spPr>
          <a:xfrm>
            <a:off x="1159649" y="2738211"/>
            <a:ext cx="4183650" cy="454353"/>
          </a:xfrm>
        </p:spPr>
        <p:txBody>
          <a:bodyPr>
            <a:noAutofit/>
          </a:bodyPr>
          <a:lstStyle>
            <a:lvl1pPr marL="0" indent="0">
              <a:buNone/>
              <a:defRPr sz="3000" b="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1 title</a:t>
            </a:r>
          </a:p>
        </p:txBody>
      </p:sp>
      <p:sp>
        <p:nvSpPr>
          <p:cNvPr id="9" name="Text Placeholder 26">
            <a:extLst>
              <a:ext uri="{FF2B5EF4-FFF2-40B4-BE49-F238E27FC236}">
                <a16:creationId xmlns:a16="http://schemas.microsoft.com/office/drawing/2014/main" id="{B534F865-65DF-4129-9CE5-414E24937576}"/>
              </a:ext>
            </a:extLst>
          </p:cNvPr>
          <p:cNvSpPr>
            <a:spLocks noGrp="1"/>
          </p:cNvSpPr>
          <p:nvPr>
            <p:ph type="body" sz="quarter" idx="16" hasCustomPrompt="1"/>
          </p:nvPr>
        </p:nvSpPr>
        <p:spPr>
          <a:xfrm>
            <a:off x="838201" y="1835244"/>
            <a:ext cx="10515599" cy="629105"/>
          </a:xfrm>
        </p:spPr>
        <p:txBody>
          <a:bodyPr lIns="0" rIns="0">
            <a:noAutofit/>
          </a:bodyPr>
          <a:lstStyle>
            <a:lvl1pPr marL="0" indent="0" algn="ctr">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0" name="Text Placeholder 2">
            <a:extLst>
              <a:ext uri="{FF2B5EF4-FFF2-40B4-BE49-F238E27FC236}">
                <a16:creationId xmlns:a16="http://schemas.microsoft.com/office/drawing/2014/main" id="{23A3472E-32B4-4CAD-B5D0-420AA3FB4CE3}"/>
              </a:ext>
            </a:extLst>
          </p:cNvPr>
          <p:cNvSpPr>
            <a:spLocks noGrp="1"/>
          </p:cNvSpPr>
          <p:nvPr>
            <p:ph type="body" idx="18" hasCustomPrompt="1"/>
          </p:nvPr>
        </p:nvSpPr>
        <p:spPr>
          <a:xfrm>
            <a:off x="6627121" y="2738211"/>
            <a:ext cx="4183650" cy="454353"/>
          </a:xfrm>
        </p:spPr>
        <p:txBody>
          <a:bodyPr>
            <a:noAutofit/>
          </a:bodyPr>
          <a:lstStyle>
            <a:lvl1pPr marL="0" indent="0">
              <a:buNone/>
              <a:defRPr sz="3000" b="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2 title</a:t>
            </a:r>
          </a:p>
        </p:txBody>
      </p:sp>
      <p:sp>
        <p:nvSpPr>
          <p:cNvPr id="11" name="Text Placeholder 26">
            <a:extLst>
              <a:ext uri="{FF2B5EF4-FFF2-40B4-BE49-F238E27FC236}">
                <a16:creationId xmlns:a16="http://schemas.microsoft.com/office/drawing/2014/main" id="{1AEED068-3EA0-4BF4-875C-02473E9EB0CC}"/>
              </a:ext>
            </a:extLst>
          </p:cNvPr>
          <p:cNvSpPr>
            <a:spLocks noGrp="1"/>
          </p:cNvSpPr>
          <p:nvPr>
            <p:ph type="body" sz="quarter" idx="20" hasCustomPrompt="1"/>
          </p:nvPr>
        </p:nvSpPr>
        <p:spPr>
          <a:xfrm>
            <a:off x="1159649" y="3428501"/>
            <a:ext cx="4365625" cy="2333625"/>
          </a:xfrm>
        </p:spPr>
        <p:txBody>
          <a:bodyPr>
            <a:normAutofit/>
          </a:bodyPr>
          <a:lstStyle>
            <a:lvl1pPr marL="180000" indent="-180000">
              <a:spcBef>
                <a:spcPts val="600"/>
              </a:spcBef>
              <a:buClr>
                <a:schemeClr val="bg2"/>
              </a:buClr>
              <a:defRPr sz="1600">
                <a:solidFill>
                  <a:schemeClr val="bg1"/>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2" name="Text Placeholder 26">
            <a:extLst>
              <a:ext uri="{FF2B5EF4-FFF2-40B4-BE49-F238E27FC236}">
                <a16:creationId xmlns:a16="http://schemas.microsoft.com/office/drawing/2014/main" id="{3590B9DA-A2DF-4AE1-9A98-C7B84F48C3A9}"/>
              </a:ext>
            </a:extLst>
          </p:cNvPr>
          <p:cNvSpPr>
            <a:spLocks noGrp="1"/>
          </p:cNvSpPr>
          <p:nvPr>
            <p:ph type="body" sz="quarter" idx="21" hasCustomPrompt="1"/>
          </p:nvPr>
        </p:nvSpPr>
        <p:spPr>
          <a:xfrm>
            <a:off x="6627121" y="3428501"/>
            <a:ext cx="4365625" cy="2333625"/>
          </a:xfrm>
        </p:spPr>
        <p:txBody>
          <a:bodyPr>
            <a:normAutofit/>
          </a:bodyPr>
          <a:lstStyle>
            <a:lvl1pPr marL="180000" indent="-180000">
              <a:spcBef>
                <a:spcPts val="600"/>
              </a:spcBef>
              <a:buClr>
                <a:schemeClr val="bg2"/>
              </a:buClr>
              <a:defRPr sz="1600">
                <a:solidFill>
                  <a:schemeClr val="bg1"/>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557629"/>
            <a:ext cx="10515600" cy="1325563"/>
          </a:xfrm>
        </p:spPr>
        <p:txBody>
          <a:bodyPr lIns="0" rIns="0"/>
          <a:lstStyle>
            <a:lvl1pPr algn="ctr">
              <a:defRPr>
                <a:solidFill>
                  <a:schemeClr val="bg1"/>
                </a:solidFill>
              </a:defRPr>
            </a:lvl1pPr>
          </a:lstStyle>
          <a:p>
            <a:r>
              <a:rPr lang="en-US" noProof="0"/>
              <a:t>COMPARISON</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4111752" y="1667974"/>
            <a:ext cx="3968496" cy="36576"/>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345037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100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9" name="Text Placeholder 26">
            <a:extLst>
              <a:ext uri="{FF2B5EF4-FFF2-40B4-BE49-F238E27FC236}">
                <a16:creationId xmlns:a16="http://schemas.microsoft.com/office/drawing/2014/main" id="{B534F865-65DF-4129-9CE5-414E24937576}"/>
              </a:ext>
            </a:extLst>
          </p:cNvPr>
          <p:cNvSpPr>
            <a:spLocks noGrp="1"/>
          </p:cNvSpPr>
          <p:nvPr>
            <p:ph type="body" sz="quarter" idx="16" hasCustomPrompt="1"/>
          </p:nvPr>
        </p:nvSpPr>
        <p:spPr>
          <a:xfrm>
            <a:off x="841248" y="3359239"/>
            <a:ext cx="4357688" cy="2252574"/>
          </a:xfrm>
        </p:spPr>
        <p:txBody>
          <a:bodyPr lIns="0" rIns="0">
            <a:noAutofit/>
          </a:bodyPr>
          <a:lstStyle>
            <a:lvl1pPr marL="0" indent="0" algn="l">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41248" y="2081624"/>
            <a:ext cx="4357688" cy="1325563"/>
          </a:xfrm>
        </p:spPr>
        <p:txBody>
          <a:bodyPr lIns="0" rIns="0"/>
          <a:lstStyle>
            <a:lvl1pPr algn="l">
              <a:defRPr>
                <a:solidFill>
                  <a:schemeClr val="bg1"/>
                </a:solidFill>
              </a:defRPr>
            </a:lvl1pPr>
          </a:lstStyle>
          <a:p>
            <a:r>
              <a:rPr lang="en-US" noProof="0"/>
              <a:t>CHART SLIDE</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911877" y="3191969"/>
            <a:ext cx="3968496"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6" name="Chart Placeholder 18">
            <a:extLst>
              <a:ext uri="{FF2B5EF4-FFF2-40B4-BE49-F238E27FC236}">
                <a16:creationId xmlns:a16="http://schemas.microsoft.com/office/drawing/2014/main" id="{BE9C98A7-B145-402E-BADA-CE785E3BA996}"/>
              </a:ext>
            </a:extLst>
          </p:cNvPr>
          <p:cNvSpPr>
            <a:spLocks noGrp="1"/>
          </p:cNvSpPr>
          <p:nvPr>
            <p:ph type="chart" sz="quarter" idx="32"/>
          </p:nvPr>
        </p:nvSpPr>
        <p:spPr>
          <a:xfrm>
            <a:off x="6981371" y="1246188"/>
            <a:ext cx="4284663" cy="436562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chart</a:t>
            </a:r>
            <a:endParaRPr lang="en-US" noProof="0" dirty="0"/>
          </a:p>
        </p:txBody>
      </p:sp>
    </p:spTree>
    <p:extLst>
      <p:ext uri="{BB962C8B-B14F-4D97-AF65-F5344CB8AC3E}">
        <p14:creationId xmlns:p14="http://schemas.microsoft.com/office/powerpoint/2010/main" val="2525342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100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9" name="Text Placeholder 26">
            <a:extLst>
              <a:ext uri="{FF2B5EF4-FFF2-40B4-BE49-F238E27FC236}">
                <a16:creationId xmlns:a16="http://schemas.microsoft.com/office/drawing/2014/main" id="{B534F865-65DF-4129-9CE5-414E24937576}"/>
              </a:ext>
            </a:extLst>
          </p:cNvPr>
          <p:cNvSpPr>
            <a:spLocks noGrp="1"/>
          </p:cNvSpPr>
          <p:nvPr>
            <p:ph type="body" sz="quarter" idx="16" hasCustomPrompt="1"/>
          </p:nvPr>
        </p:nvSpPr>
        <p:spPr>
          <a:xfrm>
            <a:off x="8683563" y="3359239"/>
            <a:ext cx="2596896" cy="2252574"/>
          </a:xfrm>
        </p:spPr>
        <p:txBody>
          <a:bodyPr lIns="0" rIns="0">
            <a:noAutofit/>
          </a:bodyPr>
          <a:lstStyle>
            <a:lvl1pPr marL="0" indent="0" algn="l">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683562" y="1757774"/>
            <a:ext cx="2669859" cy="1325563"/>
          </a:xfrm>
        </p:spPr>
        <p:txBody>
          <a:bodyPr lIns="0" rIns="0"/>
          <a:lstStyle>
            <a:lvl1pPr algn="l">
              <a:defRPr>
                <a:solidFill>
                  <a:schemeClr val="bg1"/>
                </a:solidFill>
              </a:defRPr>
            </a:lvl1pPr>
          </a:lstStyle>
          <a:p>
            <a:r>
              <a:rPr lang="en-US" noProof="0"/>
              <a:t>TABLE SLIDE</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8683563" y="3191969"/>
            <a:ext cx="1545336"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3" name="Table Placeholder 17">
            <a:extLst>
              <a:ext uri="{FF2B5EF4-FFF2-40B4-BE49-F238E27FC236}">
                <a16:creationId xmlns:a16="http://schemas.microsoft.com/office/drawing/2014/main" id="{62814DE5-26B2-4A8E-BA8D-A2E4C5547EB9}"/>
              </a:ext>
            </a:extLst>
          </p:cNvPr>
          <p:cNvSpPr>
            <a:spLocks noGrp="1"/>
          </p:cNvSpPr>
          <p:nvPr>
            <p:ph type="tbl" sz="quarter" idx="17"/>
          </p:nvPr>
        </p:nvSpPr>
        <p:spPr>
          <a:xfrm>
            <a:off x="911225" y="1505433"/>
            <a:ext cx="6561138" cy="384713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table</a:t>
            </a:r>
            <a:endParaRPr lang="en-US" noProof="0" dirty="0"/>
          </a:p>
        </p:txBody>
      </p:sp>
    </p:spTree>
    <p:extLst>
      <p:ext uri="{BB962C8B-B14F-4D97-AF65-F5344CB8AC3E}">
        <p14:creationId xmlns:p14="http://schemas.microsoft.com/office/powerpoint/2010/main" val="2401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3C23D1-BE9A-4E52-9BEF-D55C4CB7574F}"/>
              </a:ext>
              <a:ext uri="{C183D7F6-B498-43B3-948B-1728B52AA6E4}">
                <adec:decorative xmlns:adec="http://schemas.microsoft.com/office/drawing/2017/decorative" val="1"/>
              </a:ext>
            </a:extLst>
          </p:cNvPr>
          <p:cNvSpPr/>
          <p:nvPr userDrawn="1"/>
        </p:nvSpPr>
        <p:spPr>
          <a:xfrm>
            <a:off x="11645798" y="6386170"/>
            <a:ext cx="307239" cy="343814"/>
          </a:xfrm>
          <a:prstGeom prst="rect">
            <a:avLst/>
          </a:prstGeom>
          <a:noFill/>
          <a:ln w="12700" cap="flat">
            <a:noFill/>
            <a:prstDash val="solid"/>
            <a:miter/>
          </a:ln>
        </p:spPr>
        <p:txBody>
          <a:bodyPr rtlCol="0" anchor="ctr"/>
          <a:lstStyle/>
          <a:p>
            <a:pPr algn="l"/>
            <a:endParaRPr lang="en-US" noProof="0" dirty="0"/>
          </a:p>
        </p:txBody>
      </p:sp>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128016"/>
            <a:ext cx="11932920" cy="2368296"/>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4" name="Text Placeholder 26">
            <a:extLst>
              <a:ext uri="{FF2B5EF4-FFF2-40B4-BE49-F238E27FC236}">
                <a16:creationId xmlns:a16="http://schemas.microsoft.com/office/drawing/2014/main" id="{B33A3032-1037-4342-827F-CF1349978260}"/>
              </a:ext>
            </a:extLst>
          </p:cNvPr>
          <p:cNvSpPr>
            <a:spLocks noGrp="1"/>
          </p:cNvSpPr>
          <p:nvPr>
            <p:ph type="body" sz="quarter" idx="16" hasCustomPrompt="1"/>
          </p:nvPr>
        </p:nvSpPr>
        <p:spPr>
          <a:xfrm>
            <a:off x="838201" y="1835244"/>
            <a:ext cx="10515599" cy="629105"/>
          </a:xfrm>
        </p:spPr>
        <p:txBody>
          <a:bodyPr lIns="0" rIns="0">
            <a:noAutofit/>
          </a:bodyPr>
          <a:lstStyle>
            <a:lvl1pPr marL="0" indent="0" algn="ctr">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5" name="Title 1">
            <a:extLst>
              <a:ext uri="{FF2B5EF4-FFF2-40B4-BE49-F238E27FC236}">
                <a16:creationId xmlns:a16="http://schemas.microsoft.com/office/drawing/2014/main" id="{FD6F6A17-AFDC-40C7-9D63-50FA052A1614}"/>
              </a:ext>
            </a:extLst>
          </p:cNvPr>
          <p:cNvSpPr>
            <a:spLocks noGrp="1"/>
          </p:cNvSpPr>
          <p:nvPr>
            <p:ph type="title" hasCustomPrompt="1"/>
          </p:nvPr>
        </p:nvSpPr>
        <p:spPr>
          <a:xfrm>
            <a:off x="838200" y="557629"/>
            <a:ext cx="10515600" cy="1325563"/>
          </a:xfrm>
        </p:spPr>
        <p:txBody>
          <a:bodyPr lIns="0" rIns="0"/>
          <a:lstStyle>
            <a:lvl1pPr algn="ctr">
              <a:defRPr>
                <a:solidFill>
                  <a:schemeClr val="bg1"/>
                </a:solidFill>
              </a:defRPr>
            </a:lvl1pPr>
          </a:lstStyle>
          <a:p>
            <a:r>
              <a:rPr lang="en-US" noProof="0"/>
              <a:t>BIG IMAGE SLIDE</a:t>
            </a:r>
          </a:p>
        </p:txBody>
      </p:sp>
      <p:sp>
        <p:nvSpPr>
          <p:cNvPr id="16" name="Rectangle 15">
            <a:extLst>
              <a:ext uri="{FF2B5EF4-FFF2-40B4-BE49-F238E27FC236}">
                <a16:creationId xmlns:a16="http://schemas.microsoft.com/office/drawing/2014/main" id="{6668B9DC-C6AF-45D4-BBA3-A5EF781EAB7F}"/>
              </a:ext>
              <a:ext uri="{C183D7F6-B498-43B3-948B-1728B52AA6E4}">
                <adec:decorative xmlns:adec="http://schemas.microsoft.com/office/drawing/2017/decorative" val="1"/>
              </a:ext>
            </a:extLst>
          </p:cNvPr>
          <p:cNvSpPr/>
          <p:nvPr userDrawn="1"/>
        </p:nvSpPr>
        <p:spPr>
          <a:xfrm>
            <a:off x="3759708" y="1667974"/>
            <a:ext cx="4672584" cy="36576"/>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1761272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100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268873"/>
            <a:ext cx="10515600" cy="1325563"/>
          </a:xfrm>
        </p:spPr>
        <p:txBody>
          <a:bodyPr lIns="0" rIns="0"/>
          <a:lstStyle>
            <a:lvl1pPr algn="ctr">
              <a:defRPr>
                <a:solidFill>
                  <a:schemeClr val="bg1"/>
                </a:solidFill>
              </a:defRPr>
            </a:lvl1pPr>
          </a:lstStyle>
          <a:p>
            <a:r>
              <a:rPr lang="en-US" noProof="0"/>
              <a:t>VIDEO SLIDE</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1395984" y="1497770"/>
            <a:ext cx="9400032" cy="4215384"/>
          </a:xfrm>
        </p:spPr>
        <p:txBody>
          <a:bodyPr anchor="ctr" anchorCtr="0">
            <a:normAutofit/>
          </a:bodyPr>
          <a:lstStyle>
            <a:lvl1pPr marL="0" indent="0" algn="ctr">
              <a:buNone/>
              <a:defRPr sz="1400"/>
            </a:lvl1pPr>
          </a:lstStyle>
          <a:p>
            <a:r>
              <a:rPr lang="en-US" noProof="0"/>
              <a:t>Click icon to add media</a:t>
            </a:r>
            <a:endParaRPr lang="en-US" noProof="0" dirty="0"/>
          </a:p>
        </p:txBody>
      </p:sp>
    </p:spTree>
    <p:extLst>
      <p:ext uri="{BB962C8B-B14F-4D97-AF65-F5344CB8AC3E}">
        <p14:creationId xmlns:p14="http://schemas.microsoft.com/office/powerpoint/2010/main" val="2399738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s Layout">
    <p:spTree>
      <p:nvGrpSpPr>
        <p:cNvPr id="1" name=""/>
        <p:cNvGrpSpPr/>
        <p:nvPr/>
      </p:nvGrpSpPr>
      <p:grpSpPr>
        <a:xfrm>
          <a:off x="0" y="0"/>
          <a:ext cx="0" cy="0"/>
          <a:chOff x="0" y="0"/>
          <a:chExt cx="0" cy="0"/>
        </a:xfrm>
      </p:grpSpPr>
      <p:sp>
        <p:nvSpPr>
          <p:cNvPr id="3" name="Rectangle 2" descr="View of a lake and mountain range">
            <a:extLst>
              <a:ext uri="{FF2B5EF4-FFF2-40B4-BE49-F238E27FC236}">
                <a16:creationId xmlns:a16="http://schemas.microsoft.com/office/drawing/2014/main" id="{1DAC5403-E1D0-4032-A9FE-410B2982643C}"/>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12" name="Rectangle 11">
            <a:extLst>
              <a:ext uri="{FF2B5EF4-FFF2-40B4-BE49-F238E27FC236}">
                <a16:creationId xmlns:a16="http://schemas.microsoft.com/office/drawing/2014/main" id="{D846C517-01CF-4924-81A5-DAD4CE0BFA6C}"/>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16" name="Text Placeholder 26">
            <a:extLst>
              <a:ext uri="{FF2B5EF4-FFF2-40B4-BE49-F238E27FC236}">
                <a16:creationId xmlns:a16="http://schemas.microsoft.com/office/drawing/2014/main" id="{82190F1B-1701-4806-870F-8FC7F32FE4AA}"/>
              </a:ext>
            </a:extLst>
          </p:cNvPr>
          <p:cNvSpPr>
            <a:spLocks noGrp="1"/>
          </p:cNvSpPr>
          <p:nvPr>
            <p:ph type="body" sz="quarter" idx="21" hasCustomPrompt="1"/>
          </p:nvPr>
        </p:nvSpPr>
        <p:spPr>
          <a:xfrm>
            <a:off x="3912235" y="4222968"/>
            <a:ext cx="4367531" cy="474519"/>
          </a:xfrm>
        </p:spPr>
        <p:txBody>
          <a:bodyPr>
            <a:noAutofit/>
          </a:bodyPr>
          <a:lstStyle>
            <a:lvl1pPr marL="0" indent="0" algn="ctr">
              <a:buNone/>
              <a:defRPr sz="35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+7 678-555-0128</a:t>
            </a:r>
          </a:p>
        </p:txBody>
      </p:sp>
      <p:sp>
        <p:nvSpPr>
          <p:cNvPr id="18" name="Text Placeholder 26">
            <a:extLst>
              <a:ext uri="{FF2B5EF4-FFF2-40B4-BE49-F238E27FC236}">
                <a16:creationId xmlns:a16="http://schemas.microsoft.com/office/drawing/2014/main" id="{972B7F81-5409-42D9-B44C-88D9CBD9BAD5}"/>
              </a:ext>
            </a:extLst>
          </p:cNvPr>
          <p:cNvSpPr>
            <a:spLocks noGrp="1"/>
          </p:cNvSpPr>
          <p:nvPr>
            <p:ph type="body" sz="quarter" idx="20" hasCustomPrompt="1"/>
          </p:nvPr>
        </p:nvSpPr>
        <p:spPr>
          <a:xfrm>
            <a:off x="3912235" y="3927698"/>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Phone</a:t>
            </a:r>
          </a:p>
        </p:txBody>
      </p:sp>
      <p:sp>
        <p:nvSpPr>
          <p:cNvPr id="19" name="Text Placeholder 14">
            <a:extLst>
              <a:ext uri="{FF2B5EF4-FFF2-40B4-BE49-F238E27FC236}">
                <a16:creationId xmlns:a16="http://schemas.microsoft.com/office/drawing/2014/main" id="{FAA54554-5CE2-43AD-979D-F095482C49AB}"/>
              </a:ext>
            </a:extLst>
          </p:cNvPr>
          <p:cNvSpPr>
            <a:spLocks noGrp="1"/>
          </p:cNvSpPr>
          <p:nvPr>
            <p:ph type="body" sz="quarter" idx="13" hasCustomPrompt="1"/>
          </p:nvPr>
        </p:nvSpPr>
        <p:spPr>
          <a:xfrm>
            <a:off x="1050857" y="2655074"/>
            <a:ext cx="10090287" cy="606659"/>
          </a:xfrm>
        </p:spPr>
        <p:txBody>
          <a:bodyPr>
            <a:noAutofit/>
          </a:bodyPr>
          <a:lstStyle>
            <a:lvl1pPr marL="0" indent="0" algn="ctr">
              <a:buNone/>
              <a:defRPr sz="3500" b="0" i="0">
                <a:solidFill>
                  <a:schemeClr val="bg2"/>
                </a:solidFill>
              </a:defRPr>
            </a:lvl1pPr>
          </a:lstStyle>
          <a:p>
            <a:pPr lvl="0"/>
            <a:r>
              <a:rPr lang="en-US" noProof="0"/>
              <a:t>Alexander Martensson</a:t>
            </a:r>
          </a:p>
        </p:txBody>
      </p:sp>
      <p:sp>
        <p:nvSpPr>
          <p:cNvPr id="20" name="Text Placeholder 26">
            <a:extLst>
              <a:ext uri="{FF2B5EF4-FFF2-40B4-BE49-F238E27FC236}">
                <a16:creationId xmlns:a16="http://schemas.microsoft.com/office/drawing/2014/main" id="{A1D8F0C1-128A-435B-8585-F0B32496EC79}"/>
              </a:ext>
            </a:extLst>
          </p:cNvPr>
          <p:cNvSpPr>
            <a:spLocks noGrp="1"/>
          </p:cNvSpPr>
          <p:nvPr>
            <p:ph type="body" sz="quarter" idx="22" hasCustomPrompt="1"/>
          </p:nvPr>
        </p:nvSpPr>
        <p:spPr>
          <a:xfrm>
            <a:off x="3135722" y="5230723"/>
            <a:ext cx="5920556" cy="474519"/>
          </a:xfrm>
        </p:spPr>
        <p:txBody>
          <a:bodyPr>
            <a:noAutofit/>
          </a:bodyPr>
          <a:lstStyle>
            <a:lvl1pPr marL="0" indent="0" algn="ctr">
              <a:buNone/>
              <a:defRPr sz="35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martensson@example.com</a:t>
            </a:r>
          </a:p>
        </p:txBody>
      </p:sp>
      <p:sp>
        <p:nvSpPr>
          <p:cNvPr id="22" name="Text Placeholder 26">
            <a:extLst>
              <a:ext uri="{FF2B5EF4-FFF2-40B4-BE49-F238E27FC236}">
                <a16:creationId xmlns:a16="http://schemas.microsoft.com/office/drawing/2014/main" id="{90B48E8B-E525-4852-9167-5281C64B1C37}"/>
              </a:ext>
            </a:extLst>
          </p:cNvPr>
          <p:cNvSpPr>
            <a:spLocks noGrp="1"/>
          </p:cNvSpPr>
          <p:nvPr>
            <p:ph type="body" sz="quarter" idx="23" hasCustomPrompt="1"/>
          </p:nvPr>
        </p:nvSpPr>
        <p:spPr>
          <a:xfrm>
            <a:off x="3912235" y="4929014"/>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Email</a:t>
            </a:r>
          </a:p>
        </p:txBody>
      </p:sp>
      <p:sp>
        <p:nvSpPr>
          <p:cNvPr id="24" name="Title 1">
            <a:extLst>
              <a:ext uri="{FF2B5EF4-FFF2-40B4-BE49-F238E27FC236}">
                <a16:creationId xmlns:a16="http://schemas.microsoft.com/office/drawing/2014/main" id="{0C5EB90F-1ADD-412B-9044-2CC607B786B1}"/>
              </a:ext>
            </a:extLst>
          </p:cNvPr>
          <p:cNvSpPr>
            <a:spLocks noGrp="1"/>
          </p:cNvSpPr>
          <p:nvPr>
            <p:ph type="title" hasCustomPrompt="1"/>
          </p:nvPr>
        </p:nvSpPr>
        <p:spPr>
          <a:xfrm>
            <a:off x="1050856" y="993494"/>
            <a:ext cx="10104124" cy="1517356"/>
          </a:xfrm>
        </p:spPr>
        <p:txBody>
          <a:bodyPr>
            <a:noAutofit/>
          </a:bodyPr>
          <a:lstStyle>
            <a:lvl1pPr algn="ctr">
              <a:defRPr sz="8000" b="0">
                <a:solidFill>
                  <a:schemeClr val="bg1"/>
                </a:solidFill>
              </a:defRPr>
            </a:lvl1pPr>
          </a:lstStyle>
          <a:p>
            <a:r>
              <a:rPr lang="en-US" noProof="0"/>
              <a:t>THANK YOU!</a:t>
            </a:r>
          </a:p>
        </p:txBody>
      </p:sp>
      <p:sp>
        <p:nvSpPr>
          <p:cNvPr id="25" name="Rectangle 24">
            <a:extLst>
              <a:ext uri="{FF2B5EF4-FFF2-40B4-BE49-F238E27FC236}">
                <a16:creationId xmlns:a16="http://schemas.microsoft.com/office/drawing/2014/main" id="{540A1271-E1E7-40AB-9552-9B4249544008}"/>
              </a:ext>
              <a:ext uri="{C183D7F6-B498-43B3-948B-1728B52AA6E4}">
                <adec:decorative xmlns:adec="http://schemas.microsoft.com/office/drawing/2017/decorative" val="1"/>
              </a:ext>
            </a:extLst>
          </p:cNvPr>
          <p:cNvSpPr/>
          <p:nvPr userDrawn="1"/>
        </p:nvSpPr>
        <p:spPr>
          <a:xfrm>
            <a:off x="3156204" y="2421953"/>
            <a:ext cx="5879592" cy="64008"/>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1371178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descr="View of a mountain range">
            <a:extLst>
              <a:ext uri="{FF2B5EF4-FFF2-40B4-BE49-F238E27FC236}">
                <a16:creationId xmlns:a16="http://schemas.microsoft.com/office/drawing/2014/main" id="{1DAC5403-E1D0-4032-A9FE-410B2982643C}"/>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12" name="Rectangle 11">
            <a:extLst>
              <a:ext uri="{FF2B5EF4-FFF2-40B4-BE49-F238E27FC236}">
                <a16:creationId xmlns:a16="http://schemas.microsoft.com/office/drawing/2014/main" id="{D846C517-01CF-4924-81A5-DAD4CE0BFA6C}"/>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70000"/>
                </a:schemeClr>
              </a:gs>
              <a:gs pos="100000">
                <a:schemeClr val="accent3">
                  <a:alpha val="70000"/>
                </a:schemeClr>
              </a:gs>
            </a:gsLst>
            <a:lin ang="0" scaled="1"/>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107415"/>
            <a:ext cx="10117959" cy="2281355"/>
          </a:xfrm>
        </p:spPr>
        <p:txBody>
          <a:bodyPr>
            <a:noAutofit/>
          </a:bodyPr>
          <a:lstStyle>
            <a:lvl1pPr algn="ctr">
              <a:defRPr sz="8000" b="0">
                <a:solidFill>
                  <a:schemeClr val="bg1"/>
                </a:solidFill>
              </a:defRPr>
            </a:lvl1pPr>
          </a:lstStyle>
          <a:p>
            <a:r>
              <a:rPr lang="en-US" noProof="0"/>
              <a:t>PRESENTATION</a:t>
            </a:r>
            <a:br>
              <a:rPr lang="en-US" noProof="0"/>
            </a:br>
            <a:r>
              <a:rPr lang="en-US" noProof="0"/>
              <a:t>TITLE</a:t>
            </a:r>
          </a:p>
        </p:txBody>
      </p:sp>
      <p:sp>
        <p:nvSpPr>
          <p:cNvPr id="5" name="Rectangle 4">
            <a:extLst>
              <a:ext uri="{FF2B5EF4-FFF2-40B4-BE49-F238E27FC236}">
                <a16:creationId xmlns:a16="http://schemas.microsoft.com/office/drawing/2014/main" id="{6691BBC0-FAFE-4A57-9925-6182B74C4CB1}"/>
              </a:ext>
              <a:ext uri="{C183D7F6-B498-43B3-948B-1728B52AA6E4}">
                <adec:decorative xmlns:adec="http://schemas.microsoft.com/office/drawing/2017/decorative" val="1"/>
              </a:ext>
            </a:extLst>
          </p:cNvPr>
          <p:cNvSpPr/>
          <p:nvPr userDrawn="1"/>
        </p:nvSpPr>
        <p:spPr>
          <a:xfrm>
            <a:off x="4879848" y="4453465"/>
            <a:ext cx="2432304" cy="64008"/>
          </a:xfrm>
          <a:prstGeom prst="rect">
            <a:avLst/>
          </a:prstGeom>
          <a:solidFill>
            <a:schemeClr val="bg2"/>
          </a:solidFill>
          <a:ln w="12700" cap="flat">
            <a:noFill/>
            <a:prstDash val="solid"/>
            <a:miter/>
          </a:ln>
        </p:spPr>
        <p:txBody>
          <a:bodyPr rtlCol="0" anchor="ctr"/>
          <a:lstStyle/>
          <a:p>
            <a:pPr algn="l"/>
            <a:endParaRPr lang="en-US" noProof="0" dirty="0"/>
          </a:p>
        </p:txBody>
      </p:sp>
      <p:sp>
        <p:nvSpPr>
          <p:cNvPr id="9" name="Subtitle 2">
            <a:extLst>
              <a:ext uri="{FF2B5EF4-FFF2-40B4-BE49-F238E27FC236}">
                <a16:creationId xmlns:a16="http://schemas.microsoft.com/office/drawing/2014/main" id="{08214E67-DE9D-42F7-B713-798383BBD13A}"/>
              </a:ext>
            </a:extLst>
          </p:cNvPr>
          <p:cNvSpPr>
            <a:spLocks noGrp="1"/>
          </p:cNvSpPr>
          <p:nvPr>
            <p:ph type="subTitle" idx="1"/>
          </p:nvPr>
        </p:nvSpPr>
        <p:spPr>
          <a:xfrm>
            <a:off x="1037021" y="4720036"/>
            <a:ext cx="10117959" cy="1101898"/>
          </a:xfrm>
        </p:spPr>
        <p:txBody>
          <a:bodyPr vert="horz" lIns="91440" tIns="45720" rIns="91440" bIns="45720" rtlCol="0">
            <a:noAutofit/>
          </a:bodyPr>
          <a:lstStyle>
            <a:lvl1pPr marL="0" indent="0" algn="ctr">
              <a:buNone/>
              <a:defRPr lang="en-US" sz="3500" b="0" i="0" dirty="0">
                <a:solidFill>
                  <a:schemeClr val="bg2"/>
                </a:solidFill>
              </a:defRPr>
            </a:lvl1pPr>
          </a:lstStyle>
          <a:p>
            <a:pPr marL="228600" lvl="0" indent="-228600" algn="ctr"/>
            <a:r>
              <a:rPr lang="en-US" noProof="0"/>
              <a:t>Click to edit Master subtitle style</a:t>
            </a:r>
          </a:p>
        </p:txBody>
      </p:sp>
    </p:spTree>
    <p:extLst>
      <p:ext uri="{BB962C8B-B14F-4D97-AF65-F5344CB8AC3E}">
        <p14:creationId xmlns:p14="http://schemas.microsoft.com/office/powerpoint/2010/main" val="4038553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747488"/>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5" name="Content Placeholder 2">
            <a:extLst>
              <a:ext uri="{FF2B5EF4-FFF2-40B4-BE49-F238E27FC236}">
                <a16:creationId xmlns:a16="http://schemas.microsoft.com/office/drawing/2014/main" id="{01B00995-C0FC-4EC6-A9B0-828FB28FC47F}"/>
              </a:ext>
            </a:extLst>
          </p:cNvPr>
          <p:cNvSpPr>
            <a:spLocks noGrp="1"/>
          </p:cNvSpPr>
          <p:nvPr>
            <p:ph idx="1" hasCustomPrompt="1"/>
          </p:nvPr>
        </p:nvSpPr>
        <p:spPr>
          <a:xfrm>
            <a:off x="838200" y="1825625"/>
            <a:ext cx="10515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itle 7">
            <a:extLst>
              <a:ext uri="{FF2B5EF4-FFF2-40B4-BE49-F238E27FC236}">
                <a16:creationId xmlns:a16="http://schemas.microsoft.com/office/drawing/2014/main" id="{51A54DF2-9EE6-43F7-A586-88CA6C624778}"/>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335114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747488"/>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8" name="Title 7">
            <a:extLst>
              <a:ext uri="{FF2B5EF4-FFF2-40B4-BE49-F238E27FC236}">
                <a16:creationId xmlns:a16="http://schemas.microsoft.com/office/drawing/2014/main" id="{51A54DF2-9EE6-43F7-A586-88CA6C624778}"/>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11" name="Content Placeholder 2">
            <a:extLst>
              <a:ext uri="{FF2B5EF4-FFF2-40B4-BE49-F238E27FC236}">
                <a16:creationId xmlns:a16="http://schemas.microsoft.com/office/drawing/2014/main" id="{A122F4F2-F130-4DBE-B244-1D59BBE5CD9D}"/>
              </a:ext>
            </a:extLst>
          </p:cNvPr>
          <p:cNvSpPr>
            <a:spLocks noGrp="1"/>
          </p:cNvSpPr>
          <p:nvPr>
            <p:ph sz="half" idx="1" hasCustomPrompt="1"/>
          </p:nvPr>
        </p:nvSpPr>
        <p:spPr>
          <a:xfrm>
            <a:off x="838200" y="182562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3">
            <a:extLst>
              <a:ext uri="{FF2B5EF4-FFF2-40B4-BE49-F238E27FC236}">
                <a16:creationId xmlns:a16="http://schemas.microsoft.com/office/drawing/2014/main" id="{D4CE5575-876A-4335-83ED-6B346DA1B4D2}"/>
              </a:ext>
            </a:extLst>
          </p:cNvPr>
          <p:cNvSpPr>
            <a:spLocks noGrp="1"/>
          </p:cNvSpPr>
          <p:nvPr>
            <p:ph sz="half" idx="2" hasCustomPrompt="1"/>
          </p:nvPr>
        </p:nvSpPr>
        <p:spPr>
          <a:xfrm>
            <a:off x="6172200" y="182562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5035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747488"/>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8" name="Title 7">
            <a:extLst>
              <a:ext uri="{FF2B5EF4-FFF2-40B4-BE49-F238E27FC236}">
                <a16:creationId xmlns:a16="http://schemas.microsoft.com/office/drawing/2014/main" id="{51A54DF2-9EE6-43F7-A586-88CA6C624778}"/>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11" name="Text Placeholder 2">
            <a:extLst>
              <a:ext uri="{FF2B5EF4-FFF2-40B4-BE49-F238E27FC236}">
                <a16:creationId xmlns:a16="http://schemas.microsoft.com/office/drawing/2014/main" id="{D1F82F6E-10E8-4A58-9655-E18D14D7901F}"/>
              </a:ext>
            </a:extLst>
          </p:cNvPr>
          <p:cNvSpPr>
            <a:spLocks noGrp="1"/>
          </p:cNvSpPr>
          <p:nvPr>
            <p:ph type="body" idx="1" hasCustomPrompt="1"/>
          </p:nvPr>
        </p:nvSpPr>
        <p:spPr>
          <a:xfrm>
            <a:off x="839788" y="1840863"/>
            <a:ext cx="5157787" cy="664211"/>
          </a:xfrm>
        </p:spPr>
        <p:txBody>
          <a:bodyPr anchor="b"/>
          <a:lstStyle>
            <a:lvl1pPr marL="0" indent="0">
              <a:buNone/>
              <a:defRPr sz="24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2" name="Content Placeholder 3">
            <a:extLst>
              <a:ext uri="{FF2B5EF4-FFF2-40B4-BE49-F238E27FC236}">
                <a16:creationId xmlns:a16="http://schemas.microsoft.com/office/drawing/2014/main" id="{C2F6C18E-5BCB-42EF-9310-5BD6E011DF2F}"/>
              </a:ext>
            </a:extLst>
          </p:cNvPr>
          <p:cNvSpPr>
            <a:spLocks noGrp="1"/>
          </p:cNvSpPr>
          <p:nvPr>
            <p:ph sz="half" idx="2" hasCustomPrompt="1"/>
          </p:nvPr>
        </p:nvSpPr>
        <p:spPr>
          <a:xfrm>
            <a:off x="839788" y="2505075"/>
            <a:ext cx="5157787"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4">
            <a:extLst>
              <a:ext uri="{FF2B5EF4-FFF2-40B4-BE49-F238E27FC236}">
                <a16:creationId xmlns:a16="http://schemas.microsoft.com/office/drawing/2014/main" id="{9BA2923F-D123-40C6-A193-B86D683D5B51}"/>
              </a:ext>
            </a:extLst>
          </p:cNvPr>
          <p:cNvSpPr>
            <a:spLocks noGrp="1"/>
          </p:cNvSpPr>
          <p:nvPr>
            <p:ph type="body" sz="quarter" idx="3" hasCustomPrompt="1"/>
          </p:nvPr>
        </p:nvSpPr>
        <p:spPr>
          <a:xfrm>
            <a:off x="6172200" y="1840863"/>
            <a:ext cx="5183188" cy="664212"/>
          </a:xfrm>
        </p:spPr>
        <p:txBody>
          <a:bodyPr anchor="b"/>
          <a:lstStyle>
            <a:lvl1pPr marL="0" indent="0">
              <a:buNone/>
              <a:defRPr sz="24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6" name="Content Placeholder 5">
            <a:extLst>
              <a:ext uri="{FF2B5EF4-FFF2-40B4-BE49-F238E27FC236}">
                <a16:creationId xmlns:a16="http://schemas.microsoft.com/office/drawing/2014/main" id="{8305C175-94AC-44DD-9321-0A8DBDF22DA9}"/>
              </a:ext>
            </a:extLst>
          </p:cNvPr>
          <p:cNvSpPr>
            <a:spLocks noGrp="1"/>
          </p:cNvSpPr>
          <p:nvPr>
            <p:ph sz="quarter" idx="4" hasCustomPrompt="1"/>
          </p:nvPr>
        </p:nvSpPr>
        <p:spPr>
          <a:xfrm>
            <a:off x="6172200" y="2505075"/>
            <a:ext cx="5183188"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5998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2105709"/>
            <a:ext cx="374904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itle 1">
            <a:extLst>
              <a:ext uri="{FF2B5EF4-FFF2-40B4-BE49-F238E27FC236}">
                <a16:creationId xmlns:a16="http://schemas.microsoft.com/office/drawing/2014/main" id="{B1C3E675-6E45-4A81-AEA3-D36388222894}"/>
              </a:ext>
            </a:extLst>
          </p:cNvPr>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noProof="0"/>
              <a:t>Click to edit Master title style</a:t>
            </a:r>
          </a:p>
        </p:txBody>
      </p:sp>
      <p:sp>
        <p:nvSpPr>
          <p:cNvPr id="12" name="Text Placeholder 3">
            <a:extLst>
              <a:ext uri="{FF2B5EF4-FFF2-40B4-BE49-F238E27FC236}">
                <a16:creationId xmlns:a16="http://schemas.microsoft.com/office/drawing/2014/main" id="{1E4B599D-7641-40C1-8DAE-110A36403CFF}"/>
              </a:ext>
            </a:extLst>
          </p:cNvPr>
          <p:cNvSpPr>
            <a:spLocks noGrp="1"/>
          </p:cNvSpPr>
          <p:nvPr>
            <p:ph type="body" sz="half" idx="2" hasCustomPrompt="1"/>
          </p:nvPr>
        </p:nvSpPr>
        <p:spPr>
          <a:xfrm>
            <a:off x="839788" y="2177592"/>
            <a:ext cx="3932237" cy="3691396"/>
          </a:xfrm>
        </p:spPr>
        <p:txBody>
          <a:bodyPr/>
          <a:lstStyle>
            <a:lvl1pPr marL="0" indent="0">
              <a:buNone/>
              <a:defRPr sz="160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4" name="Content Placeholder 2">
            <a:extLst>
              <a:ext uri="{FF2B5EF4-FFF2-40B4-BE49-F238E27FC236}">
                <a16:creationId xmlns:a16="http://schemas.microsoft.com/office/drawing/2014/main" id="{709FEF38-E3A7-4527-97CB-AF528BAEBA8F}"/>
              </a:ext>
            </a:extLst>
          </p:cNvPr>
          <p:cNvSpPr>
            <a:spLocks noGrp="1"/>
          </p:cNvSpPr>
          <p:nvPr>
            <p:ph idx="1" hasCustomPrompt="1"/>
          </p:nvPr>
        </p:nvSpPr>
        <p:spPr>
          <a:xfrm>
            <a:off x="5180012" y="457200"/>
            <a:ext cx="6172200" cy="5408613"/>
          </a:xfrm>
        </p:spPr>
        <p:txBody>
          <a:bodyPr>
            <a:normAutofit/>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27947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2105709"/>
            <a:ext cx="374904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itle 1">
            <a:extLst>
              <a:ext uri="{FF2B5EF4-FFF2-40B4-BE49-F238E27FC236}">
                <a16:creationId xmlns:a16="http://schemas.microsoft.com/office/drawing/2014/main" id="{B1C3E675-6E45-4A81-AEA3-D36388222894}"/>
              </a:ext>
            </a:extLst>
          </p:cNvPr>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noProof="0"/>
              <a:t>Click to edit Master title style</a:t>
            </a:r>
          </a:p>
        </p:txBody>
      </p:sp>
      <p:sp>
        <p:nvSpPr>
          <p:cNvPr id="12" name="Text Placeholder 3">
            <a:extLst>
              <a:ext uri="{FF2B5EF4-FFF2-40B4-BE49-F238E27FC236}">
                <a16:creationId xmlns:a16="http://schemas.microsoft.com/office/drawing/2014/main" id="{1E4B599D-7641-40C1-8DAE-110A36403CFF}"/>
              </a:ext>
            </a:extLst>
          </p:cNvPr>
          <p:cNvSpPr>
            <a:spLocks noGrp="1"/>
          </p:cNvSpPr>
          <p:nvPr>
            <p:ph type="body" sz="half" idx="2" hasCustomPrompt="1"/>
          </p:nvPr>
        </p:nvSpPr>
        <p:spPr>
          <a:xfrm>
            <a:off x="839788" y="2177592"/>
            <a:ext cx="3932237" cy="3691396"/>
          </a:xfrm>
        </p:spPr>
        <p:txBody>
          <a:bodyPr/>
          <a:lstStyle>
            <a:lvl1pPr marL="0" indent="0">
              <a:buNone/>
              <a:defRPr sz="160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5" name="Picture Placeholder 2">
            <a:extLst>
              <a:ext uri="{FF2B5EF4-FFF2-40B4-BE49-F238E27FC236}">
                <a16:creationId xmlns:a16="http://schemas.microsoft.com/office/drawing/2014/main" id="{1B69B4CE-EB2F-46CF-9A80-64E44E5E95AC}"/>
              </a:ext>
            </a:extLst>
          </p:cNvPr>
          <p:cNvSpPr>
            <a:spLocks noGrp="1"/>
          </p:cNvSpPr>
          <p:nvPr>
            <p:ph type="pic" idx="1"/>
          </p:nvPr>
        </p:nvSpPr>
        <p:spPr>
          <a:xfrm>
            <a:off x="5183188" y="457201"/>
            <a:ext cx="6172200" cy="5403850"/>
          </a:xfrm>
        </p:spPr>
        <p:txBody>
          <a:bodyPr anchor="ct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369830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4312920" y="1667974"/>
            <a:ext cx="356616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FF2B3756-19E0-4B2F-B1D5-7664E0B38BE1}"/>
              </a:ext>
            </a:extLst>
          </p:cNvPr>
          <p:cNvSpPr>
            <a:spLocks noGrp="1"/>
          </p:cNvSpPr>
          <p:nvPr>
            <p:ph type="title"/>
          </p:nvPr>
        </p:nvSpPr>
        <p:spPr/>
        <p:txBody>
          <a:bodyPr/>
          <a:lstStyle>
            <a:lvl1pPr algn="ct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418320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262630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anua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gs>
              <a:gs pos="100000">
                <a:schemeClr val="accent3"/>
              </a:gs>
            </a:gsLst>
            <a:lin ang="0" scaled="1"/>
            <a:tileRect/>
          </a:gradFill>
          <a:ln w="12700" cap="flat">
            <a:noFill/>
            <a:prstDash val="solid"/>
            <a:miter/>
          </a:ln>
        </p:spPr>
        <p:txBody>
          <a:bodyPr rtlCol="0" anchor="ctr"/>
          <a:lstStyle/>
          <a:p>
            <a:pPr algn="l"/>
            <a:endParaRPr lang="en-US" noProof="0"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557629"/>
            <a:ext cx="10515600" cy="1325563"/>
          </a:xfrm>
        </p:spPr>
        <p:txBody>
          <a:bodyPr lIns="0" rIns="0"/>
          <a:lstStyle>
            <a:lvl1pPr algn="ctr">
              <a:defRPr>
                <a:solidFill>
                  <a:schemeClr val="bg1"/>
                </a:solidFill>
              </a:defRPr>
            </a:lvl1pPr>
          </a:lstStyle>
          <a:p>
            <a:r>
              <a:rPr lang="en-US" noProof="0"/>
              <a:t>HOW TO USE THIS TEMPLATE</a:t>
            </a:r>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2017776" y="1667974"/>
            <a:ext cx="8156448"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31" name="Text Placeholder 21">
            <a:extLst>
              <a:ext uri="{FF2B5EF4-FFF2-40B4-BE49-F238E27FC236}">
                <a16:creationId xmlns:a16="http://schemas.microsoft.com/office/drawing/2014/main" id="{10000CCD-6AFF-4E65-8858-5502306E5811}"/>
              </a:ext>
            </a:extLst>
          </p:cNvPr>
          <p:cNvSpPr>
            <a:spLocks noGrp="1"/>
          </p:cNvSpPr>
          <p:nvPr>
            <p:ph type="body" sz="quarter" idx="13" hasCustomPrompt="1"/>
          </p:nvPr>
        </p:nvSpPr>
        <p:spPr>
          <a:xfrm>
            <a:off x="855578" y="1960171"/>
            <a:ext cx="882686" cy="1092200"/>
          </a:xfrm>
        </p:spPr>
        <p:txBody>
          <a:bodyPr lIns="0" tIns="0" rIns="0" bIns="0">
            <a:noAutofit/>
          </a:bodyPr>
          <a:lstStyle>
            <a:lvl1pPr marL="0" indent="0">
              <a:buNone/>
              <a:defRPr sz="8000" b="1">
                <a:solidFill>
                  <a:schemeClr val="bg2"/>
                </a:solidFill>
                <a:latin typeface="+mj-lt"/>
              </a:defRPr>
            </a:lvl1pPr>
          </a:lstStyle>
          <a:p>
            <a:pPr lvl="0"/>
            <a:r>
              <a:rPr lang="en-US" noProof="0"/>
              <a:t>1</a:t>
            </a:r>
          </a:p>
        </p:txBody>
      </p:sp>
      <p:sp>
        <p:nvSpPr>
          <p:cNvPr id="32" name="Text Placeholder 24">
            <a:extLst>
              <a:ext uri="{FF2B5EF4-FFF2-40B4-BE49-F238E27FC236}">
                <a16:creationId xmlns:a16="http://schemas.microsoft.com/office/drawing/2014/main" id="{D5D777E5-98F6-416A-8D23-3399269D85CB}"/>
              </a:ext>
            </a:extLst>
          </p:cNvPr>
          <p:cNvSpPr>
            <a:spLocks noGrp="1"/>
          </p:cNvSpPr>
          <p:nvPr>
            <p:ph type="body" sz="quarter" idx="14" hasCustomPrompt="1"/>
          </p:nvPr>
        </p:nvSpPr>
        <p:spPr>
          <a:xfrm>
            <a:off x="1442535" y="1984171"/>
            <a:ext cx="3103110" cy="1032355"/>
          </a:xfrm>
        </p:spPr>
        <p:txBody>
          <a:bodyPr>
            <a:noAutofit/>
          </a:bodyPr>
          <a:lstStyle>
            <a:lvl1pPr marL="0" indent="0">
              <a:lnSpc>
                <a:spcPct val="100000"/>
              </a:lnSpc>
              <a:spcBef>
                <a:spcPts val="600"/>
              </a:spcBef>
              <a:buNone/>
              <a:defRPr sz="3000" b="0">
                <a:solidFill>
                  <a:schemeClr val="bg1"/>
                </a:solidFill>
                <a:latin typeface="+mj-lt"/>
              </a:defRPr>
            </a:lvl1pPr>
          </a:lstStyle>
          <a:p>
            <a:pPr lvl="0"/>
            <a:r>
              <a:rPr lang="en-US" noProof="0"/>
              <a:t>Edit Master text styles</a:t>
            </a:r>
          </a:p>
        </p:txBody>
      </p:sp>
      <p:sp>
        <p:nvSpPr>
          <p:cNvPr id="33" name="Text Placeholder 21">
            <a:extLst>
              <a:ext uri="{FF2B5EF4-FFF2-40B4-BE49-F238E27FC236}">
                <a16:creationId xmlns:a16="http://schemas.microsoft.com/office/drawing/2014/main" id="{C979BADF-99B5-4C91-AAE5-FC2C4DBEDE20}"/>
              </a:ext>
            </a:extLst>
          </p:cNvPr>
          <p:cNvSpPr>
            <a:spLocks noGrp="1"/>
          </p:cNvSpPr>
          <p:nvPr>
            <p:ph type="body" sz="quarter" idx="15" hasCustomPrompt="1"/>
          </p:nvPr>
        </p:nvSpPr>
        <p:spPr>
          <a:xfrm>
            <a:off x="4820642" y="1960171"/>
            <a:ext cx="882686" cy="1092200"/>
          </a:xfrm>
        </p:spPr>
        <p:txBody>
          <a:bodyPr lIns="0" tIns="0" rIns="0" bIns="0">
            <a:noAutofit/>
          </a:bodyPr>
          <a:lstStyle>
            <a:lvl1pPr marL="0" indent="0">
              <a:buNone/>
              <a:defRPr sz="8000" b="1">
                <a:solidFill>
                  <a:schemeClr val="bg2"/>
                </a:solidFill>
                <a:latin typeface="+mj-lt"/>
              </a:defRPr>
            </a:lvl1pPr>
          </a:lstStyle>
          <a:p>
            <a:pPr lvl="0"/>
            <a:r>
              <a:rPr lang="en-US" noProof="0"/>
              <a:t>2</a:t>
            </a:r>
          </a:p>
        </p:txBody>
      </p:sp>
      <p:sp>
        <p:nvSpPr>
          <p:cNvPr id="34" name="Text Placeholder 24">
            <a:extLst>
              <a:ext uri="{FF2B5EF4-FFF2-40B4-BE49-F238E27FC236}">
                <a16:creationId xmlns:a16="http://schemas.microsoft.com/office/drawing/2014/main" id="{6706F6A2-1599-4D73-9288-3ECEACDDCAEA}"/>
              </a:ext>
            </a:extLst>
          </p:cNvPr>
          <p:cNvSpPr>
            <a:spLocks noGrp="1"/>
          </p:cNvSpPr>
          <p:nvPr>
            <p:ph type="body" sz="quarter" idx="16" hasCustomPrompt="1"/>
          </p:nvPr>
        </p:nvSpPr>
        <p:spPr>
          <a:xfrm>
            <a:off x="5477939" y="1984171"/>
            <a:ext cx="2243918" cy="1032355"/>
          </a:xfrm>
        </p:spPr>
        <p:txBody>
          <a:bodyPr>
            <a:noAutofit/>
          </a:bodyPr>
          <a:lstStyle>
            <a:lvl1pPr marL="0" indent="0">
              <a:lnSpc>
                <a:spcPct val="100000"/>
              </a:lnSpc>
              <a:spcBef>
                <a:spcPts val="600"/>
              </a:spcBef>
              <a:buNone/>
              <a:defRPr sz="3000" b="0">
                <a:solidFill>
                  <a:schemeClr val="bg1"/>
                </a:solidFill>
                <a:latin typeface="+mj-lt"/>
              </a:defRPr>
            </a:lvl1pPr>
          </a:lstStyle>
          <a:p>
            <a:pPr lvl="0"/>
            <a:r>
              <a:rPr lang="en-US" noProof="0"/>
              <a:t>Edit Master text styles</a:t>
            </a:r>
          </a:p>
        </p:txBody>
      </p:sp>
      <p:sp>
        <p:nvSpPr>
          <p:cNvPr id="35" name="Text Placeholder 21">
            <a:extLst>
              <a:ext uri="{FF2B5EF4-FFF2-40B4-BE49-F238E27FC236}">
                <a16:creationId xmlns:a16="http://schemas.microsoft.com/office/drawing/2014/main" id="{BAE5E245-1702-4722-895D-0808BB0A868A}"/>
              </a:ext>
            </a:extLst>
          </p:cNvPr>
          <p:cNvSpPr>
            <a:spLocks noGrp="1"/>
          </p:cNvSpPr>
          <p:nvPr>
            <p:ph type="body" sz="quarter" idx="17" hasCustomPrompt="1"/>
          </p:nvPr>
        </p:nvSpPr>
        <p:spPr>
          <a:xfrm>
            <a:off x="7906755" y="1977950"/>
            <a:ext cx="882686" cy="1092200"/>
          </a:xfrm>
        </p:spPr>
        <p:txBody>
          <a:bodyPr lIns="0" tIns="0" rIns="0" bIns="0">
            <a:noAutofit/>
          </a:bodyPr>
          <a:lstStyle>
            <a:lvl1pPr marL="0" indent="0">
              <a:buNone/>
              <a:defRPr sz="8000" b="1">
                <a:solidFill>
                  <a:schemeClr val="bg2"/>
                </a:solidFill>
                <a:latin typeface="+mj-lt"/>
              </a:defRPr>
            </a:lvl1pPr>
          </a:lstStyle>
          <a:p>
            <a:pPr lvl="0"/>
            <a:r>
              <a:rPr lang="en-US" noProof="0"/>
              <a:t>3</a:t>
            </a:r>
          </a:p>
        </p:txBody>
      </p:sp>
      <p:sp>
        <p:nvSpPr>
          <p:cNvPr id="36" name="Text Placeholder 24">
            <a:extLst>
              <a:ext uri="{FF2B5EF4-FFF2-40B4-BE49-F238E27FC236}">
                <a16:creationId xmlns:a16="http://schemas.microsoft.com/office/drawing/2014/main" id="{3701E665-3CED-413C-BAC6-CE003B1494EA}"/>
              </a:ext>
            </a:extLst>
          </p:cNvPr>
          <p:cNvSpPr>
            <a:spLocks noGrp="1"/>
          </p:cNvSpPr>
          <p:nvPr>
            <p:ph type="body" sz="quarter" idx="18" hasCustomPrompt="1"/>
          </p:nvPr>
        </p:nvSpPr>
        <p:spPr>
          <a:xfrm>
            <a:off x="8564052" y="2001950"/>
            <a:ext cx="2959116" cy="1032355"/>
          </a:xfrm>
        </p:spPr>
        <p:txBody>
          <a:bodyPr>
            <a:noAutofit/>
          </a:bodyPr>
          <a:lstStyle>
            <a:lvl1pPr marL="0" indent="0">
              <a:lnSpc>
                <a:spcPct val="100000"/>
              </a:lnSpc>
              <a:spcBef>
                <a:spcPts val="600"/>
              </a:spcBef>
              <a:buNone/>
              <a:defRPr sz="3000" b="0">
                <a:solidFill>
                  <a:schemeClr val="bg1"/>
                </a:solidFill>
                <a:latin typeface="+mj-lt"/>
              </a:defRPr>
            </a:lvl1pPr>
          </a:lstStyle>
          <a:p>
            <a:pPr lvl="0"/>
            <a:r>
              <a:rPr lang="en-US" noProof="0"/>
              <a:t>Edit Master text styles</a:t>
            </a:r>
          </a:p>
        </p:txBody>
      </p:sp>
      <p:sp>
        <p:nvSpPr>
          <p:cNvPr id="37" name="Text Placeholder 24">
            <a:extLst>
              <a:ext uri="{FF2B5EF4-FFF2-40B4-BE49-F238E27FC236}">
                <a16:creationId xmlns:a16="http://schemas.microsoft.com/office/drawing/2014/main" id="{E01406B4-D44B-4D1E-91F3-D87541EAD4CE}"/>
              </a:ext>
            </a:extLst>
          </p:cNvPr>
          <p:cNvSpPr>
            <a:spLocks noGrp="1"/>
          </p:cNvSpPr>
          <p:nvPr>
            <p:ph type="body" sz="quarter" idx="19" hasCustomPrompt="1"/>
          </p:nvPr>
        </p:nvSpPr>
        <p:spPr>
          <a:xfrm>
            <a:off x="1020059" y="3103993"/>
            <a:ext cx="1698625"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38" name="Text Placeholder 24">
            <a:extLst>
              <a:ext uri="{FF2B5EF4-FFF2-40B4-BE49-F238E27FC236}">
                <a16:creationId xmlns:a16="http://schemas.microsoft.com/office/drawing/2014/main" id="{9AAD5CF9-9A59-4C5F-8C29-B92AD6012119}"/>
              </a:ext>
            </a:extLst>
          </p:cNvPr>
          <p:cNvSpPr>
            <a:spLocks noGrp="1"/>
          </p:cNvSpPr>
          <p:nvPr>
            <p:ph type="body" sz="quarter" idx="20" hasCustomPrompt="1"/>
          </p:nvPr>
        </p:nvSpPr>
        <p:spPr>
          <a:xfrm>
            <a:off x="2718684" y="3103993"/>
            <a:ext cx="1698625"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39" name="Text Placeholder 24">
            <a:extLst>
              <a:ext uri="{FF2B5EF4-FFF2-40B4-BE49-F238E27FC236}">
                <a16:creationId xmlns:a16="http://schemas.microsoft.com/office/drawing/2014/main" id="{C6725172-65CC-4645-B23F-E77886468F31}"/>
              </a:ext>
            </a:extLst>
          </p:cNvPr>
          <p:cNvSpPr>
            <a:spLocks noGrp="1"/>
          </p:cNvSpPr>
          <p:nvPr>
            <p:ph type="body" sz="quarter" idx="21" hasCustomPrompt="1"/>
          </p:nvPr>
        </p:nvSpPr>
        <p:spPr>
          <a:xfrm>
            <a:off x="4794793" y="3103993"/>
            <a:ext cx="2599197"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40" name="Text Placeholder 24">
            <a:extLst>
              <a:ext uri="{FF2B5EF4-FFF2-40B4-BE49-F238E27FC236}">
                <a16:creationId xmlns:a16="http://schemas.microsoft.com/office/drawing/2014/main" id="{0EA5E6CA-5C78-4B75-BA22-59750E7D4501}"/>
              </a:ext>
            </a:extLst>
          </p:cNvPr>
          <p:cNvSpPr>
            <a:spLocks noGrp="1"/>
          </p:cNvSpPr>
          <p:nvPr>
            <p:ph type="body" sz="quarter" idx="22" hasCustomPrompt="1"/>
          </p:nvPr>
        </p:nvSpPr>
        <p:spPr>
          <a:xfrm>
            <a:off x="7876955" y="3102450"/>
            <a:ext cx="3726423"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41" name="Text Placeholder 24">
            <a:extLst>
              <a:ext uri="{FF2B5EF4-FFF2-40B4-BE49-F238E27FC236}">
                <a16:creationId xmlns:a16="http://schemas.microsoft.com/office/drawing/2014/main" id="{E1C61752-F57C-4FBF-93F3-06F43CCA43C8}"/>
              </a:ext>
            </a:extLst>
          </p:cNvPr>
          <p:cNvSpPr>
            <a:spLocks noGrp="1"/>
          </p:cNvSpPr>
          <p:nvPr>
            <p:ph type="body" sz="quarter" idx="23" hasCustomPrompt="1"/>
          </p:nvPr>
        </p:nvSpPr>
        <p:spPr>
          <a:xfrm>
            <a:off x="1657040" y="5751926"/>
            <a:ext cx="8877920" cy="470478"/>
          </a:xfrm>
        </p:spPr>
        <p:txBody>
          <a:bodyPr>
            <a:normAutofit/>
          </a:bodyPr>
          <a:lstStyle>
            <a:lvl1pPr marL="0" indent="0" algn="ctr">
              <a:buNone/>
              <a:defRPr sz="1600" b="0">
                <a:solidFill>
                  <a:schemeClr val="accent4"/>
                </a:solidFill>
                <a:latin typeface="+mn-lt"/>
              </a:defRPr>
            </a:lvl1pPr>
          </a:lstStyle>
          <a:p>
            <a:pPr lvl="0"/>
            <a:r>
              <a:rPr lang="en-US" noProof="0"/>
              <a:t>Edit Master text styles</a:t>
            </a:r>
          </a:p>
        </p:txBody>
      </p:sp>
      <p:sp>
        <p:nvSpPr>
          <p:cNvPr id="42" name="Text Placeholder 24">
            <a:extLst>
              <a:ext uri="{FF2B5EF4-FFF2-40B4-BE49-F238E27FC236}">
                <a16:creationId xmlns:a16="http://schemas.microsoft.com/office/drawing/2014/main" id="{E0232175-FB97-4039-8136-B9DD27441C05}"/>
              </a:ext>
            </a:extLst>
          </p:cNvPr>
          <p:cNvSpPr>
            <a:spLocks noGrp="1"/>
          </p:cNvSpPr>
          <p:nvPr>
            <p:ph type="body" sz="quarter" idx="24" hasCustomPrompt="1"/>
          </p:nvPr>
        </p:nvSpPr>
        <p:spPr>
          <a:xfrm>
            <a:off x="4794791" y="5070254"/>
            <a:ext cx="2599199" cy="800100"/>
          </a:xfrm>
        </p:spPr>
        <p:txBody>
          <a:bodyPr>
            <a:normAutofit/>
          </a:bodyPr>
          <a:lstStyle>
            <a:lvl1pPr marL="0" indent="0">
              <a:buNone/>
              <a:defRPr sz="1600" b="0">
                <a:solidFill>
                  <a:schemeClr val="bg2"/>
                </a:solidFill>
                <a:latin typeface="+mn-lt"/>
              </a:defRPr>
            </a:lvl1pPr>
          </a:lstStyle>
          <a:p>
            <a:pPr lvl="0"/>
            <a:r>
              <a:rPr lang="en-US" noProof="0"/>
              <a:t>Edit Master text styles</a:t>
            </a:r>
          </a:p>
        </p:txBody>
      </p:sp>
      <p:sp>
        <p:nvSpPr>
          <p:cNvPr id="43" name="Text Placeholder 24">
            <a:extLst>
              <a:ext uri="{FF2B5EF4-FFF2-40B4-BE49-F238E27FC236}">
                <a16:creationId xmlns:a16="http://schemas.microsoft.com/office/drawing/2014/main" id="{6E5262C3-0603-403F-AB36-FB4EB9FC7BCB}"/>
              </a:ext>
            </a:extLst>
          </p:cNvPr>
          <p:cNvSpPr>
            <a:spLocks noGrp="1"/>
          </p:cNvSpPr>
          <p:nvPr>
            <p:ph type="body" sz="quarter" idx="25" hasCustomPrompt="1"/>
          </p:nvPr>
        </p:nvSpPr>
        <p:spPr>
          <a:xfrm>
            <a:off x="7890713" y="5070254"/>
            <a:ext cx="3712665" cy="800100"/>
          </a:xfrm>
        </p:spPr>
        <p:txBody>
          <a:bodyPr>
            <a:normAutofit/>
          </a:bodyPr>
          <a:lstStyle>
            <a:lvl1pPr marL="0" indent="0">
              <a:buNone/>
              <a:defRPr sz="1600" b="0">
                <a:solidFill>
                  <a:schemeClr val="bg2"/>
                </a:solidFill>
                <a:latin typeface="+mn-lt"/>
              </a:defRPr>
            </a:lvl1pPr>
          </a:lstStyle>
          <a:p>
            <a:pPr lvl="0"/>
            <a:r>
              <a:rPr lang="en-US" noProof="0"/>
              <a:t>Edit Master text styles</a:t>
            </a:r>
          </a:p>
        </p:txBody>
      </p:sp>
      <p:sp>
        <p:nvSpPr>
          <p:cNvPr id="44" name="Picture Placeholder 12">
            <a:extLst>
              <a:ext uri="{FF2B5EF4-FFF2-40B4-BE49-F238E27FC236}">
                <a16:creationId xmlns:a16="http://schemas.microsoft.com/office/drawing/2014/main" id="{D2FBACFC-8B68-4A37-95A4-26BE5A23D759}"/>
              </a:ext>
            </a:extLst>
          </p:cNvPr>
          <p:cNvSpPr>
            <a:spLocks noGrp="1"/>
          </p:cNvSpPr>
          <p:nvPr>
            <p:ph type="pic" sz="quarter" idx="37"/>
          </p:nvPr>
        </p:nvSpPr>
        <p:spPr>
          <a:xfrm>
            <a:off x="1020058" y="3976866"/>
            <a:ext cx="3273552" cy="1618488"/>
          </a:xfrm>
        </p:spPr>
        <p:txBody>
          <a:bodyPr anchor="ctr" anchorCtr="0">
            <a:noAutofit/>
          </a:bodyPr>
          <a:lstStyle>
            <a:lvl1pPr marL="0" indent="0" algn="ctr">
              <a:buNone/>
              <a:defRPr sz="1400">
                <a:solidFill>
                  <a:schemeClr val="bg1"/>
                </a:solidFill>
              </a:defRPr>
            </a:lvl1pPr>
          </a:lstStyle>
          <a:p>
            <a:r>
              <a:rPr lang="en-US" noProof="0"/>
              <a:t>Click icon to add picture</a:t>
            </a:r>
            <a:endParaRPr lang="en-US" noProof="0" dirty="0"/>
          </a:p>
        </p:txBody>
      </p:sp>
      <p:sp>
        <p:nvSpPr>
          <p:cNvPr id="46" name="Picture Placeholder 12">
            <a:extLst>
              <a:ext uri="{FF2B5EF4-FFF2-40B4-BE49-F238E27FC236}">
                <a16:creationId xmlns:a16="http://schemas.microsoft.com/office/drawing/2014/main" id="{5A6A36C6-8489-4333-927A-141D8F98AE50}"/>
              </a:ext>
            </a:extLst>
          </p:cNvPr>
          <p:cNvSpPr>
            <a:spLocks noGrp="1"/>
          </p:cNvSpPr>
          <p:nvPr>
            <p:ph type="pic" sz="quarter" idx="43"/>
          </p:nvPr>
        </p:nvSpPr>
        <p:spPr>
          <a:xfrm>
            <a:off x="4794792" y="4041034"/>
            <a:ext cx="2599199" cy="896112"/>
          </a:xfrm>
        </p:spPr>
        <p:txBody>
          <a:bodyPr anchor="ctr" anchorCtr="0">
            <a:noAutofit/>
          </a:bodyPr>
          <a:lstStyle>
            <a:lvl1pPr marL="0" indent="0" algn="ctr">
              <a:buNone/>
              <a:defRPr sz="1400">
                <a:solidFill>
                  <a:schemeClr val="bg1"/>
                </a:solidFill>
              </a:defRPr>
            </a:lvl1pPr>
          </a:lstStyle>
          <a:p>
            <a:r>
              <a:rPr lang="en-US" noProof="0"/>
              <a:t>Click icon to add picture</a:t>
            </a:r>
            <a:endParaRPr lang="en-US" noProof="0" dirty="0"/>
          </a:p>
        </p:txBody>
      </p:sp>
      <p:sp>
        <p:nvSpPr>
          <p:cNvPr id="47" name="Picture Placeholder 9">
            <a:extLst>
              <a:ext uri="{FF2B5EF4-FFF2-40B4-BE49-F238E27FC236}">
                <a16:creationId xmlns:a16="http://schemas.microsoft.com/office/drawing/2014/main" id="{BB2DF986-C446-4302-9099-B1512AD5D8CA}"/>
              </a:ext>
            </a:extLst>
          </p:cNvPr>
          <p:cNvSpPr>
            <a:spLocks noGrp="1"/>
          </p:cNvSpPr>
          <p:nvPr>
            <p:ph type="pic" sz="quarter" idx="44"/>
          </p:nvPr>
        </p:nvSpPr>
        <p:spPr>
          <a:xfrm>
            <a:off x="7876955" y="4041034"/>
            <a:ext cx="2599200" cy="896400"/>
          </a:xfrm>
        </p:spPr>
        <p:txBody>
          <a:bodyPr anchor="ctr" anchorCtr="0">
            <a:normAutofit/>
          </a:bodyPr>
          <a:lstStyle>
            <a:lvl1pPr marL="0" indent="0" algn="ctr">
              <a:buNone/>
              <a:defRPr sz="1400">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3113890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text, plant&#10;&#10;Description automatically generated">
            <a:extLst>
              <a:ext uri="{FF2B5EF4-FFF2-40B4-BE49-F238E27FC236}">
                <a16:creationId xmlns:a16="http://schemas.microsoft.com/office/drawing/2014/main" id="{A26D6E84-B5BE-5F3E-8B3F-1A46C7F307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7210" y="0"/>
            <a:ext cx="8392026" cy="6858000"/>
          </a:xfrm>
          <a:prstGeom prst="rect">
            <a:avLst/>
          </a:prstGeom>
        </p:spPr>
      </p:pic>
      <p:sp>
        <p:nvSpPr>
          <p:cNvPr id="7" name="Oval 6">
            <a:extLst>
              <a:ext uri="{FF2B5EF4-FFF2-40B4-BE49-F238E27FC236}">
                <a16:creationId xmlns:a16="http://schemas.microsoft.com/office/drawing/2014/main" id="{F0A7E03F-5776-960D-3CA6-7CE62AC96693}"/>
              </a:ext>
            </a:extLst>
          </p:cNvPr>
          <p:cNvSpPr/>
          <p:nvPr userDrawn="1"/>
        </p:nvSpPr>
        <p:spPr>
          <a:xfrm>
            <a:off x="3300284" y="654912"/>
            <a:ext cx="5591432" cy="55914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A7464AF-3FD6-6193-CC95-A941ECE17B9D}"/>
              </a:ext>
            </a:extLst>
          </p:cNvPr>
          <p:cNvCxnSpPr>
            <a:cxnSpLocks/>
          </p:cNvCxnSpPr>
          <p:nvPr userDrawn="1"/>
        </p:nvCxnSpPr>
        <p:spPr>
          <a:xfrm>
            <a:off x="4359876" y="4300155"/>
            <a:ext cx="3472249"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descr="A picture containing text&#10;&#10;Description automatically generated">
            <a:extLst>
              <a:ext uri="{FF2B5EF4-FFF2-40B4-BE49-F238E27FC236}">
                <a16:creationId xmlns:a16="http://schemas.microsoft.com/office/drawing/2014/main" id="{E5214731-3110-8D76-56DF-6335371041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9961" y="4157464"/>
            <a:ext cx="972078" cy="285381"/>
          </a:xfrm>
          <a:prstGeom prst="rect">
            <a:avLst/>
          </a:prstGeom>
        </p:spPr>
      </p:pic>
      <p:sp>
        <p:nvSpPr>
          <p:cNvPr id="17" name="Oval 16">
            <a:extLst>
              <a:ext uri="{FF2B5EF4-FFF2-40B4-BE49-F238E27FC236}">
                <a16:creationId xmlns:a16="http://schemas.microsoft.com/office/drawing/2014/main" id="{516369FF-9501-1944-3E3F-46CBFD515D8D}"/>
              </a:ext>
            </a:extLst>
          </p:cNvPr>
          <p:cNvSpPr/>
          <p:nvPr userDrawn="1"/>
        </p:nvSpPr>
        <p:spPr>
          <a:xfrm>
            <a:off x="3447535" y="807312"/>
            <a:ext cx="5296930" cy="52969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ceramic ware, porcelain&#10;&#10;Description automatically generated">
            <a:extLst>
              <a:ext uri="{FF2B5EF4-FFF2-40B4-BE49-F238E27FC236}">
                <a16:creationId xmlns:a16="http://schemas.microsoft.com/office/drawing/2014/main" id="{AB1576B0-66ED-3F92-2AF8-4EF965E4E3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338" y="4814449"/>
            <a:ext cx="1668775" cy="1621434"/>
          </a:xfrm>
          <a:prstGeom prst="rect">
            <a:avLst/>
          </a:prstGeom>
        </p:spPr>
      </p:pic>
      <p:pic>
        <p:nvPicPr>
          <p:cNvPr id="15" name="Picture 14">
            <a:extLst>
              <a:ext uri="{FF2B5EF4-FFF2-40B4-BE49-F238E27FC236}">
                <a16:creationId xmlns:a16="http://schemas.microsoft.com/office/drawing/2014/main" id="{9E576603-B88C-9F7F-98A5-E94BD2C23E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77" y="1164252"/>
            <a:ext cx="818801" cy="845501"/>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749296" y="2660904"/>
            <a:ext cx="6693408" cy="1088136"/>
          </a:xfrm>
        </p:spPr>
        <p:txBody>
          <a:bodyPr anchor="b">
            <a:noAutofit/>
          </a:bodyPr>
          <a:lstStyle>
            <a:lvl1pPr algn="ctr">
              <a:defRPr sz="4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96384" y="2267712"/>
            <a:ext cx="2999232" cy="4389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7389946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4" name="Picture 3" descr="A picture containing fabric&#10;&#10;Description automatically generated">
            <a:extLst>
              <a:ext uri="{FF2B5EF4-FFF2-40B4-BE49-F238E27FC236}">
                <a16:creationId xmlns:a16="http://schemas.microsoft.com/office/drawing/2014/main" id="{ABAD6905-AD97-1EAF-A4A3-D0BB13B128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0" name="Rectangle 9">
            <a:extLst>
              <a:ext uri="{FF2B5EF4-FFF2-40B4-BE49-F238E27FC236}">
                <a16:creationId xmlns:a16="http://schemas.microsoft.com/office/drawing/2014/main" id="{63BCB4CA-03FB-81F4-F8A2-FA9C0DBDEB11}"/>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group of flowers&#10;&#10;Description automatically generated with low confidence">
            <a:extLst>
              <a:ext uri="{FF2B5EF4-FFF2-40B4-BE49-F238E27FC236}">
                <a16:creationId xmlns:a16="http://schemas.microsoft.com/office/drawing/2014/main" id="{138EDBF7-FA56-2BF9-ECFA-6C39FEE8F8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959852" flipH="1">
            <a:off x="1760954" y="2048834"/>
            <a:ext cx="1230524" cy="22873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183880" y="978408"/>
            <a:ext cx="3749040"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8183880" y="2194560"/>
            <a:ext cx="3749040" cy="4306824"/>
          </a:xfrm>
        </p:spPr>
        <p:txBody>
          <a:bodyPr>
            <a:normAutofit/>
          </a:bodyPr>
          <a:lstStyle>
            <a:lvl1pPr marL="0" indent="0">
              <a:lnSpc>
                <a:spcPct val="15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A picture containing flower, plant&#10;&#10;Description automatically generated">
            <a:extLst>
              <a:ext uri="{FF2B5EF4-FFF2-40B4-BE49-F238E27FC236}">
                <a16:creationId xmlns:a16="http://schemas.microsoft.com/office/drawing/2014/main" id="{0FE36A83-31CF-DF76-5708-55ED9FB707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sp>
        <p:nvSpPr>
          <p:cNvPr id="11" name="Text Placeholder 33">
            <a:extLst>
              <a:ext uri="{FF2B5EF4-FFF2-40B4-BE49-F238E27FC236}">
                <a16:creationId xmlns:a16="http://schemas.microsoft.com/office/drawing/2014/main" id="{5BF6365E-74A9-6D7B-5F20-7C29F29017E5}"/>
              </a:ext>
            </a:extLst>
          </p:cNvPr>
          <p:cNvSpPr>
            <a:spLocks noGrp="1"/>
          </p:cNvSpPr>
          <p:nvPr>
            <p:ph type="body" sz="quarter" idx="13" hasCustomPrompt="1"/>
          </p:nvPr>
        </p:nvSpPr>
        <p:spPr>
          <a:xfrm>
            <a:off x="1225296"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41487185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B4DE27-1913-8274-9943-46641EA0DAB7}"/>
              </a:ext>
            </a:extLst>
          </p:cNvPr>
          <p:cNvSpPr/>
          <p:nvPr userDrawn="1"/>
        </p:nvSpPr>
        <p:spPr>
          <a:xfrm>
            <a:off x="1174276" y="-756"/>
            <a:ext cx="9843449" cy="5690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901AB4A-AE17-BFA4-697C-75EC6407E147}"/>
              </a:ext>
            </a:extLst>
          </p:cNvPr>
          <p:cNvSpPr/>
          <p:nvPr userDrawn="1"/>
        </p:nvSpPr>
        <p:spPr>
          <a:xfrm>
            <a:off x="1604189" y="-13446"/>
            <a:ext cx="8983623" cy="525779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C7F01FE-99A8-35BD-05A1-6D93A2578E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2833" y="5110810"/>
            <a:ext cx="1207554" cy="354511"/>
          </a:xfrm>
          <a:prstGeom prst="rect">
            <a:avLst/>
          </a:prstGeom>
        </p:spPr>
      </p:pic>
      <p:pic>
        <p:nvPicPr>
          <p:cNvPr id="13" name="Picture 12">
            <a:extLst>
              <a:ext uri="{FF2B5EF4-FFF2-40B4-BE49-F238E27FC236}">
                <a16:creationId xmlns:a16="http://schemas.microsoft.com/office/drawing/2014/main" id="{E66660DF-FD7A-4340-E854-B4680A6B88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5202474" y="-1953000"/>
            <a:ext cx="1485900" cy="53721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748028" y="1389888"/>
            <a:ext cx="8695944"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2223516" y="2651760"/>
            <a:ext cx="7744968" cy="2697480"/>
          </a:xfrm>
        </p:spPr>
        <p:txBody>
          <a:bodyPr>
            <a:normAutofit/>
          </a:bodyPr>
          <a:lstStyle>
            <a:lvl1pPr marL="0" indent="0" algn="ctr">
              <a:lnSpc>
                <a:spcPct val="100000"/>
              </a:lnSpc>
              <a:buNone/>
              <a:defRPr sz="2000">
                <a:latin typeface="Gill Sans Nova Light" panose="020F0302020204030204" pitchFamily="34" charset="0"/>
                <a:cs typeface="Gill Sans Nova Light" panose="020F0302020204030204" pitchFamily="34" charset="0"/>
              </a:defRPr>
            </a:lvl1pPr>
            <a:lvl2pPr algn="ctr">
              <a:lnSpc>
                <a:spcPct val="100000"/>
              </a:lnSpc>
              <a:defRPr sz="18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
        <p:nvSpPr>
          <p:cNvPr id="14" name="Footer Placeholder 13">
            <a:extLst>
              <a:ext uri="{FF2B5EF4-FFF2-40B4-BE49-F238E27FC236}">
                <a16:creationId xmlns:a16="http://schemas.microsoft.com/office/drawing/2014/main" id="{2F05D25C-B703-1868-603E-D468EF44D794}"/>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D8FDB2CC-A975-BC07-042A-228D387E516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132555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ADFA29-47E3-2E16-12B7-D8031DC04C0D}"/>
              </a:ext>
            </a:extLst>
          </p:cNvPr>
          <p:cNvSpPr/>
          <p:nvPr userDrawn="1"/>
        </p:nvSpPr>
        <p:spPr>
          <a:xfrm>
            <a:off x="0" y="3377183"/>
            <a:ext cx="12192000" cy="23265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close up of a plant&#10;&#10;Description automatically generated with low confidence">
            <a:extLst>
              <a:ext uri="{FF2B5EF4-FFF2-40B4-BE49-F238E27FC236}">
                <a16:creationId xmlns:a16="http://schemas.microsoft.com/office/drawing/2014/main" id="{D373DB44-C887-96AC-D32D-B7656F28FB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87322" y="3187511"/>
            <a:ext cx="1422400" cy="5283200"/>
          </a:xfrm>
          <a:prstGeom prst="rect">
            <a:avLst/>
          </a:prstGeom>
        </p:spPr>
      </p:pic>
      <p:pic>
        <p:nvPicPr>
          <p:cNvPr id="9" name="Picture 8" descr="A picture containing bedclothes, fabric&#10;&#10;Description automatically generated">
            <a:extLst>
              <a:ext uri="{FF2B5EF4-FFF2-40B4-BE49-F238E27FC236}">
                <a16:creationId xmlns:a16="http://schemas.microsoft.com/office/drawing/2014/main" id="{6A080FF9-A96B-AA38-428D-5F2CF533D0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5400022" y="287485"/>
            <a:ext cx="1485900" cy="5372100"/>
          </a:xfrm>
          <a:prstGeom prst="rect">
            <a:avLst/>
          </a:prstGeom>
        </p:spPr>
      </p:pic>
      <p:sp>
        <p:nvSpPr>
          <p:cNvPr id="13" name="Rectangle 12">
            <a:extLst>
              <a:ext uri="{FF2B5EF4-FFF2-40B4-BE49-F238E27FC236}">
                <a16:creationId xmlns:a16="http://schemas.microsoft.com/office/drawing/2014/main" id="{25150280-02E2-686D-A130-65EBDA15EF13}"/>
              </a:ext>
            </a:extLst>
          </p:cNvPr>
          <p:cNvSpPr/>
          <p:nvPr userDrawn="1"/>
        </p:nvSpPr>
        <p:spPr>
          <a:xfrm>
            <a:off x="232651" y="3633264"/>
            <a:ext cx="11740896" cy="1789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Light" panose="020B0302020104020203" pitchFamily="34" charset="-79"/>
              <a:cs typeface="Gill Sans Light" panose="020B0302020104020203" pitchFamily="34" charset="-79"/>
            </a:endParaRPr>
          </a:p>
        </p:txBody>
      </p:sp>
      <p:pic>
        <p:nvPicPr>
          <p:cNvPr id="15" name="Picture 14" descr="A picture containing ceramic ware, porcelain&#10;&#10;Description automatically generated">
            <a:extLst>
              <a:ext uri="{FF2B5EF4-FFF2-40B4-BE49-F238E27FC236}">
                <a16:creationId xmlns:a16="http://schemas.microsoft.com/office/drawing/2014/main" id="{3DD4D68C-6665-333E-98E8-785116A05A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90193">
            <a:off x="6957396" y="5090392"/>
            <a:ext cx="856832" cy="832525"/>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7E0939A-D971-0D79-9B6D-834913C959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62979" y="3252854"/>
            <a:ext cx="1206427" cy="621355"/>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userDrawn="1">
            <p:ph type="title"/>
          </p:nvPr>
        </p:nvSpPr>
        <p:spPr>
          <a:xfrm>
            <a:off x="1153668" y="3977640"/>
            <a:ext cx="9884664" cy="731520"/>
          </a:xfrm>
        </p:spPr>
        <p:txBody>
          <a:bodyPr anchor="b">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userDrawn="1">
            <p:ph type="body" idx="1"/>
          </p:nvPr>
        </p:nvSpPr>
        <p:spPr>
          <a:xfrm>
            <a:off x="1153668" y="4700016"/>
            <a:ext cx="9884664" cy="457200"/>
          </a:xfrm>
        </p:spPr>
        <p:txBody>
          <a:bodyPr anchor="ct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622344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70832"/>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593760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127179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F45E1C-47F6-0AF9-7468-BA613D681E1D}"/>
              </a:ext>
            </a:extLst>
          </p:cNvPr>
          <p:cNvSpPr/>
          <p:nvPr userDrawn="1"/>
        </p:nvSpPr>
        <p:spPr>
          <a:xfrm>
            <a:off x="0" y="1533950"/>
            <a:ext cx="12192000" cy="3790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abric&#10;&#10;Description automatically generated">
            <a:extLst>
              <a:ext uri="{FF2B5EF4-FFF2-40B4-BE49-F238E27FC236}">
                <a16:creationId xmlns:a16="http://schemas.microsoft.com/office/drawing/2014/main" id="{AB9E0D8B-7031-366D-884B-EB3FABD78C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6236" y="-1772981"/>
            <a:ext cx="2147050" cy="6039669"/>
          </a:xfrm>
          <a:prstGeom prst="rect">
            <a:avLst/>
          </a:prstGeom>
        </p:spPr>
      </p:pic>
      <p:sp>
        <p:nvSpPr>
          <p:cNvPr id="12" name="Rectangle 11">
            <a:extLst>
              <a:ext uri="{FF2B5EF4-FFF2-40B4-BE49-F238E27FC236}">
                <a16:creationId xmlns:a16="http://schemas.microsoft.com/office/drawing/2014/main" id="{1859314F-DCEF-A5A7-C5D9-F0D39AAC9FFA}"/>
              </a:ext>
            </a:extLst>
          </p:cNvPr>
          <p:cNvSpPr/>
          <p:nvPr userDrawn="1"/>
        </p:nvSpPr>
        <p:spPr>
          <a:xfrm>
            <a:off x="225552" y="1796143"/>
            <a:ext cx="11740896" cy="32657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flower, plant&#10;&#10;Description automatically generated">
            <a:extLst>
              <a:ext uri="{FF2B5EF4-FFF2-40B4-BE49-F238E27FC236}">
                <a16:creationId xmlns:a16="http://schemas.microsoft.com/office/drawing/2014/main" id="{DAAE5EB8-5B6B-6FA6-E6E7-D2F58FDFB4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6307543" y="-287017"/>
            <a:ext cx="1051334" cy="3866771"/>
          </a:xfrm>
          <a:prstGeom prst="rect">
            <a:avLst/>
          </a:prstGeom>
        </p:spPr>
      </p:pic>
      <p:pic>
        <p:nvPicPr>
          <p:cNvPr id="19" name="Picture 18" descr="A picture containing mollusk, insect&#10;&#10;Description automatically generated">
            <a:extLst>
              <a:ext uri="{FF2B5EF4-FFF2-40B4-BE49-F238E27FC236}">
                <a16:creationId xmlns:a16="http://schemas.microsoft.com/office/drawing/2014/main" id="{BB1368FF-AA1B-4423-30B1-BE082E6F191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92222" y="4923380"/>
            <a:ext cx="1207554" cy="354511"/>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743456" y="2404872"/>
            <a:ext cx="8705088" cy="2002536"/>
          </a:xfrm>
        </p:spPr>
        <p:txBody>
          <a:bodyPr anchor="t">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743454" y="3964517"/>
            <a:ext cx="8705089" cy="457200"/>
          </a:xfrm>
        </p:spPr>
        <p:txBody>
          <a:bodyPr anchor="ctr"/>
          <a:lstStyle>
            <a:lvl1pPr marL="0" indent="0" algn="ctr">
              <a:buNone/>
              <a:defRPr sz="24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7" name="Text Placeholder 24">
            <a:extLst>
              <a:ext uri="{FF2B5EF4-FFF2-40B4-BE49-F238E27FC236}">
                <a16:creationId xmlns:a16="http://schemas.microsoft.com/office/drawing/2014/main" id="{F5E2B84E-B4F2-ED93-8084-ECFC3B9C380F}"/>
              </a:ext>
            </a:extLst>
          </p:cNvPr>
          <p:cNvSpPr>
            <a:spLocks noGrp="1"/>
          </p:cNvSpPr>
          <p:nvPr>
            <p:ph type="body" sz="quarter" idx="11" hasCustomPrompt="1"/>
          </p:nvPr>
        </p:nvSpPr>
        <p:spPr>
          <a:xfrm>
            <a:off x="10149667" y="3189069"/>
            <a:ext cx="945473" cy="1936750"/>
          </a:xfrm>
        </p:spPr>
        <p:txBody>
          <a:bodyPr>
            <a:noAutofit/>
          </a:bodyPr>
          <a:lstStyle>
            <a:lvl1pPr marL="0" indent="0">
              <a:buNone/>
              <a:defRPr sz="14000" b="1">
                <a:solidFill>
                  <a:schemeClr val="tx2"/>
                </a:solidFill>
                <a:latin typeface="+mj-lt"/>
              </a:defRPr>
            </a:lvl1pPr>
          </a:lstStyle>
          <a:p>
            <a:pPr lvl="0"/>
            <a:r>
              <a:rPr lang="en-US" dirty="0"/>
              <a:t>”</a:t>
            </a:r>
          </a:p>
        </p:txBody>
      </p:sp>
      <p:sp>
        <p:nvSpPr>
          <p:cNvPr id="28" name="Text Placeholder 24">
            <a:extLst>
              <a:ext uri="{FF2B5EF4-FFF2-40B4-BE49-F238E27FC236}">
                <a16:creationId xmlns:a16="http://schemas.microsoft.com/office/drawing/2014/main" id="{FDD82133-EB75-7E07-A9CE-730CB7F6CD34}"/>
              </a:ext>
            </a:extLst>
          </p:cNvPr>
          <p:cNvSpPr>
            <a:spLocks noGrp="1"/>
          </p:cNvSpPr>
          <p:nvPr>
            <p:ph type="body" sz="quarter" idx="10" hasCustomPrompt="1"/>
          </p:nvPr>
        </p:nvSpPr>
        <p:spPr>
          <a:xfrm>
            <a:off x="1033184" y="2136567"/>
            <a:ext cx="941832" cy="1936750"/>
          </a:xfrm>
        </p:spPr>
        <p:txBody>
          <a:bodyPr>
            <a:noAutofit/>
          </a:bodyPr>
          <a:lstStyle>
            <a:lvl1pPr marL="0" indent="0">
              <a:buNone/>
              <a:defRPr sz="14000" b="1">
                <a:solidFill>
                  <a:schemeClr val="tx2"/>
                </a:solidFill>
                <a:latin typeface="+mj-lt"/>
              </a:defRPr>
            </a:lvl1pPr>
          </a:lstStyle>
          <a:p>
            <a:pPr lvl="0"/>
            <a:r>
              <a:rPr lang="en-US" dirty="0"/>
              <a:t>“</a:t>
            </a:r>
          </a:p>
        </p:txBody>
      </p:sp>
    </p:spTree>
    <p:extLst>
      <p:ext uri="{BB962C8B-B14F-4D97-AF65-F5344CB8AC3E}">
        <p14:creationId xmlns:p14="http://schemas.microsoft.com/office/powerpoint/2010/main" val="37023096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375868"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326173"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328309"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3828270"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763663" y="3926721"/>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765799" y="4286611"/>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280672"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216065"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218201"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8733074"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666331"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668467"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955436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68136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106424"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106424"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6" name="Picture Placeholder 17">
            <a:extLst>
              <a:ext uri="{FF2B5EF4-FFF2-40B4-BE49-F238E27FC236}">
                <a16:creationId xmlns:a16="http://schemas.microsoft.com/office/drawing/2014/main" id="{B23EF08B-7D0C-7D96-413D-71C22E3F74D0}"/>
              </a:ext>
            </a:extLst>
          </p:cNvPr>
          <p:cNvSpPr>
            <a:spLocks noGrp="1" noChangeAspect="1"/>
          </p:cNvSpPr>
          <p:nvPr>
            <p:ph type="pic" sz="quarter" idx="26"/>
          </p:nvPr>
        </p:nvSpPr>
        <p:spPr>
          <a:xfrm>
            <a:off x="168136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5" name="Text Placeholder 19">
            <a:extLst>
              <a:ext uri="{FF2B5EF4-FFF2-40B4-BE49-F238E27FC236}">
                <a16:creationId xmlns:a16="http://schemas.microsoft.com/office/drawing/2014/main" id="{A6866782-6675-4F37-E5D2-68CB0191C1A7}"/>
              </a:ext>
            </a:extLst>
          </p:cNvPr>
          <p:cNvSpPr>
            <a:spLocks noGrp="1"/>
          </p:cNvSpPr>
          <p:nvPr>
            <p:ph type="body" sz="quarter" idx="25"/>
          </p:nvPr>
        </p:nvSpPr>
        <p:spPr>
          <a:xfrm>
            <a:off x="1106424"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4" name="Text Placeholder 19">
            <a:extLst>
              <a:ext uri="{FF2B5EF4-FFF2-40B4-BE49-F238E27FC236}">
                <a16:creationId xmlns:a16="http://schemas.microsoft.com/office/drawing/2014/main" id="{9F53AB27-DDFA-AA5D-8253-546C9BBA9CE7}"/>
              </a:ext>
            </a:extLst>
          </p:cNvPr>
          <p:cNvSpPr>
            <a:spLocks noGrp="1"/>
          </p:cNvSpPr>
          <p:nvPr>
            <p:ph type="body" sz="quarter" idx="24"/>
          </p:nvPr>
        </p:nvSpPr>
        <p:spPr>
          <a:xfrm>
            <a:off x="1106424"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422675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639312"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639312"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6" name="Picture Placeholder 17">
            <a:extLst>
              <a:ext uri="{FF2B5EF4-FFF2-40B4-BE49-F238E27FC236}">
                <a16:creationId xmlns:a16="http://schemas.microsoft.com/office/drawing/2014/main" id="{DD9CE7E9-3BC2-0321-457B-61D363708B38}"/>
              </a:ext>
            </a:extLst>
          </p:cNvPr>
          <p:cNvSpPr>
            <a:spLocks noGrp="1" noChangeAspect="1"/>
          </p:cNvSpPr>
          <p:nvPr>
            <p:ph type="pic" sz="quarter" idx="29"/>
          </p:nvPr>
        </p:nvSpPr>
        <p:spPr>
          <a:xfrm>
            <a:off x="422675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3" name="Text Placeholder 19">
            <a:extLst>
              <a:ext uri="{FF2B5EF4-FFF2-40B4-BE49-F238E27FC236}">
                <a16:creationId xmlns:a16="http://schemas.microsoft.com/office/drawing/2014/main" id="{70DD1941-A469-A457-B987-E0E2C300A8AE}"/>
              </a:ext>
            </a:extLst>
          </p:cNvPr>
          <p:cNvSpPr>
            <a:spLocks noGrp="1"/>
          </p:cNvSpPr>
          <p:nvPr>
            <p:ph type="body" sz="quarter" idx="31"/>
          </p:nvPr>
        </p:nvSpPr>
        <p:spPr>
          <a:xfrm>
            <a:off x="3639312"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18" name="Text Placeholder 19">
            <a:extLst>
              <a:ext uri="{FF2B5EF4-FFF2-40B4-BE49-F238E27FC236}">
                <a16:creationId xmlns:a16="http://schemas.microsoft.com/office/drawing/2014/main" id="{D6B84B7D-A7EC-6FE1-9925-F78AF0DE230F}"/>
              </a:ext>
            </a:extLst>
          </p:cNvPr>
          <p:cNvSpPr>
            <a:spLocks noGrp="1"/>
          </p:cNvSpPr>
          <p:nvPr>
            <p:ph type="body" sz="quarter" idx="30"/>
          </p:nvPr>
        </p:nvSpPr>
        <p:spPr>
          <a:xfrm>
            <a:off x="3639312"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77214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172200"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172200"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4" name="Picture Placeholder 17">
            <a:extLst>
              <a:ext uri="{FF2B5EF4-FFF2-40B4-BE49-F238E27FC236}">
                <a16:creationId xmlns:a16="http://schemas.microsoft.com/office/drawing/2014/main" id="{AA1AC2FE-336D-4E7F-2C86-6A8C29BA8F90}"/>
              </a:ext>
            </a:extLst>
          </p:cNvPr>
          <p:cNvSpPr>
            <a:spLocks noGrp="1" noChangeAspect="1"/>
          </p:cNvSpPr>
          <p:nvPr>
            <p:ph type="pic" sz="quarter" idx="28"/>
          </p:nvPr>
        </p:nvSpPr>
        <p:spPr>
          <a:xfrm>
            <a:off x="677214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7" name="Text Placeholder 19">
            <a:extLst>
              <a:ext uri="{FF2B5EF4-FFF2-40B4-BE49-F238E27FC236}">
                <a16:creationId xmlns:a16="http://schemas.microsoft.com/office/drawing/2014/main" id="{FA370BF1-09EC-DBE1-5118-8A92A0F90BC4}"/>
              </a:ext>
            </a:extLst>
          </p:cNvPr>
          <p:cNvSpPr>
            <a:spLocks noGrp="1"/>
          </p:cNvSpPr>
          <p:nvPr>
            <p:ph type="body" sz="quarter" idx="33"/>
          </p:nvPr>
        </p:nvSpPr>
        <p:spPr>
          <a:xfrm>
            <a:off x="6172200"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5" name="Text Placeholder 19">
            <a:extLst>
              <a:ext uri="{FF2B5EF4-FFF2-40B4-BE49-F238E27FC236}">
                <a16:creationId xmlns:a16="http://schemas.microsoft.com/office/drawing/2014/main" id="{5089D72C-E865-F5D3-CB1E-050AEF684453}"/>
              </a:ext>
            </a:extLst>
          </p:cNvPr>
          <p:cNvSpPr>
            <a:spLocks noGrp="1"/>
          </p:cNvSpPr>
          <p:nvPr>
            <p:ph type="body" sz="quarter" idx="32"/>
          </p:nvPr>
        </p:nvSpPr>
        <p:spPr>
          <a:xfrm>
            <a:off x="6172200"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9317533"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705088"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705088"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7" name="Picture Placeholder 17">
            <a:extLst>
              <a:ext uri="{FF2B5EF4-FFF2-40B4-BE49-F238E27FC236}">
                <a16:creationId xmlns:a16="http://schemas.microsoft.com/office/drawing/2014/main" id="{4F7ECA98-24CD-8CC5-A3EC-BFF5E9B11748}"/>
              </a:ext>
            </a:extLst>
          </p:cNvPr>
          <p:cNvSpPr>
            <a:spLocks noGrp="1" noChangeAspect="1"/>
          </p:cNvSpPr>
          <p:nvPr>
            <p:ph type="pic" sz="quarter" idx="27"/>
          </p:nvPr>
        </p:nvSpPr>
        <p:spPr>
          <a:xfrm>
            <a:off x="9317533"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2" name="Text Placeholder 19">
            <a:extLst>
              <a:ext uri="{FF2B5EF4-FFF2-40B4-BE49-F238E27FC236}">
                <a16:creationId xmlns:a16="http://schemas.microsoft.com/office/drawing/2014/main" id="{46CBECF2-D93E-3DF9-064C-CB4A3262B691}"/>
              </a:ext>
            </a:extLst>
          </p:cNvPr>
          <p:cNvSpPr>
            <a:spLocks noGrp="1"/>
          </p:cNvSpPr>
          <p:nvPr>
            <p:ph type="body" sz="quarter" idx="35"/>
          </p:nvPr>
        </p:nvSpPr>
        <p:spPr>
          <a:xfrm>
            <a:off x="8705088"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1" name="Text Placeholder 19">
            <a:extLst>
              <a:ext uri="{FF2B5EF4-FFF2-40B4-BE49-F238E27FC236}">
                <a16:creationId xmlns:a16="http://schemas.microsoft.com/office/drawing/2014/main" id="{71E06E16-A083-B853-8155-7FF97AD1DE8F}"/>
              </a:ext>
            </a:extLst>
          </p:cNvPr>
          <p:cNvSpPr>
            <a:spLocks noGrp="1"/>
          </p:cNvSpPr>
          <p:nvPr>
            <p:ph type="body" sz="quarter" idx="34"/>
          </p:nvPr>
        </p:nvSpPr>
        <p:spPr>
          <a:xfrm>
            <a:off x="8705088"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3652881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B05881-FB11-43E8-CCDD-8C12CDB4FE47}"/>
              </a:ext>
            </a:extLst>
          </p:cNvPr>
          <p:cNvSpPr/>
          <p:nvPr userDrawn="1"/>
        </p:nvSpPr>
        <p:spPr>
          <a:xfrm>
            <a:off x="838199" y="196052"/>
            <a:ext cx="10515601" cy="1686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fabric&#10;&#10;Description automatically generated">
            <a:extLst>
              <a:ext uri="{FF2B5EF4-FFF2-40B4-BE49-F238E27FC236}">
                <a16:creationId xmlns:a16="http://schemas.microsoft.com/office/drawing/2014/main" id="{A4941BBB-13FC-2ACE-1A50-C0F465531B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14950" y="-64113"/>
            <a:ext cx="1562100" cy="4394200"/>
          </a:xfrm>
          <a:prstGeom prst="rect">
            <a:avLst/>
          </a:prstGeom>
        </p:spPr>
      </p:pic>
      <p:sp>
        <p:nvSpPr>
          <p:cNvPr id="11" name="Rectangle 10">
            <a:extLst>
              <a:ext uri="{FF2B5EF4-FFF2-40B4-BE49-F238E27FC236}">
                <a16:creationId xmlns:a16="http://schemas.microsoft.com/office/drawing/2014/main" id="{D8BE9E36-E9D5-3FA6-EE22-A6E5CE13C462}"/>
              </a:ext>
            </a:extLst>
          </p:cNvPr>
          <p:cNvSpPr/>
          <p:nvPr userDrawn="1"/>
        </p:nvSpPr>
        <p:spPr>
          <a:xfrm>
            <a:off x="995423"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flower, plant&#10;&#10;Description automatically generated">
            <a:extLst>
              <a:ext uri="{FF2B5EF4-FFF2-40B4-BE49-F238E27FC236}">
                <a16:creationId xmlns:a16="http://schemas.microsoft.com/office/drawing/2014/main" id="{479E4054-0885-457B-35B3-A9B26ED936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4869421" y="459092"/>
            <a:ext cx="749300" cy="27559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484632"/>
            <a:ext cx="10515600" cy="1133856"/>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2990088"/>
            <a:ext cx="10515600" cy="347472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C6C79F3B-6B68-BA3C-6CBE-C26E339E450E}"/>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9D503431-982D-5D35-88BF-09474F76D65D}"/>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305361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6180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28976696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1_Comparison">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8546F5-5752-9595-980A-9978EC65B179}"/>
              </a:ext>
            </a:extLst>
          </p:cNvPr>
          <p:cNvSpPr/>
          <p:nvPr userDrawn="1"/>
        </p:nvSpPr>
        <p:spPr>
          <a:xfrm>
            <a:off x="491679" y="319214"/>
            <a:ext cx="11208641" cy="5857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88B1DFD-B7E9-D65B-0A47-8D442617B0D0}"/>
              </a:ext>
            </a:extLst>
          </p:cNvPr>
          <p:cNvCxnSpPr>
            <a:cxnSpLocks/>
          </p:cNvCxnSpPr>
          <p:nvPr userDrawn="1"/>
        </p:nvCxnSpPr>
        <p:spPr>
          <a:xfrm>
            <a:off x="837235" y="1767119"/>
            <a:ext cx="1051656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mollusk, insect&#10;&#10;Description automatically generated">
            <a:extLst>
              <a:ext uri="{FF2B5EF4-FFF2-40B4-BE49-F238E27FC236}">
                <a16:creationId xmlns:a16="http://schemas.microsoft.com/office/drawing/2014/main" id="{4190CCC3-E5E8-9E96-318B-F3F62E2328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5658" y="1631192"/>
            <a:ext cx="1207554" cy="354511"/>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124712"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124712" y="2629116"/>
            <a:ext cx="3200400" cy="3320861"/>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98848"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98848"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5" name="Text Placeholder 4">
            <a:extLst>
              <a:ext uri="{FF2B5EF4-FFF2-40B4-BE49-F238E27FC236}">
                <a16:creationId xmlns:a16="http://schemas.microsoft.com/office/drawing/2014/main" id="{F270D939-D128-D431-82CE-9C15D5A7AA9A}"/>
              </a:ext>
            </a:extLst>
          </p:cNvPr>
          <p:cNvSpPr>
            <a:spLocks noGrp="1"/>
          </p:cNvSpPr>
          <p:nvPr>
            <p:ph type="body" sz="quarter" idx="13"/>
          </p:nvPr>
        </p:nvSpPr>
        <p:spPr>
          <a:xfrm>
            <a:off x="7909560"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4AAE69C6-BB37-BC70-8424-BC928D19C91A}"/>
              </a:ext>
            </a:extLst>
          </p:cNvPr>
          <p:cNvSpPr>
            <a:spLocks noGrp="1"/>
          </p:cNvSpPr>
          <p:nvPr>
            <p:ph sz="quarter" idx="14"/>
          </p:nvPr>
        </p:nvSpPr>
        <p:spPr>
          <a:xfrm>
            <a:off x="7909560"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139921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descr="A picture containing fabric&#10;&#10;Description automatically generated">
            <a:extLst>
              <a:ext uri="{FF2B5EF4-FFF2-40B4-BE49-F238E27FC236}">
                <a16:creationId xmlns:a16="http://schemas.microsoft.com/office/drawing/2014/main" id="{E0606CB6-3E28-F128-51B5-3786D74048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8" name="Rectangle 17">
            <a:extLst>
              <a:ext uri="{FF2B5EF4-FFF2-40B4-BE49-F238E27FC236}">
                <a16:creationId xmlns:a16="http://schemas.microsoft.com/office/drawing/2014/main" id="{E64BBC1B-7DD9-DA00-15CC-B446DA472005}"/>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lower, plant&#10;&#10;Description automatically generated">
            <a:extLst>
              <a:ext uri="{FF2B5EF4-FFF2-40B4-BE49-F238E27FC236}">
                <a16:creationId xmlns:a16="http://schemas.microsoft.com/office/drawing/2014/main" id="{C88A03B2-8C41-A023-CB90-5F79A1F01A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pic>
        <p:nvPicPr>
          <p:cNvPr id="10" name="Picture 9" descr="A close-up of a flower&#10;&#10;Description automatically generated with low confidence">
            <a:extLst>
              <a:ext uri="{FF2B5EF4-FFF2-40B4-BE49-F238E27FC236}">
                <a16:creationId xmlns:a16="http://schemas.microsoft.com/office/drawing/2014/main" id="{9EA6110C-517A-C447-DB03-9A264F112F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19809" y="1695833"/>
            <a:ext cx="1155700" cy="4318000"/>
          </a:xfrm>
          <a:prstGeom prst="rect">
            <a:avLst/>
          </a:prstGeom>
        </p:spPr>
      </p:pic>
      <p:pic>
        <p:nvPicPr>
          <p:cNvPr id="12" name="Picture 11" descr="A close-up of a flower&#10;&#10;Description automatically generated with low confidence">
            <a:extLst>
              <a:ext uri="{FF2B5EF4-FFF2-40B4-BE49-F238E27FC236}">
                <a16:creationId xmlns:a16="http://schemas.microsoft.com/office/drawing/2014/main" id="{DC4249CD-2B45-A435-5B21-CFA7042138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66749" y="381916"/>
            <a:ext cx="1155700" cy="4318000"/>
          </a:xfrm>
          <a:prstGeom prst="rect">
            <a:avLst/>
          </a:prstGeom>
        </p:spPr>
      </p:pic>
      <p:sp>
        <p:nvSpPr>
          <p:cNvPr id="14" name="Rectangle 13">
            <a:extLst>
              <a:ext uri="{FF2B5EF4-FFF2-40B4-BE49-F238E27FC236}">
                <a16:creationId xmlns:a16="http://schemas.microsoft.com/office/drawing/2014/main" id="{7A7568A0-F819-551E-4780-20A651246990}"/>
              </a:ext>
            </a:extLst>
          </p:cNvPr>
          <p:cNvSpPr/>
          <p:nvPr userDrawn="1"/>
        </p:nvSpPr>
        <p:spPr>
          <a:xfrm>
            <a:off x="1024128" y="2162946"/>
            <a:ext cx="3794760" cy="253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711D903-56F9-B09B-0443-A76786804823}"/>
              </a:ext>
            </a:extLst>
          </p:cNvPr>
          <p:cNvSpPr/>
          <p:nvPr userDrawn="1"/>
        </p:nvSpPr>
        <p:spPr>
          <a:xfrm>
            <a:off x="1131655" y="2264499"/>
            <a:ext cx="3585549" cy="2335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D91551-9B41-0ACF-0BE6-9D174E6957FD}"/>
              </a:ext>
            </a:extLst>
          </p:cNvPr>
          <p:cNvSpPr>
            <a:spLocks noGrp="1"/>
          </p:cNvSpPr>
          <p:nvPr>
            <p:ph type="title"/>
          </p:nvPr>
        </p:nvSpPr>
        <p:spPr>
          <a:xfrm>
            <a:off x="1472184" y="2889504"/>
            <a:ext cx="2852928" cy="1088136"/>
          </a:xfrm>
        </p:spPr>
        <p:txBody>
          <a:bodyPr/>
          <a:lstStyle>
            <a:lvl1pPr algn="ctr">
              <a:defRPr/>
            </a:lvl1pPr>
          </a:lstStyle>
          <a:p>
            <a:r>
              <a:rPr lang="en-US"/>
              <a:t>Click to edit Master title style</a:t>
            </a:r>
          </a:p>
        </p:txBody>
      </p:sp>
      <p:sp>
        <p:nvSpPr>
          <p:cNvPr id="19" name="Content Placeholder 2">
            <a:extLst>
              <a:ext uri="{FF2B5EF4-FFF2-40B4-BE49-F238E27FC236}">
                <a16:creationId xmlns:a16="http://schemas.microsoft.com/office/drawing/2014/main" id="{545D3FB1-678F-0A9A-CCB6-435CE57DA0F6}"/>
              </a:ext>
            </a:extLst>
          </p:cNvPr>
          <p:cNvSpPr>
            <a:spLocks noGrp="1"/>
          </p:cNvSpPr>
          <p:nvPr>
            <p:ph idx="1"/>
          </p:nvPr>
        </p:nvSpPr>
        <p:spPr>
          <a:xfrm>
            <a:off x="8211312" y="2011680"/>
            <a:ext cx="2999232" cy="2843784"/>
          </a:xfrm>
        </p:spPr>
        <p:txBody>
          <a:bodyPr anchor="ctr">
            <a:normAutofit/>
          </a:bodyPr>
          <a:lstStyle>
            <a:lvl1pPr marL="0" indent="0" algn="l">
              <a:lnSpc>
                <a:spcPct val="150000"/>
              </a:lnSpc>
              <a:buNone/>
              <a:defRPr sz="2400">
                <a:latin typeface="Gill Sans Nova Light" panose="020F0302020204030204" pitchFamily="34" charset="0"/>
                <a:cs typeface="Gill Sans Nova Light" panose="020F0302020204030204" pitchFamily="34" charset="0"/>
              </a:defRPr>
            </a:lvl1pPr>
            <a:lvl2pPr algn="l">
              <a:lnSpc>
                <a:spcPct val="150000"/>
              </a:lnSpc>
              <a:defRPr sz="20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746135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362110-9E75-C1E6-F3D3-769A27CB658B}"/>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0E61109-4A99-6337-9E7D-6AE0370E2A33}"/>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3B4663F-72DF-CD37-DE9D-C35DFB37E8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12" name="Title 1">
            <a:extLst>
              <a:ext uri="{FF2B5EF4-FFF2-40B4-BE49-F238E27FC236}">
                <a16:creationId xmlns:a16="http://schemas.microsoft.com/office/drawing/2014/main" id="{C48BE494-2D3C-A618-4422-6EA9496986D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119B248-9F11-0A11-E6AF-776D371E14A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85EFD48A-F270-E4EE-7C35-F4304F3DDF3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191881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DEB86-4C56-EB31-FEEE-EC8AA99FB456}"/>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3C19EDA-96E7-C255-DFF9-F36A187EBACD}"/>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mollusk, insect&#10;&#10;Description automatically generated">
            <a:extLst>
              <a:ext uri="{FF2B5EF4-FFF2-40B4-BE49-F238E27FC236}">
                <a16:creationId xmlns:a16="http://schemas.microsoft.com/office/drawing/2014/main" id="{FAD938FE-3B63-4832-B610-64346C06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8" name="Title 1">
            <a:extLst>
              <a:ext uri="{FF2B5EF4-FFF2-40B4-BE49-F238E27FC236}">
                <a16:creationId xmlns:a16="http://schemas.microsoft.com/office/drawing/2014/main" id="{5B38128B-385C-B928-A4A8-BD98929D3DD4}"/>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2803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653127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8020734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6218442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0265678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1275127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27/10/2022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5317018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27/10/2022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586149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27/10/2022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6106344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27/10/2022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791785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27/10/2022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542466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27/10/2022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655263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27/10/2022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8567885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123921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27/10/2022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6372335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6D7D-B85B-471E-9989-236150E517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92B731F-3429-4375-BD3F-8472636229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0837DEC-0E71-4A6A-9451-8FF5EA4C9AA7}"/>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5" name="Footer Placeholder 4">
            <a:extLst>
              <a:ext uri="{FF2B5EF4-FFF2-40B4-BE49-F238E27FC236}">
                <a16:creationId xmlns:a16="http://schemas.microsoft.com/office/drawing/2014/main" id="{05CBFB79-FB0F-4C9E-ADBD-431EF072535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C049CA5-1399-4454-B22A-7CD2A3B1B0AB}"/>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5173317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F9958-7C52-4F77-8E07-10AA9A0B62B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4D40DD7-1BC6-4E37-A4B9-210F6DB8BF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09952E7-FB03-4020-8819-1F007FD408AB}"/>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5" name="Footer Placeholder 4">
            <a:extLst>
              <a:ext uri="{FF2B5EF4-FFF2-40B4-BE49-F238E27FC236}">
                <a16:creationId xmlns:a16="http://schemas.microsoft.com/office/drawing/2014/main" id="{492B9C09-381F-4A6E-A852-5A21D2CCC6D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226B278-E1B1-44E5-A8A8-F888A1B37602}"/>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38820459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C6483-DFC1-4904-9B09-33AD178A45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F2B2E5D-7BB9-4996-8A4B-44D79FC46E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FBDDF1-0C97-4465-A9EF-6E9175E94512}"/>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5" name="Footer Placeholder 4">
            <a:extLst>
              <a:ext uri="{FF2B5EF4-FFF2-40B4-BE49-F238E27FC236}">
                <a16:creationId xmlns:a16="http://schemas.microsoft.com/office/drawing/2014/main" id="{108650E1-1851-448D-A3CC-606D0BE817D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D5137C-1B52-41B7-BF98-D549D7F41208}"/>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54026783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D071C-E5EF-4BA3-8B52-E44A10FA8F6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F9689DD-F98E-4079-8DAD-771FEC2523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808C321-C912-4B6C-B68C-794E90AB41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A85D4FB-C162-4200-B7B3-CD7D7F46BC9F}"/>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6" name="Footer Placeholder 5">
            <a:extLst>
              <a:ext uri="{FF2B5EF4-FFF2-40B4-BE49-F238E27FC236}">
                <a16:creationId xmlns:a16="http://schemas.microsoft.com/office/drawing/2014/main" id="{DF29E9A1-80EA-4AE4-859E-D249D4EA983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B5E5655-A318-40A4-AFAE-947097286D6D}"/>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1697685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D498C-4203-4DF3-AEDD-B82DADB1FA8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214B6DF-74C9-490F-BDA0-C9DA30349E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286E57-B90F-474F-8326-4DE00CC632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DDBDA92-C459-468E-A78B-E1008AFCB6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D74029-26A7-4074-B98F-7D25A4436D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5165B6F-E703-4095-A382-D22C6F2843F3}"/>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8" name="Footer Placeholder 7">
            <a:extLst>
              <a:ext uri="{FF2B5EF4-FFF2-40B4-BE49-F238E27FC236}">
                <a16:creationId xmlns:a16="http://schemas.microsoft.com/office/drawing/2014/main" id="{3DE4AEAC-5CE9-4769-BC92-547D417DE05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A44E655-83FD-45A7-8A79-D487FEE8BB47}"/>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3291886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0AD90-E9D6-47CE-BF12-D9FEF0D7CC65}"/>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425E00A-3996-4265-8781-A14169BA229B}"/>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4" name="Footer Placeholder 3">
            <a:extLst>
              <a:ext uri="{FF2B5EF4-FFF2-40B4-BE49-F238E27FC236}">
                <a16:creationId xmlns:a16="http://schemas.microsoft.com/office/drawing/2014/main" id="{17A80ED2-5E18-4440-A06D-318A4B6FE24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7DDAC79E-FB9D-40B2-9E46-79EE6E90A59F}"/>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20281928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8133C6-8ECD-48BD-A520-B57A427CACC2}"/>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3" name="Footer Placeholder 2">
            <a:extLst>
              <a:ext uri="{FF2B5EF4-FFF2-40B4-BE49-F238E27FC236}">
                <a16:creationId xmlns:a16="http://schemas.microsoft.com/office/drawing/2014/main" id="{2AC591EE-E8CC-4419-9524-AA0A1309F22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F0EC893-5A0A-49BE-A1AC-CDE523914942}"/>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4230117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7B15-2E7B-4A9A-AC22-22C874B2DA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282BFB21-E504-41AF-8AC7-C0F665A79E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B04CE7A-547C-4598-A0DB-A4FB186FC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A934B0-7348-4D80-9409-0241B3F9D660}"/>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6" name="Footer Placeholder 5">
            <a:extLst>
              <a:ext uri="{FF2B5EF4-FFF2-40B4-BE49-F238E27FC236}">
                <a16:creationId xmlns:a16="http://schemas.microsoft.com/office/drawing/2014/main" id="{E682BD8C-DE54-44DE-B577-8FFB940E648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671A59B-AC87-4D2B-9562-0CCC668F741C}"/>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4163252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781A0-8CB6-43DF-80D0-0D2D02BE7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21F9633-08C7-43DB-9188-ABDA3D199E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842204E-257E-41F0-8AF8-A27EE4E2BD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BA235-492B-47C0-BCE1-58CB2BC56972}"/>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6" name="Footer Placeholder 5">
            <a:extLst>
              <a:ext uri="{FF2B5EF4-FFF2-40B4-BE49-F238E27FC236}">
                <a16:creationId xmlns:a16="http://schemas.microsoft.com/office/drawing/2014/main" id="{14EE7AFB-F280-4008-ADD4-03A28256862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AD5E1AF-AC8B-4E37-BA5B-D20EB6A13F67}"/>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33892772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DD58F-67CD-4ACA-A56A-0AA33F504FF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2849511-EA1D-490C-8016-02B147978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80B5143-4AA0-4F48-ABB3-E05E5D06DD78}"/>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5" name="Footer Placeholder 4">
            <a:extLst>
              <a:ext uri="{FF2B5EF4-FFF2-40B4-BE49-F238E27FC236}">
                <a16:creationId xmlns:a16="http://schemas.microsoft.com/office/drawing/2014/main" id="{E6725E42-53EB-4E80-A9E5-9606E6DFAC8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F4963A-4891-47BA-9A68-B995B72F94D5}"/>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150716657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C075B-B6EB-4370-8E5F-9213E62386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FCE2B5B-C882-4D96-9ECB-677D6F5798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2F54E5C-5ED7-433F-8899-081AE897C4F8}"/>
              </a:ext>
            </a:extLst>
          </p:cNvPr>
          <p:cNvSpPr>
            <a:spLocks noGrp="1"/>
          </p:cNvSpPr>
          <p:nvPr>
            <p:ph type="dt" sz="half" idx="10"/>
          </p:nvPr>
        </p:nvSpPr>
        <p:spPr/>
        <p:txBody>
          <a:bodyPr/>
          <a:lstStyle/>
          <a:p>
            <a:fld id="{0D59DDF3-4AB1-4211-9BB2-1910E7FCA6F6}" type="datetimeFigureOut">
              <a:rPr lang="en-AU" smtClean="0"/>
              <a:t>27/10/2022</a:t>
            </a:fld>
            <a:endParaRPr lang="en-AU"/>
          </a:p>
        </p:txBody>
      </p:sp>
      <p:sp>
        <p:nvSpPr>
          <p:cNvPr id="5" name="Footer Placeholder 4">
            <a:extLst>
              <a:ext uri="{FF2B5EF4-FFF2-40B4-BE49-F238E27FC236}">
                <a16:creationId xmlns:a16="http://schemas.microsoft.com/office/drawing/2014/main" id="{4FE3F978-A805-4BF2-8CDA-0A4D192B6B5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B6A5384-9426-4DB0-B3FD-BD8D334A7E19}"/>
              </a:ext>
            </a:extLst>
          </p:cNvPr>
          <p:cNvSpPr>
            <a:spLocks noGrp="1"/>
          </p:cNvSpPr>
          <p:nvPr>
            <p:ph type="sldNum" sz="quarter" idx="12"/>
          </p:nvPr>
        </p:nvSpPr>
        <p:spPr/>
        <p:txBody>
          <a:bodyPr/>
          <a:lstStyle/>
          <a:p>
            <a:fld id="{80E8370D-0DF6-4840-9567-C440E4977992}" type="slidenum">
              <a:rPr lang="en-AU" smtClean="0"/>
              <a:t>‹#›</a:t>
            </a:fld>
            <a:endParaRPr lang="en-AU"/>
          </a:p>
        </p:txBody>
      </p:sp>
    </p:spTree>
    <p:extLst>
      <p:ext uri="{BB962C8B-B14F-4D97-AF65-F5344CB8AC3E}">
        <p14:creationId xmlns:p14="http://schemas.microsoft.com/office/powerpoint/2010/main" val="2835278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DB18-2D5D-4EBD-80C8-824573BE50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AE8A3CC-2C10-4DE8-A2AF-653E084561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18F4713-9C0E-4B46-AF7D-B586F4F76C5C}"/>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5" name="Footer Placeholder 4">
            <a:extLst>
              <a:ext uri="{FF2B5EF4-FFF2-40B4-BE49-F238E27FC236}">
                <a16:creationId xmlns:a16="http://schemas.microsoft.com/office/drawing/2014/main" id="{96E80818-07C4-49FF-92FE-1486F9D253B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CB887B6-1B6D-45B0-8F84-3A4A181B1730}"/>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120309914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8A17F-E955-4F88-938E-BF833579748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6707303-DC45-43DD-BCB8-AAD3D248A4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681FEFD-AB23-4359-AAA9-FBD3DCC5435F}"/>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5" name="Footer Placeholder 4">
            <a:extLst>
              <a:ext uri="{FF2B5EF4-FFF2-40B4-BE49-F238E27FC236}">
                <a16:creationId xmlns:a16="http://schemas.microsoft.com/office/drawing/2014/main" id="{8901AC81-4477-4246-AAF9-51804736ABD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BD179A2-718D-4608-B80D-5737D8D8899D}"/>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22227227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8FEF1-04F9-428E-A70C-9F85CBE95F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7107752-7114-4A85-8211-64E10FC1D0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F9A8D1-883A-49C0-928A-4EDEC5A1E283}"/>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5" name="Footer Placeholder 4">
            <a:extLst>
              <a:ext uri="{FF2B5EF4-FFF2-40B4-BE49-F238E27FC236}">
                <a16:creationId xmlns:a16="http://schemas.microsoft.com/office/drawing/2014/main" id="{45231776-BE32-4041-BCE5-851DD5E6258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4689FFE-8597-4953-BCD3-83F1C913181F}"/>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174316490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AF5B-AA80-4E2A-B875-18FD4AEE70D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3A37EC5-249A-4A6B-B6B9-115C20BA7B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CB454707-F289-40DD-8DCE-5FE27B1680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51ACFEC-EEC3-4AC1-A9BB-B3A2736271DF}"/>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6" name="Footer Placeholder 5">
            <a:extLst>
              <a:ext uri="{FF2B5EF4-FFF2-40B4-BE49-F238E27FC236}">
                <a16:creationId xmlns:a16="http://schemas.microsoft.com/office/drawing/2014/main" id="{99A9B2A0-6A17-4438-AAD2-74B6D10674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68DEA5C-4E29-496E-84BC-94D98E2EE67A}"/>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18352144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6995C-407B-4F53-845D-BCDB8D42F2B3}"/>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468E29F-7F8C-4BC4-BB1B-446CF279B0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89EACC-FF5D-49F3-A6A3-E6439DE91A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3AAE6D92-6984-46AB-9709-F2BC60D0C8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BC4DAA-42EB-48BC-A943-D3CFFE17DA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BFF43CD-99F9-40E8-8F4E-B2D10239DD52}"/>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8" name="Footer Placeholder 7">
            <a:extLst>
              <a:ext uri="{FF2B5EF4-FFF2-40B4-BE49-F238E27FC236}">
                <a16:creationId xmlns:a16="http://schemas.microsoft.com/office/drawing/2014/main" id="{AA7DA317-FB17-4936-B469-0A3878FC44C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7AD2B91-A3E2-47DF-AC07-0C9915BF7BD3}"/>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171519248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D2057-A79E-4BCA-9BCA-F1C839EEDF2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9E77378-F23C-4C2E-8538-9AD0903A9C61}"/>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4" name="Footer Placeholder 3">
            <a:extLst>
              <a:ext uri="{FF2B5EF4-FFF2-40B4-BE49-F238E27FC236}">
                <a16:creationId xmlns:a16="http://schemas.microsoft.com/office/drawing/2014/main" id="{854021C2-BE45-44D5-B19E-0C1EAF5D2A5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E9F6DA3-A707-4194-A9A8-E73279DF444F}"/>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328497467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07BCC3-4DA1-4C15-9DFF-B38E93BBA215}"/>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3" name="Footer Placeholder 2">
            <a:extLst>
              <a:ext uri="{FF2B5EF4-FFF2-40B4-BE49-F238E27FC236}">
                <a16:creationId xmlns:a16="http://schemas.microsoft.com/office/drawing/2014/main" id="{984F5013-FD32-4F59-8416-0F4D4EBA1B1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016C2E0-D29B-4EBF-923B-D3801CE402EB}"/>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33867228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E5627-9A1A-41C6-AAF8-D5610962DF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3D6544B-05A1-49D9-A5A5-1FF72E0F17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9B5E498-74C9-45B8-BBC1-D164D8919F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9869AC-F308-457D-8A63-5A74CBA31FA0}"/>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6" name="Footer Placeholder 5">
            <a:extLst>
              <a:ext uri="{FF2B5EF4-FFF2-40B4-BE49-F238E27FC236}">
                <a16:creationId xmlns:a16="http://schemas.microsoft.com/office/drawing/2014/main" id="{FB5EC8A6-BBE3-4A85-AAF6-402D4309E1A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DF65BE5-7B0B-4477-97D2-86D2ACDECEE5}"/>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307893132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E89BB-B860-48A2-B108-269678CF1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C335E73-0624-4BC5-B001-109DDB0CB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0FB8757-4EA8-46A2-9033-00AED0EA6F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119D5F-2924-4D16-A579-FB86C0E93022}"/>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6" name="Footer Placeholder 5">
            <a:extLst>
              <a:ext uri="{FF2B5EF4-FFF2-40B4-BE49-F238E27FC236}">
                <a16:creationId xmlns:a16="http://schemas.microsoft.com/office/drawing/2014/main" id="{00EBC828-7829-4CF4-AEC8-CFC330379EB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C217A41-B3F8-4DB3-A14E-752A5D6E2A71}"/>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345731029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0F38F-E039-49E0-B394-554ED34BEDD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10F3A9E-9EFE-4BBD-852D-54C9F95A16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31F6E56-1FBD-4C12-A9B0-BF8F748E0D27}"/>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5" name="Footer Placeholder 4">
            <a:extLst>
              <a:ext uri="{FF2B5EF4-FFF2-40B4-BE49-F238E27FC236}">
                <a16:creationId xmlns:a16="http://schemas.microsoft.com/office/drawing/2014/main" id="{646F5798-CAE6-4CEB-B531-6B40F2A8F50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AB4D1D1-08C5-4C06-8735-85972D231E41}"/>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279098564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CE7B74-A540-478B-B630-700F6E0EF7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63A59A2-BAC5-44D6-BEC8-6F8A27F8DE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2C472F-2E28-4872-BFC9-8751E055DB23}"/>
              </a:ext>
            </a:extLst>
          </p:cNvPr>
          <p:cNvSpPr>
            <a:spLocks noGrp="1"/>
          </p:cNvSpPr>
          <p:nvPr>
            <p:ph type="dt" sz="half" idx="10"/>
          </p:nvPr>
        </p:nvSpPr>
        <p:spPr/>
        <p:txBody>
          <a:bodyPr/>
          <a:lstStyle/>
          <a:p>
            <a:fld id="{00CBBCF6-7FA6-4845-82CE-FFACADAAD21A}" type="datetimeFigureOut">
              <a:rPr lang="en-AU" smtClean="0"/>
              <a:t>27/10/2022</a:t>
            </a:fld>
            <a:endParaRPr lang="en-AU"/>
          </a:p>
        </p:txBody>
      </p:sp>
      <p:sp>
        <p:nvSpPr>
          <p:cNvPr id="5" name="Footer Placeholder 4">
            <a:extLst>
              <a:ext uri="{FF2B5EF4-FFF2-40B4-BE49-F238E27FC236}">
                <a16:creationId xmlns:a16="http://schemas.microsoft.com/office/drawing/2014/main" id="{5DEBE362-CFA0-483E-B5D4-CF9B71EA70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E48C340-EE24-4EA3-8DFE-B3771F09246F}"/>
              </a:ext>
            </a:extLst>
          </p:cNvPr>
          <p:cNvSpPr>
            <a:spLocks noGrp="1"/>
          </p:cNvSpPr>
          <p:nvPr>
            <p:ph type="sldNum" sz="quarter" idx="12"/>
          </p:nvPr>
        </p:nvSpPr>
        <p:spPr/>
        <p:txBody>
          <a:bodyPr/>
          <a:lstStyle/>
          <a:p>
            <a:fld id="{D6C7C7D2-F844-46E8-A94F-F3C3DD8C4F92}" type="slidenum">
              <a:rPr lang="en-AU" smtClean="0"/>
              <a:t>‹#›</a:t>
            </a:fld>
            <a:endParaRPr lang="en-AU"/>
          </a:p>
        </p:txBody>
      </p:sp>
    </p:spTree>
    <p:extLst>
      <p:ext uri="{BB962C8B-B14F-4D97-AF65-F5344CB8AC3E}">
        <p14:creationId xmlns:p14="http://schemas.microsoft.com/office/powerpoint/2010/main" val="32151298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09954641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74518910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7643578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32730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10/27/2022</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72282260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23701107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44858760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5411736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86041411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66298705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10/27/2022</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61619488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24440778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237730748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171587017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128343149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23625709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35802403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188602623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57188712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355522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259225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11232191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289587777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2803479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61479538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20257233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0757529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187165B-7840-419D-9B94-610A40BF0CB9}"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D203B4-DF6C-4B13-9CBC-86E9709AA3C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27096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87165B-7840-419D-9B94-610A40BF0CB9}"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D203B4-DF6C-4B13-9CBC-86E9709AA3C0}" type="slidenum">
              <a:rPr lang="en-AU" smtClean="0"/>
              <a:t>‹#›</a:t>
            </a:fld>
            <a:endParaRPr lang="en-AU"/>
          </a:p>
        </p:txBody>
      </p:sp>
    </p:spTree>
    <p:extLst>
      <p:ext uri="{BB962C8B-B14F-4D97-AF65-F5344CB8AC3E}">
        <p14:creationId xmlns:p14="http://schemas.microsoft.com/office/powerpoint/2010/main" val="411564285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7165B-7840-419D-9B94-610A40BF0CB9}"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D203B4-DF6C-4B13-9CBC-86E9709AA3C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90048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87165B-7840-419D-9B94-610A40BF0CB9}"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9D203B4-DF6C-4B13-9CBC-86E9709AA3C0}" type="slidenum">
              <a:rPr lang="en-AU" smtClean="0"/>
              <a:t>‹#›</a:t>
            </a:fld>
            <a:endParaRPr lang="en-AU"/>
          </a:p>
        </p:txBody>
      </p:sp>
    </p:spTree>
    <p:extLst>
      <p:ext uri="{BB962C8B-B14F-4D97-AF65-F5344CB8AC3E}">
        <p14:creationId xmlns:p14="http://schemas.microsoft.com/office/powerpoint/2010/main" val="307313718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87165B-7840-419D-9B94-610A40BF0CB9}" type="datetimeFigureOut">
              <a:rPr lang="en-AU" smtClean="0"/>
              <a:t>27/10/2022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9D203B4-DF6C-4B13-9CBC-86E9709AA3C0}" type="slidenum">
              <a:rPr lang="en-AU" smtClean="0"/>
              <a:t>‹#›</a:t>
            </a:fld>
            <a:endParaRPr lang="en-AU"/>
          </a:p>
        </p:txBody>
      </p:sp>
    </p:spTree>
    <p:extLst>
      <p:ext uri="{BB962C8B-B14F-4D97-AF65-F5344CB8AC3E}">
        <p14:creationId xmlns:p14="http://schemas.microsoft.com/office/powerpoint/2010/main" val="388621313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87165B-7840-419D-9B94-610A40BF0CB9}" type="datetimeFigureOut">
              <a:rPr lang="en-AU" smtClean="0"/>
              <a:t>27/10/2022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9D203B4-DF6C-4B13-9CBC-86E9709AA3C0}" type="slidenum">
              <a:rPr lang="en-AU" smtClean="0"/>
              <a:t>‹#›</a:t>
            </a:fld>
            <a:endParaRPr lang="en-AU"/>
          </a:p>
        </p:txBody>
      </p:sp>
    </p:spTree>
    <p:extLst>
      <p:ext uri="{BB962C8B-B14F-4D97-AF65-F5344CB8AC3E}">
        <p14:creationId xmlns:p14="http://schemas.microsoft.com/office/powerpoint/2010/main" val="166147276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87165B-7840-419D-9B94-610A40BF0CB9}" type="datetimeFigureOut">
              <a:rPr lang="en-AU" smtClean="0"/>
              <a:t>27/10/2022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9D203B4-DF6C-4B13-9CBC-86E9709AA3C0}" type="slidenum">
              <a:rPr lang="en-AU" smtClean="0"/>
              <a:t>‹#›</a:t>
            </a:fld>
            <a:endParaRPr lang="en-AU"/>
          </a:p>
        </p:txBody>
      </p:sp>
    </p:spTree>
    <p:extLst>
      <p:ext uri="{BB962C8B-B14F-4D97-AF65-F5344CB8AC3E}">
        <p14:creationId xmlns:p14="http://schemas.microsoft.com/office/powerpoint/2010/main" val="317660726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87165B-7840-419D-9B94-610A40BF0CB9}"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9D203B4-DF6C-4B13-9CBC-86E9709AA3C0}" type="slidenum">
              <a:rPr lang="en-AU" smtClean="0"/>
              <a:t>‹#›</a:t>
            </a:fld>
            <a:endParaRPr lang="en-AU"/>
          </a:p>
        </p:txBody>
      </p:sp>
    </p:spTree>
    <p:extLst>
      <p:ext uri="{BB962C8B-B14F-4D97-AF65-F5344CB8AC3E}">
        <p14:creationId xmlns:p14="http://schemas.microsoft.com/office/powerpoint/2010/main" val="113349247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87165B-7840-419D-9B94-610A40BF0CB9}"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9D203B4-DF6C-4B13-9CBC-86E9709AA3C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659116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87165B-7840-419D-9B94-610A40BF0CB9}"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D203B4-DF6C-4B13-9CBC-86E9709AA3C0}" type="slidenum">
              <a:rPr lang="en-AU" smtClean="0"/>
              <a:t>‹#›</a:t>
            </a:fld>
            <a:endParaRPr lang="en-AU"/>
          </a:p>
        </p:txBody>
      </p:sp>
    </p:spTree>
    <p:extLst>
      <p:ext uri="{BB962C8B-B14F-4D97-AF65-F5344CB8AC3E}">
        <p14:creationId xmlns:p14="http://schemas.microsoft.com/office/powerpoint/2010/main" val="68523495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87165B-7840-419D-9B94-610A40BF0CB9}"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D203B4-DF6C-4B13-9CBC-86E9709AA3C0}" type="slidenum">
              <a:rPr lang="en-AU" smtClean="0"/>
              <a:t>‹#›</a:t>
            </a:fld>
            <a:endParaRPr lang="en-AU"/>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653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4125492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67729291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129834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50072807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55296122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84702632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41748529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0112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39797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36514600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10/27/2022</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12780208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56D6-F195-48D7-978E-7EE16D430469}"/>
              </a:ext>
            </a:extLst>
          </p:cNvPr>
          <p:cNvSpPr>
            <a:spLocks noGrp="1"/>
          </p:cNvSpPr>
          <p:nvPr>
            <p:ph type="ctrTitle"/>
          </p:nvPr>
        </p:nvSpPr>
        <p:spPr>
          <a:xfrm>
            <a:off x="1756946" y="1104900"/>
            <a:ext cx="8376514" cy="3120504"/>
          </a:xfrm>
        </p:spPr>
        <p:txBody>
          <a:bodyPr anchor="b">
            <a:normAutofit/>
          </a:bodyPr>
          <a:lstStyle>
            <a:lvl1pPr algn="ctr">
              <a:lnSpc>
                <a:spcPct val="110000"/>
              </a:lnSpc>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0A72F42-5C88-4F7D-803B-C371B570D784}"/>
              </a:ext>
            </a:extLst>
          </p:cNvPr>
          <p:cNvSpPr>
            <a:spLocks noGrp="1"/>
          </p:cNvSpPr>
          <p:nvPr>
            <p:ph type="subTitle" idx="1"/>
          </p:nvPr>
        </p:nvSpPr>
        <p:spPr>
          <a:xfrm>
            <a:off x="2908039" y="4442385"/>
            <a:ext cx="6074328" cy="984023"/>
          </a:xfrm>
        </p:spPr>
        <p:txBody>
          <a:bodyPr>
            <a:normAutofit/>
          </a:bodyPr>
          <a:lstStyle>
            <a:lvl1pPr marL="0" indent="0" algn="ctr">
              <a:lnSpc>
                <a:spcPct val="100000"/>
              </a:lnSpc>
              <a:buNone/>
              <a:defRPr sz="2000" i="0" spc="16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0384F3-2D6A-49F6-8F79-F3955E90484E}"/>
              </a:ext>
            </a:extLst>
          </p:cNvPr>
          <p:cNvSpPr>
            <a:spLocks noGrp="1"/>
          </p:cNvSpPr>
          <p:nvPr>
            <p:ph type="dt" sz="half" idx="10"/>
          </p:nvPr>
        </p:nvSpPr>
        <p:spPr/>
        <p:txBody>
          <a:bodyPr/>
          <a:lstStyle/>
          <a:p>
            <a:fld id="{91F9259A-1FE3-4FF9-8A07-BDD8177164ED}" type="datetime4">
              <a:rPr lang="en-US" smtClean="0"/>
              <a:t>October 27, 2022</a:t>
            </a:fld>
            <a:endParaRPr lang="en-US"/>
          </a:p>
        </p:txBody>
      </p:sp>
      <p:sp>
        <p:nvSpPr>
          <p:cNvPr id="5" name="Footer Placeholder 4">
            <a:extLst>
              <a:ext uri="{FF2B5EF4-FFF2-40B4-BE49-F238E27FC236}">
                <a16:creationId xmlns:a16="http://schemas.microsoft.com/office/drawing/2014/main" id="{95363F32-CD31-4801-BAE4-09EEB1262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5D34C-49ED-4ADB-8693-73B790764F3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40099503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B333-9E16-4502-96B5-3F586B7E003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6ED0795-5EC7-4FF8-9FC7-22AFA3C55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A2DA5B-9862-4A23-8FEC-5C1ABC2EEF1B}"/>
              </a:ext>
            </a:extLst>
          </p:cNvPr>
          <p:cNvSpPr>
            <a:spLocks noGrp="1"/>
          </p:cNvSpPr>
          <p:nvPr>
            <p:ph type="dt" sz="half" idx="10"/>
          </p:nvPr>
        </p:nvSpPr>
        <p:spPr>
          <a:xfrm rot="5400000">
            <a:off x="10506456" y="5074920"/>
            <a:ext cx="2647667" cy="365125"/>
          </a:xfrm>
        </p:spPr>
        <p:txBody>
          <a:bodyPr/>
          <a:lstStyle/>
          <a:p>
            <a:fld id="{5D340FED-6E95-4177-A7EF-CD303B9E611D}" type="datetime4">
              <a:rPr lang="en-US" smtClean="0"/>
              <a:t>October 27, 2022</a:t>
            </a:fld>
            <a:endParaRPr lang="en-US"/>
          </a:p>
        </p:txBody>
      </p:sp>
      <p:sp>
        <p:nvSpPr>
          <p:cNvPr id="5" name="Footer Placeholder 4">
            <a:extLst>
              <a:ext uri="{FF2B5EF4-FFF2-40B4-BE49-F238E27FC236}">
                <a16:creationId xmlns:a16="http://schemas.microsoft.com/office/drawing/2014/main" id="{C63D9A4B-0DA7-46BB-9DCE-3F26075C44C6}"/>
              </a:ext>
            </a:extLst>
          </p:cNvPr>
          <p:cNvSpPr>
            <a:spLocks noGrp="1"/>
          </p:cNvSpPr>
          <p:nvPr>
            <p:ph type="ftr" sz="quarter" idx="11"/>
          </p:nvPr>
        </p:nvSpPr>
        <p:spPr>
          <a:xfrm rot="5400000">
            <a:off x="10451592" y="1408176"/>
            <a:ext cx="2770499" cy="365125"/>
          </a:xfrm>
        </p:spPr>
        <p:txBody>
          <a:bodyPr/>
          <a:lstStyle/>
          <a:p>
            <a:endParaRPr lang="en-US" dirty="0"/>
          </a:p>
        </p:txBody>
      </p:sp>
      <p:sp>
        <p:nvSpPr>
          <p:cNvPr id="6" name="Slide Number Placeholder 5">
            <a:extLst>
              <a:ext uri="{FF2B5EF4-FFF2-40B4-BE49-F238E27FC236}">
                <a16:creationId xmlns:a16="http://schemas.microsoft.com/office/drawing/2014/main" id="{EE6A7C47-81AC-431C-A7C3-2BC71AD14417}"/>
              </a:ext>
            </a:extLst>
          </p:cNvPr>
          <p:cNvSpPr>
            <a:spLocks noGrp="1"/>
          </p:cNvSpPr>
          <p:nvPr>
            <p:ph type="sldNum" sz="quarter" idx="12"/>
          </p:nvPr>
        </p:nvSpPr>
        <p:spPr>
          <a:xfrm>
            <a:off x="11558016" y="3136392"/>
            <a:ext cx="545911" cy="580029"/>
          </a:xfrm>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69886738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2E47-4DC7-46C4-9407-FA4CF7E0AAE3}"/>
              </a:ext>
            </a:extLst>
          </p:cNvPr>
          <p:cNvSpPr>
            <a:spLocks noGrp="1"/>
          </p:cNvSpPr>
          <p:nvPr>
            <p:ph type="title"/>
          </p:nvPr>
        </p:nvSpPr>
        <p:spPr>
          <a:xfrm>
            <a:off x="1052513" y="1709738"/>
            <a:ext cx="9087774" cy="3438524"/>
          </a:xfrm>
        </p:spPr>
        <p:txBody>
          <a:bodyPr anchor="b">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F7B502-122E-4177-A408-FC436A254215}"/>
              </a:ext>
            </a:extLst>
          </p:cNvPr>
          <p:cNvSpPr>
            <a:spLocks noGrp="1"/>
          </p:cNvSpPr>
          <p:nvPr>
            <p:ph type="body" idx="1"/>
          </p:nvPr>
        </p:nvSpPr>
        <p:spPr>
          <a:xfrm>
            <a:off x="1052513" y="5148262"/>
            <a:ext cx="8844522" cy="113823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29696-2AEF-4765-B33E-7DA328E464FF}"/>
              </a:ext>
            </a:extLst>
          </p:cNvPr>
          <p:cNvSpPr>
            <a:spLocks noGrp="1"/>
          </p:cNvSpPr>
          <p:nvPr>
            <p:ph type="dt" sz="half" idx="10"/>
          </p:nvPr>
        </p:nvSpPr>
        <p:spPr/>
        <p:txBody>
          <a:bodyPr/>
          <a:lstStyle/>
          <a:p>
            <a:fld id="{477962CB-39AD-45A9-800F-54DAB53D6021}" type="datetime4">
              <a:rPr lang="en-US" smtClean="0"/>
              <a:t>October 27, 2022</a:t>
            </a:fld>
            <a:endParaRPr lang="en-US"/>
          </a:p>
        </p:txBody>
      </p:sp>
      <p:sp>
        <p:nvSpPr>
          <p:cNvPr id="5" name="Footer Placeholder 4">
            <a:extLst>
              <a:ext uri="{FF2B5EF4-FFF2-40B4-BE49-F238E27FC236}">
                <a16:creationId xmlns:a16="http://schemas.microsoft.com/office/drawing/2014/main" id="{4729B2E4-2F1C-4FEE-AAB2-4FCC3EEFD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7D4B8-E107-480A-AA17-261CA49BBB5D}"/>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76776549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AE8-3305-4F08-BECB-56AD7FD4E4B1}"/>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77021AC-6D8D-4D24-8B01-8AE8F41BE4B8}"/>
              </a:ext>
            </a:extLst>
          </p:cNvPr>
          <p:cNvSpPr>
            <a:spLocks noGrp="1"/>
          </p:cNvSpPr>
          <p:nvPr>
            <p:ph sz="half" idx="1"/>
          </p:nvPr>
        </p:nvSpPr>
        <p:spPr>
          <a:xfrm>
            <a:off x="1050878" y="1825624"/>
            <a:ext cx="4473622" cy="4460875"/>
          </a:xfrm>
        </p:spPr>
        <p:txBody>
          <a:bodyPr/>
          <a:lstStyle>
            <a:lvl2pPr marL="274320" indent="0">
              <a:buFontTx/>
              <a:buNone/>
              <a:defRPr/>
            </a:lvl2pPr>
            <a:lvl3pPr marL="502920">
              <a:defRPr/>
            </a:lvl3pPr>
            <a:lvl4pPr marL="548640" indent="0">
              <a:buFontTx/>
              <a:buNone/>
              <a:defRPr/>
            </a:lvl4pPr>
            <a:lvl5pPr marL="7315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8E7F49C-3DB3-40B7-89B3-E3BC32FC110F}"/>
              </a:ext>
            </a:extLst>
          </p:cNvPr>
          <p:cNvSpPr>
            <a:spLocks noGrp="1"/>
          </p:cNvSpPr>
          <p:nvPr>
            <p:ph sz="half" idx="2"/>
          </p:nvPr>
        </p:nvSpPr>
        <p:spPr>
          <a:xfrm>
            <a:off x="5844540" y="1825624"/>
            <a:ext cx="5016943"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1E33D58-BDF5-4F1F-806B-0491CB3624A9}"/>
              </a:ext>
            </a:extLst>
          </p:cNvPr>
          <p:cNvSpPr>
            <a:spLocks noGrp="1"/>
          </p:cNvSpPr>
          <p:nvPr>
            <p:ph type="dt" sz="half" idx="10"/>
          </p:nvPr>
        </p:nvSpPr>
        <p:spPr/>
        <p:txBody>
          <a:bodyPr/>
          <a:lstStyle/>
          <a:p>
            <a:fld id="{2DEDF93D-55AB-4606-B9D7-742F1FC51983}" type="datetime4">
              <a:rPr lang="en-US" smtClean="0"/>
              <a:t>October 27, 2022</a:t>
            </a:fld>
            <a:endParaRPr lang="en-US" dirty="0"/>
          </a:p>
        </p:txBody>
      </p:sp>
      <p:sp>
        <p:nvSpPr>
          <p:cNvPr id="6" name="Footer Placeholder 5">
            <a:extLst>
              <a:ext uri="{FF2B5EF4-FFF2-40B4-BE49-F238E27FC236}">
                <a16:creationId xmlns:a16="http://schemas.microsoft.com/office/drawing/2014/main" id="{848BCBFD-1FE1-441A-B3AF-C3E7E7B8D1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CE272-E6FB-455B-BACB-2471D66D956F}"/>
              </a:ext>
            </a:extLst>
          </p:cNvPr>
          <p:cNvSpPr>
            <a:spLocks noGrp="1"/>
          </p:cNvSpPr>
          <p:nvPr>
            <p:ph type="sldNum" sz="quarter" idx="12"/>
          </p:nvPr>
        </p:nvSpPr>
        <p:spPr/>
        <p:txBody>
          <a:bodyPr/>
          <a:lstStyle/>
          <a:p>
            <a:fld id="{9D4AEF59-F28E-467C-9EA3-92D1CFAD475A}" type="slidenum">
              <a:rPr lang="en-US" smtClean="0"/>
              <a:t>‹#›</a:t>
            </a:fld>
            <a:endParaRPr lang="en-US" dirty="0"/>
          </a:p>
        </p:txBody>
      </p:sp>
    </p:spTree>
    <p:extLst>
      <p:ext uri="{BB962C8B-B14F-4D97-AF65-F5344CB8AC3E}">
        <p14:creationId xmlns:p14="http://schemas.microsoft.com/office/powerpoint/2010/main" val="91604614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3A4FB-9EF5-4D6C-A275-2DE1077A29E7}"/>
              </a:ext>
            </a:extLst>
          </p:cNvPr>
          <p:cNvSpPr>
            <a:spLocks noGrp="1"/>
          </p:cNvSpPr>
          <p:nvPr>
            <p:ph type="body" idx="1"/>
          </p:nvPr>
        </p:nvSpPr>
        <p:spPr>
          <a:xfrm>
            <a:off x="1071563" y="1835219"/>
            <a:ext cx="4452938"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DC9972A-4D34-4A9F-84EB-8D64A703B56C}"/>
              </a:ext>
            </a:extLst>
          </p:cNvPr>
          <p:cNvSpPr>
            <a:spLocks noGrp="1"/>
          </p:cNvSpPr>
          <p:nvPr>
            <p:ph sz="half" idx="2"/>
          </p:nvPr>
        </p:nvSpPr>
        <p:spPr>
          <a:xfrm>
            <a:off x="1071562" y="2717801"/>
            <a:ext cx="4452938" cy="3559452"/>
          </a:xfrm>
        </p:spPr>
        <p:txBody>
          <a:bodyPr/>
          <a:lstStyle>
            <a:lvl2pPr marL="274320" indent="0">
              <a:buFontTx/>
              <a:buNone/>
              <a:defRPr/>
            </a:lvl2pPr>
            <a:lvl3pPr marL="548640">
              <a:defRPr/>
            </a:lvl3pPr>
            <a:lvl4pPr marL="594360" indent="0">
              <a:buFontTx/>
              <a:buNone/>
              <a:defRPr/>
            </a:lvl4pPr>
            <a:lvl5pPr marL="82296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DBBDDE3-C8D7-4600-8259-24E1F8118A41}"/>
              </a:ext>
            </a:extLst>
          </p:cNvPr>
          <p:cNvSpPr>
            <a:spLocks noGrp="1"/>
          </p:cNvSpPr>
          <p:nvPr>
            <p:ph type="body" sz="quarter" idx="3"/>
          </p:nvPr>
        </p:nvSpPr>
        <p:spPr>
          <a:xfrm>
            <a:off x="5844540" y="1835219"/>
            <a:ext cx="5016943"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4649FFF-44C7-4256-AFE1-C5457C7AB501}"/>
              </a:ext>
            </a:extLst>
          </p:cNvPr>
          <p:cNvSpPr>
            <a:spLocks noGrp="1"/>
          </p:cNvSpPr>
          <p:nvPr>
            <p:ph sz="quarter" idx="4"/>
          </p:nvPr>
        </p:nvSpPr>
        <p:spPr>
          <a:xfrm>
            <a:off x="5844540" y="2717800"/>
            <a:ext cx="5016943" cy="3559453"/>
          </a:xfrm>
        </p:spPr>
        <p:txBody>
          <a:bodyPr/>
          <a:lstStyle>
            <a:lvl2pPr marL="457200" indent="0">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BEC6ACF-080E-4B7C-B0C0-77E90C16E9F6}"/>
              </a:ext>
            </a:extLst>
          </p:cNvPr>
          <p:cNvSpPr>
            <a:spLocks noGrp="1"/>
          </p:cNvSpPr>
          <p:nvPr>
            <p:ph type="dt" sz="half" idx="10"/>
          </p:nvPr>
        </p:nvSpPr>
        <p:spPr/>
        <p:txBody>
          <a:bodyPr/>
          <a:lstStyle/>
          <a:p>
            <a:fld id="{DDF2841D-FB5C-47AB-B2FF-32E855C1EA71}" type="datetime4">
              <a:rPr lang="en-US" smtClean="0"/>
              <a:t>October 27, 2022</a:t>
            </a:fld>
            <a:endParaRPr lang="en-US"/>
          </a:p>
        </p:txBody>
      </p:sp>
      <p:sp>
        <p:nvSpPr>
          <p:cNvPr id="8" name="Footer Placeholder 7">
            <a:extLst>
              <a:ext uri="{FF2B5EF4-FFF2-40B4-BE49-F238E27FC236}">
                <a16:creationId xmlns:a16="http://schemas.microsoft.com/office/drawing/2014/main" id="{39A68C0B-BC90-4ADA-B6E6-2B30BFF9E7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BCE559-C82B-4E27-965B-4AC3C66FC8F8}"/>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12" name="Title 11">
            <a:extLst>
              <a:ext uri="{FF2B5EF4-FFF2-40B4-BE49-F238E27FC236}">
                <a16:creationId xmlns:a16="http://schemas.microsoft.com/office/drawing/2014/main" id="{3752B99E-38EC-4745-889B-124D34759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9823131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3DE7304-D393-47F0-ACCC-1F72EFCCE7CA}"/>
              </a:ext>
            </a:extLst>
          </p:cNvPr>
          <p:cNvSpPr>
            <a:spLocks noGrp="1"/>
          </p:cNvSpPr>
          <p:nvPr>
            <p:ph type="dt" sz="half" idx="10"/>
          </p:nvPr>
        </p:nvSpPr>
        <p:spPr/>
        <p:txBody>
          <a:bodyPr/>
          <a:lstStyle/>
          <a:p>
            <a:fld id="{118537E9-D174-424D-BEE8-AFC4CA5F9F97}" type="datetime4">
              <a:rPr lang="en-US" smtClean="0"/>
              <a:t>October 27, 2022</a:t>
            </a:fld>
            <a:endParaRPr lang="en-US"/>
          </a:p>
        </p:txBody>
      </p:sp>
      <p:sp>
        <p:nvSpPr>
          <p:cNvPr id="4" name="Footer Placeholder 3">
            <a:extLst>
              <a:ext uri="{FF2B5EF4-FFF2-40B4-BE49-F238E27FC236}">
                <a16:creationId xmlns:a16="http://schemas.microsoft.com/office/drawing/2014/main" id="{B68451FF-032D-4787-BA4B-5EB415494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B7511D-7256-4A08-BF62-3B3F821A6F02}"/>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6" name="Title 5">
            <a:extLst>
              <a:ext uri="{FF2B5EF4-FFF2-40B4-BE49-F238E27FC236}">
                <a16:creationId xmlns:a16="http://schemas.microsoft.com/office/drawing/2014/main" id="{03FCDA27-1C47-4EA1-A160-EC91FD88BC3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1777335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E8ADA-7BF8-433A-8770-61C690F37DCB}"/>
              </a:ext>
            </a:extLst>
          </p:cNvPr>
          <p:cNvSpPr>
            <a:spLocks noGrp="1"/>
          </p:cNvSpPr>
          <p:nvPr>
            <p:ph type="dt" sz="half" idx="10"/>
          </p:nvPr>
        </p:nvSpPr>
        <p:spPr/>
        <p:txBody>
          <a:bodyPr/>
          <a:lstStyle/>
          <a:p>
            <a:fld id="{1C7A44C0-F7AC-49C2-8289-1E7A86D9FB50}" type="datetime4">
              <a:rPr lang="en-US" smtClean="0"/>
              <a:t>October 27, 2022</a:t>
            </a:fld>
            <a:endParaRPr lang="en-US"/>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63764B-CF91-4C81-B4C3-5B5E5A97361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44298808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4801-B0C7-4458-B413-24D6E68FAA57}"/>
              </a:ext>
            </a:extLst>
          </p:cNvPr>
          <p:cNvSpPr>
            <a:spLocks noGrp="1"/>
          </p:cNvSpPr>
          <p:nvPr>
            <p:ph type="title"/>
          </p:nvPr>
        </p:nvSpPr>
        <p:spPr>
          <a:xfrm>
            <a:off x="1063633" y="457200"/>
            <a:ext cx="4170355" cy="1917509"/>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2FA0C76-733A-488A-89FB-7D04FD64BD68}"/>
              </a:ext>
            </a:extLst>
          </p:cNvPr>
          <p:cNvSpPr>
            <a:spLocks noGrp="1"/>
          </p:cNvSpPr>
          <p:nvPr>
            <p:ph idx="1"/>
          </p:nvPr>
        </p:nvSpPr>
        <p:spPr>
          <a:xfrm>
            <a:off x="5481637" y="457200"/>
            <a:ext cx="5562601" cy="59436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D45B9DE-016A-4B31-BB52-99C76E28B4B9}"/>
              </a:ext>
            </a:extLst>
          </p:cNvPr>
          <p:cNvSpPr>
            <a:spLocks noGrp="1"/>
          </p:cNvSpPr>
          <p:nvPr>
            <p:ph type="body" sz="half" idx="2"/>
          </p:nvPr>
        </p:nvSpPr>
        <p:spPr>
          <a:xfrm>
            <a:off x="1063633" y="2374708"/>
            <a:ext cx="4170355" cy="40260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6CC3-66DD-4D9A-A9C7-F588BA88C992}"/>
              </a:ext>
            </a:extLst>
          </p:cNvPr>
          <p:cNvSpPr>
            <a:spLocks noGrp="1"/>
          </p:cNvSpPr>
          <p:nvPr>
            <p:ph type="dt" sz="half" idx="10"/>
          </p:nvPr>
        </p:nvSpPr>
        <p:spPr/>
        <p:txBody>
          <a:bodyPr/>
          <a:lstStyle/>
          <a:p>
            <a:fld id="{73BB84BC-6E78-40D1-8831-40AB1F596614}" type="datetime4">
              <a:rPr lang="en-US" smtClean="0"/>
              <a:t>October 27, 2022</a:t>
            </a:fld>
            <a:endParaRPr lang="en-US"/>
          </a:p>
        </p:txBody>
      </p:sp>
      <p:sp>
        <p:nvSpPr>
          <p:cNvPr id="6" name="Footer Placeholder 5">
            <a:extLst>
              <a:ext uri="{FF2B5EF4-FFF2-40B4-BE49-F238E27FC236}">
                <a16:creationId xmlns:a16="http://schemas.microsoft.com/office/drawing/2014/main" id="{31359FC8-04EF-4F7D-8E43-4EE0E95DA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1C964-4227-4DEE-87A1-026162DDF664}"/>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46916105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EB4E-D4BB-4C86-A820-63474E5A4086}"/>
              </a:ext>
            </a:extLst>
          </p:cNvPr>
          <p:cNvSpPr>
            <a:spLocks noGrp="1"/>
          </p:cNvSpPr>
          <p:nvPr>
            <p:ph type="title"/>
          </p:nvPr>
        </p:nvSpPr>
        <p:spPr>
          <a:xfrm>
            <a:off x="1062038" y="457199"/>
            <a:ext cx="3913241" cy="192881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4FA99A1-8FAF-415D-A399-1B2C2A0F2300}"/>
              </a:ext>
            </a:extLst>
          </p:cNvPr>
          <p:cNvSpPr>
            <a:spLocks noGrp="1"/>
          </p:cNvSpPr>
          <p:nvPr>
            <p:ph type="pic" idx="1"/>
          </p:nvPr>
        </p:nvSpPr>
        <p:spPr>
          <a:xfrm>
            <a:off x="5257752" y="457200"/>
            <a:ext cx="6110288"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4A15BEE-9915-4637-85A2-2AF2872C72BC}"/>
              </a:ext>
            </a:extLst>
          </p:cNvPr>
          <p:cNvSpPr>
            <a:spLocks noGrp="1"/>
          </p:cNvSpPr>
          <p:nvPr>
            <p:ph type="body" sz="half" idx="2"/>
          </p:nvPr>
        </p:nvSpPr>
        <p:spPr>
          <a:xfrm>
            <a:off x="1062038" y="2386013"/>
            <a:ext cx="3913241" cy="4014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73427C-3B67-4ED4-925D-04B9C09AA54B}"/>
              </a:ext>
            </a:extLst>
          </p:cNvPr>
          <p:cNvSpPr>
            <a:spLocks noGrp="1"/>
          </p:cNvSpPr>
          <p:nvPr>
            <p:ph type="dt" sz="half" idx="10"/>
          </p:nvPr>
        </p:nvSpPr>
        <p:spPr/>
        <p:txBody>
          <a:bodyPr/>
          <a:lstStyle/>
          <a:p>
            <a:fld id="{ADFA080F-3961-4D42-BEDE-84A1FED032F1}" type="datetime4">
              <a:rPr lang="en-US" smtClean="0"/>
              <a:t>October 27, 2022</a:t>
            </a:fld>
            <a:endParaRPr lang="en-US"/>
          </a:p>
        </p:txBody>
      </p:sp>
      <p:sp>
        <p:nvSpPr>
          <p:cNvPr id="6" name="Footer Placeholder 5">
            <a:extLst>
              <a:ext uri="{FF2B5EF4-FFF2-40B4-BE49-F238E27FC236}">
                <a16:creationId xmlns:a16="http://schemas.microsoft.com/office/drawing/2014/main" id="{EEB5DAFD-22DE-4E9E-9C72-B16C1F27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EE99-49CC-4A30-8ADA-39EFD8DAAD2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34669653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BF0171A2-02C1-4543-8B6B-FCF7E69712DF}"/>
              </a:ext>
            </a:extLst>
          </p:cNvPr>
          <p:cNvSpPr>
            <a:spLocks noGrp="1"/>
          </p:cNvSpPr>
          <p:nvPr>
            <p:ph type="body" orient="vert" idx="1"/>
          </p:nvPr>
        </p:nvSpPr>
        <p:spPr>
          <a:xfrm>
            <a:off x="1050879" y="1825625"/>
            <a:ext cx="9810604" cy="451669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95027C-A386-44E4-AFE1-33AFFDA3AD8F}"/>
              </a:ext>
            </a:extLst>
          </p:cNvPr>
          <p:cNvSpPr>
            <a:spLocks noGrp="1"/>
          </p:cNvSpPr>
          <p:nvPr>
            <p:ph type="dt" sz="half" idx="10"/>
          </p:nvPr>
        </p:nvSpPr>
        <p:spPr/>
        <p:txBody>
          <a:bodyPr/>
          <a:lstStyle/>
          <a:p>
            <a:fld id="{E5CC3C8F-D4A7-4EAD-92AD-82C91CB8BB85}" type="datetime4">
              <a:rPr lang="en-US" smtClean="0"/>
              <a:t>October 27, 2022</a:t>
            </a:fld>
            <a:endParaRPr lang="en-US"/>
          </a:p>
        </p:txBody>
      </p:sp>
      <p:sp>
        <p:nvSpPr>
          <p:cNvPr id="5" name="Footer Placeholder 4">
            <a:extLst>
              <a:ext uri="{FF2B5EF4-FFF2-40B4-BE49-F238E27FC236}">
                <a16:creationId xmlns:a16="http://schemas.microsoft.com/office/drawing/2014/main" id="{FB1BF710-0558-4457-825D-48713CAED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7F93D-5DC3-4C36-AEB0-79CDB15C316A}"/>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7" name="Title 6">
            <a:extLst>
              <a:ext uri="{FF2B5EF4-FFF2-40B4-BE49-F238E27FC236}">
                <a16:creationId xmlns:a16="http://schemas.microsoft.com/office/drawing/2014/main" id="{87CFC0C8-11FE-4003-B2D6-B7B8E27905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233097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B41C5-3638-439D-BA61-4DAA142226E8}"/>
              </a:ext>
            </a:extLst>
          </p:cNvPr>
          <p:cNvSpPr>
            <a:spLocks noGrp="1"/>
          </p:cNvSpPr>
          <p:nvPr>
            <p:ph type="title" orient="vert"/>
          </p:nvPr>
        </p:nvSpPr>
        <p:spPr>
          <a:xfrm>
            <a:off x="8724901" y="464025"/>
            <a:ext cx="2161540" cy="580029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99B91A0-A376-483C-926E-189F376E5520}"/>
              </a:ext>
            </a:extLst>
          </p:cNvPr>
          <p:cNvSpPr>
            <a:spLocks noGrp="1"/>
          </p:cNvSpPr>
          <p:nvPr>
            <p:ph type="body" orient="vert" idx="1"/>
          </p:nvPr>
        </p:nvSpPr>
        <p:spPr>
          <a:xfrm>
            <a:off x="838200" y="464023"/>
            <a:ext cx="7886700" cy="58002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A14134E-B7D5-4664-BB2E-6A98ED630A9F}"/>
              </a:ext>
            </a:extLst>
          </p:cNvPr>
          <p:cNvSpPr>
            <a:spLocks noGrp="1"/>
          </p:cNvSpPr>
          <p:nvPr>
            <p:ph type="dt" sz="half" idx="10"/>
          </p:nvPr>
        </p:nvSpPr>
        <p:spPr/>
        <p:txBody>
          <a:bodyPr/>
          <a:lstStyle/>
          <a:p>
            <a:fld id="{BC011D41-E33C-4BC7-8272-37E8417FD097}" type="datetime4">
              <a:rPr lang="en-US" smtClean="0"/>
              <a:t>October 27, 2022</a:t>
            </a:fld>
            <a:endParaRPr lang="en-US"/>
          </a:p>
        </p:txBody>
      </p:sp>
      <p:sp>
        <p:nvSpPr>
          <p:cNvPr id="5" name="Footer Placeholder 4">
            <a:extLst>
              <a:ext uri="{FF2B5EF4-FFF2-40B4-BE49-F238E27FC236}">
                <a16:creationId xmlns:a16="http://schemas.microsoft.com/office/drawing/2014/main" id="{92A54E2A-B1CE-4F2E-9D9A-D47E514D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C304-46A8-4179-87A2-B8CC10BAAFA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9455998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48156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Title 2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98448" y="594360"/>
            <a:ext cx="6272784" cy="2843784"/>
          </a:xfrm>
        </p:spPr>
        <p:txBody>
          <a:bodyPr anchor="b"/>
          <a:lstStyle>
            <a:lvl1pPr algn="l">
              <a:defRPr sz="5400" b="1" i="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5641848" y="4700016"/>
            <a:ext cx="5093208" cy="1197864"/>
          </a:xfrm>
        </p:spPr>
        <p:txBody>
          <a:bodyPr>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8E825845-66DD-4B77-A729-CD97D156FE6C}"/>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177975975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2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p:nvPr>
        </p:nvSpPr>
        <p:spPr>
          <a:xfrm>
            <a:off x="1366432"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anchor="ctr">
            <a:noAutofit/>
          </a:bodyPr>
          <a:lstStyle>
            <a:lvl1pPr algn="ctr">
              <a:buNone/>
              <a:defRPr sz="1600" b="1">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202936" y="585216"/>
            <a:ext cx="5833872" cy="2276856"/>
          </a:xfrm>
        </p:spPr>
        <p:txBody>
          <a:bodyPr anchor="b"/>
          <a:lstStyle>
            <a:lvl1pPr algn="r">
              <a:defRPr sz="6000" b="1" cap="all" spc="400" baseline="0">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a:lstStyle>
            <a:lvl1pPr>
              <a:defRPr>
                <a:solidFill>
                  <a:schemeClr val="bg1"/>
                </a:solidFill>
              </a:defRPr>
            </a:lvl1pPr>
          </a:lstStyle>
          <a:p>
            <a:r>
              <a:rPr lang="en-US" dirty="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202936" y="3127248"/>
            <a:ext cx="5833872" cy="3118104"/>
          </a:xfrm>
        </p:spPr>
        <p:txBody>
          <a:bodyPr/>
          <a:lstStyle>
            <a:lvl1pPr marL="0" indent="0" algn="r">
              <a:buNone/>
              <a:defRPr sz="1800">
                <a:solidFill>
                  <a:schemeClr val="bg1"/>
                </a:solidFill>
              </a:defRPr>
            </a:lvl1pPr>
          </a:lstStyle>
          <a:p>
            <a:pPr lvl="0"/>
            <a:r>
              <a:rPr lang="en-US"/>
              <a:t>Click to edit Master text styles</a:t>
            </a:r>
          </a:p>
        </p:txBody>
      </p:sp>
      <p:sp>
        <p:nvSpPr>
          <p:cNvPr id="11" name="Graphic 12">
            <a:extLst>
              <a:ext uri="{FF2B5EF4-FFF2-40B4-BE49-F238E27FC236}">
                <a16:creationId xmlns:a16="http://schemas.microsoft.com/office/drawing/2014/main" id="{EA1B6985-3E5A-40F4-9268-D4AB3BBF8C9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Lst>
          </p:cNvPr>
          <p:cNvSpPr/>
          <p:nvPr userDrawn="1"/>
        </p:nvSpPr>
        <p:spPr>
          <a:xfrm>
            <a:off x="1669987"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325654499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p:nvPr>
        </p:nvSpPr>
        <p:spPr>
          <a:xfrm>
            <a:off x="7451965" y="1665520"/>
            <a:ext cx="4266960" cy="426696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a:xfrm>
            <a:off x="804672" y="1335024"/>
            <a:ext cx="6190488" cy="1179576"/>
          </a:xfrm>
        </p:spPr>
        <p:txBody>
          <a:bodyPr lIns="91440" tIns="45720" rIns="91440" bIns="45720" anchor="b"/>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850392" y="2825496"/>
            <a:ext cx="6190488" cy="3346704"/>
          </a:xfrm>
        </p:spPr>
        <p:txBody>
          <a:bodyPr/>
          <a:lstStyle>
            <a:lvl1pPr marL="0" indent="0">
              <a:lnSpc>
                <a:spcPct val="110000"/>
              </a:lnSpc>
              <a:buNone/>
              <a:defRPr sz="2000"/>
            </a:lvl1pPr>
            <a:lvl2pPr marL="228600">
              <a:defRPr sz="1800"/>
            </a:lvl2pPr>
            <a:lvl3pPr marL="457200">
              <a:defRPr sz="1600"/>
            </a:lvl3pPr>
            <a:lvl4pPr marL="685800">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solidFill>
                  <a:schemeClr val="accent2"/>
                </a:solidFill>
              </a:defRPr>
            </a:lvl1pPr>
          </a:lstStyle>
          <a:p>
            <a:r>
              <a:rPr lang="en-US" dirty="0"/>
              <a:t>9/3/20XX</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7964424" y="621792"/>
            <a:ext cx="4114800" cy="365125"/>
          </a:xfrm>
        </p:spPr>
        <p:txBody>
          <a:bodyPr/>
          <a:lstStyle>
            <a:lvl1pPr>
              <a:defRPr baseline="0">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9" name="Straight Connector 8">
            <a:extLst>
              <a:ext uri="{FF2B5EF4-FFF2-40B4-BE49-F238E27FC236}">
                <a16:creationId xmlns:a16="http://schemas.microsoft.com/office/drawing/2014/main" id="{FA8B3D0E-ED3F-46FA-AE79-5FEFDE9168E3}"/>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7" name="Graphic 10">
            <a:extLst>
              <a:ext uri="{FF2B5EF4-FFF2-40B4-BE49-F238E27FC236}">
                <a16:creationId xmlns:a16="http://schemas.microsoft.com/office/drawing/2014/main" id="{AAD06B87-D9B2-4F94-B734-A8F039A2033F}"/>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Tree>
    <p:extLst>
      <p:ext uri="{BB962C8B-B14F-4D97-AF65-F5344CB8AC3E}">
        <p14:creationId xmlns:p14="http://schemas.microsoft.com/office/powerpoint/2010/main" val="8076673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Section Header">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463040"/>
            <a:ext cx="9144000" cy="2340864"/>
          </a:xfrm>
        </p:spPr>
        <p:txBody>
          <a:bodyPr anchor="b">
            <a:normAutofit/>
          </a:bodyPr>
          <a:lstStyle>
            <a:lvl1pPr algn="ctr">
              <a:defRPr sz="6000" b="1" i="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7048" y="3858768"/>
            <a:ext cx="9144000" cy="1325880"/>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Graphic 12">
            <a:extLst>
              <a:ext uri="{FF2B5EF4-FFF2-40B4-BE49-F238E27FC236}">
                <a16:creationId xmlns:a16="http://schemas.microsoft.com/office/drawing/2014/main" id="{8A41917E-4B97-447C-98AB-970D625F1DE6}"/>
              </a:ext>
            </a:extLst>
          </p:cNvPr>
          <p:cNvSpPr/>
          <p:nvPr userDrawn="1"/>
        </p:nvSpPr>
        <p:spPr>
          <a:xfrm>
            <a:off x="10772266" y="30543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3B3FD238-4561-4AF8-A1F1-185B0CAFE2AC}"/>
              </a:ext>
            </a:extLst>
          </p:cNvPr>
          <p:cNvSpPr/>
          <p:nvPr userDrawn="1"/>
        </p:nvSpPr>
        <p:spPr>
          <a:xfrm>
            <a:off x="10724364" y="2515838"/>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BAB9414C-AE69-4648-873E-9CE6B2DF8A71}"/>
              </a:ext>
            </a:extLst>
          </p:cNvPr>
          <p:cNvSpPr/>
          <p:nvPr userDrawn="1"/>
        </p:nvSpPr>
        <p:spPr>
          <a:xfrm>
            <a:off x="11024834" y="2787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Graphic 22">
            <a:extLst>
              <a:ext uri="{FF2B5EF4-FFF2-40B4-BE49-F238E27FC236}">
                <a16:creationId xmlns:a16="http://schemas.microsoft.com/office/drawing/2014/main" id="{3BF75235-4E6E-4184-82A5-EE6FE7993BBC}"/>
              </a:ext>
            </a:extLst>
          </p:cNvPr>
          <p:cNvSpPr/>
          <p:nvPr userDrawn="1"/>
        </p:nvSpPr>
        <p:spPr>
          <a:xfrm>
            <a:off x="1261869" y="263344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1">
            <a:extLst>
              <a:ext uri="{FF2B5EF4-FFF2-40B4-BE49-F238E27FC236}">
                <a16:creationId xmlns:a16="http://schemas.microsoft.com/office/drawing/2014/main" id="{E66FE37C-2F4B-42DA-BFF6-92DD00BDC49B}"/>
              </a:ext>
            </a:extLst>
          </p:cNvPr>
          <p:cNvSpPr/>
          <p:nvPr userDrawn="1"/>
        </p:nvSpPr>
        <p:spPr>
          <a:xfrm>
            <a:off x="1064053" y="3083338"/>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dirty="0"/>
          </a:p>
        </p:txBody>
      </p:sp>
      <p:sp>
        <p:nvSpPr>
          <p:cNvPr id="13" name="Graphic 23">
            <a:extLst>
              <a:ext uri="{FF2B5EF4-FFF2-40B4-BE49-F238E27FC236}">
                <a16:creationId xmlns:a16="http://schemas.microsoft.com/office/drawing/2014/main" id="{DDD38822-731A-48DA-A8A0-FBBAF7A6D65D}"/>
              </a:ext>
            </a:extLst>
          </p:cNvPr>
          <p:cNvSpPr/>
          <p:nvPr userDrawn="1"/>
        </p:nvSpPr>
        <p:spPr>
          <a:xfrm>
            <a:off x="1413405" y="349287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114938395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3545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6391656" y="841248"/>
            <a:ext cx="4434840" cy="3236976"/>
          </a:xfrm>
        </p:spPr>
        <p:txBody>
          <a:bodyPr anchor="b"/>
          <a:lstStyle>
            <a:lvl1pPr algn="l">
              <a:lnSpc>
                <a:spcPct val="110000"/>
              </a:lnSpc>
              <a:spcBef>
                <a:spcPts val="1000"/>
              </a:spcBef>
              <a:defRPr sz="3600" b="0" i="0" cap="none"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5" y="4498848"/>
            <a:ext cx="4434835" cy="510474"/>
          </a:xfrm>
        </p:spPr>
        <p:txBody>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01752"/>
            <a:ext cx="5221224" cy="6263640"/>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1548881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reserve="1">
  <p:cSld name="3_Title and Content">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576072" y="365125"/>
            <a:ext cx="10771632" cy="1325563"/>
          </a:xfrm>
        </p:spPr>
        <p:txBody>
          <a:bodyPr/>
          <a:lstStyle>
            <a:lvl1pPr>
              <a:defRPr sz="5400" b="1" cap="all" baseline="0">
                <a:solidFill>
                  <a:schemeClr val="bg1"/>
                </a:solidFill>
              </a:defRPr>
            </a:lvl1pPr>
          </a:lstStyle>
          <a:p>
            <a:r>
              <a:rPr lang="en-US" dirty="0"/>
              <a:t>Title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576072" y="1825625"/>
            <a:ext cx="10771632"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a:xfrm>
            <a:off x="658368" y="6356350"/>
            <a:ext cx="2743200" cy="365125"/>
          </a:xfrm>
        </p:spPr>
        <p:txBody>
          <a:bodyPr/>
          <a:lstStyle>
            <a:lvl1pPr>
              <a:defRPr>
                <a:solidFill>
                  <a:schemeClr val="bg1"/>
                </a:solidFill>
              </a:defRPr>
            </a:lvl1pPr>
          </a:lstStyle>
          <a:p>
            <a:r>
              <a:rPr lang="en-US" dirty="0"/>
              <a:t>9/3/20XX</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8503920" y="841248"/>
            <a:ext cx="3630168" cy="365125"/>
          </a:xfrm>
        </p:spPr>
        <p:txBody>
          <a:bodyPr/>
          <a:lstStyle>
            <a:lvl1pPr>
              <a:defRPr>
                <a:solidFill>
                  <a:schemeClr val="bg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9" name="Graphic 22">
            <a:extLst>
              <a:ext uri="{FF2B5EF4-FFF2-40B4-BE49-F238E27FC236}">
                <a16:creationId xmlns:a16="http://schemas.microsoft.com/office/drawing/2014/main" id="{4EADA2ED-8A8C-4D17-8798-F26BF3B4CE25}"/>
              </a:ext>
            </a:extLst>
          </p:cNvPr>
          <p:cNvSpPr/>
          <p:nvPr userDrawn="1"/>
        </p:nvSpPr>
        <p:spPr>
          <a:xfrm>
            <a:off x="11202264" y="344083"/>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3">
            <a:extLst>
              <a:ext uri="{FF2B5EF4-FFF2-40B4-BE49-F238E27FC236}">
                <a16:creationId xmlns:a16="http://schemas.microsoft.com/office/drawing/2014/main" id="{54AB3A25-6605-4446-9E53-ACEECD25E27B}"/>
              </a:ext>
            </a:extLst>
          </p:cNvPr>
          <p:cNvSpPr/>
          <p:nvPr userDrawn="1"/>
        </p:nvSpPr>
        <p:spPr>
          <a:xfrm>
            <a:off x="11563141" y="59091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28102699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1444752"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784848"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Graphic 15">
            <a:extLst>
              <a:ext uri="{FF2B5EF4-FFF2-40B4-BE49-F238E27FC236}">
                <a16:creationId xmlns:a16="http://schemas.microsoft.com/office/drawing/2014/main" id="{D8685329-C6A1-4CB4-8AAE-150D0341F6A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2" name="Graphic 16">
            <a:extLst>
              <a:ext uri="{FF2B5EF4-FFF2-40B4-BE49-F238E27FC236}">
                <a16:creationId xmlns:a16="http://schemas.microsoft.com/office/drawing/2014/main" id="{83CE1DAA-30A3-41AE-8AE1-A7EE5C48A6F3}"/>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4" name="Graphic 14">
            <a:extLst>
              <a:ext uri="{FF2B5EF4-FFF2-40B4-BE49-F238E27FC236}">
                <a16:creationId xmlns:a16="http://schemas.microsoft.com/office/drawing/2014/main" id="{065162DD-7ACB-4F9C-90DD-24C743035892}"/>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275779754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45537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784848" y="1681163"/>
            <a:ext cx="45537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784848" y="2505075"/>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211363766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4983480" y="1681163"/>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4983480" y="2505075"/>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5" name="Text Placeholder 4">
            <a:extLst>
              <a:ext uri="{FF2B5EF4-FFF2-40B4-BE49-F238E27FC236}">
                <a16:creationId xmlns:a16="http://schemas.microsoft.com/office/drawing/2014/main" id="{2D693B15-7265-4478-9579-62FCD5222D04}"/>
              </a:ext>
            </a:extLst>
          </p:cNvPr>
          <p:cNvSpPr>
            <a:spLocks noGrp="1"/>
          </p:cNvSpPr>
          <p:nvPr>
            <p:ph type="body" sz="quarter" idx="13"/>
          </p:nvPr>
        </p:nvSpPr>
        <p:spPr>
          <a:xfrm>
            <a:off x="8531352" y="1769269"/>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5">
            <a:extLst>
              <a:ext uri="{FF2B5EF4-FFF2-40B4-BE49-F238E27FC236}">
                <a16:creationId xmlns:a16="http://schemas.microsoft.com/office/drawing/2014/main" id="{48F9E92F-BB16-4896-A47F-6497C3D705B9}"/>
              </a:ext>
            </a:extLst>
          </p:cNvPr>
          <p:cNvSpPr>
            <a:spLocks noGrp="1"/>
          </p:cNvSpPr>
          <p:nvPr>
            <p:ph sz="quarter" idx="14"/>
          </p:nvPr>
        </p:nvSpPr>
        <p:spPr>
          <a:xfrm>
            <a:off x="8531352" y="2593181"/>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653960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391656" y="804672"/>
            <a:ext cx="4434840" cy="886968"/>
          </a:xfrm>
        </p:spPr>
        <p:txBody>
          <a:bodyPr anchor="b"/>
          <a:lstStyle>
            <a:lvl1pPr algn="l">
              <a:defRPr sz="5400" b="0" i="0" cap="none" baseline="0"/>
            </a:lvl1pPr>
          </a:lstStyle>
          <a:p>
            <a:r>
              <a:rPr lang="en-US" dirty="0"/>
              <a:t>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4" y="1801368"/>
            <a:ext cx="4434840" cy="4754880"/>
          </a:xfrm>
        </p:spPr>
        <p:txBody>
          <a:bodyPr>
            <a:normAutofit/>
          </a:bodyPr>
          <a:lstStyle>
            <a:lvl1pPr marL="0" indent="0" algn="l">
              <a:lnSpc>
                <a:spcPct val="11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108960"/>
            <a:ext cx="5221224" cy="3447288"/>
          </a:xfrm>
        </p:spPr>
        <p:txBody>
          <a:bodyPr anchor="ctr"/>
          <a:lstStyle>
            <a:lvl1pPr algn="ctr">
              <a:buNone/>
              <a:defRPr>
                <a:solidFill>
                  <a:schemeClr val="bg1"/>
                </a:solidFill>
              </a:defRPr>
            </a:lvl1pPr>
          </a:lstStyle>
          <a:p>
            <a:r>
              <a:rPr lang="en-US"/>
              <a:t>Click icon to add picture</a:t>
            </a:r>
            <a:endParaRPr lang="en-US" dirty="0"/>
          </a:p>
        </p:txBody>
      </p:sp>
      <p:sp>
        <p:nvSpPr>
          <p:cNvPr id="10" name="Picture Placeholder 12">
            <a:extLst>
              <a:ext uri="{FF2B5EF4-FFF2-40B4-BE49-F238E27FC236}">
                <a16:creationId xmlns:a16="http://schemas.microsoft.com/office/drawing/2014/main" id="{F146D6C1-343E-4F97-A565-55BBB15F4C77}"/>
              </a:ext>
            </a:extLst>
          </p:cNvPr>
          <p:cNvSpPr>
            <a:spLocks noGrp="1"/>
          </p:cNvSpPr>
          <p:nvPr>
            <p:ph type="pic" sz="quarter" idx="14"/>
          </p:nvPr>
        </p:nvSpPr>
        <p:spPr>
          <a:xfrm>
            <a:off x="283464"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
        <p:nvSpPr>
          <p:cNvPr id="11" name="Picture Placeholder 12">
            <a:extLst>
              <a:ext uri="{FF2B5EF4-FFF2-40B4-BE49-F238E27FC236}">
                <a16:creationId xmlns:a16="http://schemas.microsoft.com/office/drawing/2014/main" id="{BA123E2D-4554-47D5-B0EC-0C47EDB41626}"/>
              </a:ext>
            </a:extLst>
          </p:cNvPr>
          <p:cNvSpPr>
            <a:spLocks noGrp="1"/>
          </p:cNvSpPr>
          <p:nvPr>
            <p:ph type="pic" sz="quarter" idx="15"/>
          </p:nvPr>
        </p:nvSpPr>
        <p:spPr>
          <a:xfrm>
            <a:off x="3044952"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99360395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3186EA6A-5CD5-4DF7-9C8A-EDFAF28A80D9}"/>
              </a:ext>
            </a:extLst>
          </p:cNvPr>
          <p:cNvSpPr>
            <a:spLocks noGrp="1"/>
          </p:cNvSpPr>
          <p:nvPr>
            <p:ph type="pic" sz="quarter" idx="14"/>
          </p:nvPr>
        </p:nvSpPr>
        <p:spPr>
          <a:xfrm>
            <a:off x="1777111" y="407499"/>
            <a:ext cx="1952279" cy="1952279"/>
          </a:xfrm>
          <a:custGeom>
            <a:avLst/>
            <a:gdLst>
              <a:gd name="connsiteX0" fmla="*/ 976140 w 1952279"/>
              <a:gd name="connsiteY0" fmla="*/ 0 h 1952279"/>
              <a:gd name="connsiteX1" fmla="*/ 1952279 w 1952279"/>
              <a:gd name="connsiteY1" fmla="*/ 976140 h 1952279"/>
              <a:gd name="connsiteX2" fmla="*/ 976140 w 1952279"/>
              <a:gd name="connsiteY2" fmla="*/ 1952279 h 1952279"/>
              <a:gd name="connsiteX3" fmla="*/ 0 w 1952279"/>
              <a:gd name="connsiteY3" fmla="*/ 976140 h 1952279"/>
              <a:gd name="connsiteX4" fmla="*/ 976140 w 1952279"/>
              <a:gd name="connsiteY4" fmla="*/ 0 h 1952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279" h="1952279">
                <a:moveTo>
                  <a:pt x="976140" y="0"/>
                </a:moveTo>
                <a:cubicBezTo>
                  <a:pt x="1515247" y="0"/>
                  <a:pt x="1952279" y="437033"/>
                  <a:pt x="1952279" y="976140"/>
                </a:cubicBezTo>
                <a:cubicBezTo>
                  <a:pt x="1952279" y="1515246"/>
                  <a:pt x="1515247" y="1952279"/>
                  <a:pt x="976140" y="1952279"/>
                </a:cubicBezTo>
                <a:cubicBezTo>
                  <a:pt x="437033" y="1952279"/>
                  <a:pt x="0" y="1515246"/>
                  <a:pt x="0" y="976140"/>
                </a:cubicBezTo>
                <a:cubicBezTo>
                  <a:pt x="0" y="437033"/>
                  <a:pt x="437033" y="0"/>
                  <a:pt x="976140"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83D5117F-F235-498D-99A5-9DE2D665576C}"/>
              </a:ext>
            </a:extLst>
          </p:cNvPr>
          <p:cNvSpPr>
            <a:spLocks noGrp="1"/>
          </p:cNvSpPr>
          <p:nvPr>
            <p:ph type="pic" sz="quarter" idx="15"/>
          </p:nvPr>
        </p:nvSpPr>
        <p:spPr>
          <a:xfrm>
            <a:off x="3528345" y="1972581"/>
            <a:ext cx="2290065" cy="2273502"/>
          </a:xfrm>
          <a:custGeom>
            <a:avLst/>
            <a:gdLst>
              <a:gd name="connsiteX0" fmla="*/ 1145032 w 2290065"/>
              <a:gd name="connsiteY0" fmla="*/ 0 h 2273502"/>
              <a:gd name="connsiteX1" fmla="*/ 2290065 w 2290065"/>
              <a:gd name="connsiteY1" fmla="*/ 1145033 h 2273502"/>
              <a:gd name="connsiteX2" fmla="*/ 1375797 w 2290065"/>
              <a:gd name="connsiteY2" fmla="*/ 2266803 h 2273502"/>
              <a:gd name="connsiteX3" fmla="*/ 1331903 w 2290065"/>
              <a:gd name="connsiteY3" fmla="*/ 2273502 h 2273502"/>
              <a:gd name="connsiteX4" fmla="*/ 958162 w 2290065"/>
              <a:gd name="connsiteY4" fmla="*/ 2273502 h 2273502"/>
              <a:gd name="connsiteX5" fmla="*/ 914268 w 2290065"/>
              <a:gd name="connsiteY5" fmla="*/ 2266803 h 2273502"/>
              <a:gd name="connsiteX6" fmla="*/ 5911 w 2290065"/>
              <a:gd name="connsiteY6" fmla="*/ 1262106 h 2273502"/>
              <a:gd name="connsiteX7" fmla="*/ 0 w 2290065"/>
              <a:gd name="connsiteY7" fmla="*/ 1145053 h 2273502"/>
              <a:gd name="connsiteX8" fmla="*/ 0 w 2290065"/>
              <a:gd name="connsiteY8" fmla="*/ 1145014 h 2273502"/>
              <a:gd name="connsiteX9" fmla="*/ 5911 w 2290065"/>
              <a:gd name="connsiteY9" fmla="*/ 1027960 h 2273502"/>
              <a:gd name="connsiteX10" fmla="*/ 1145032 w 2290065"/>
              <a:gd name="connsiteY10" fmla="*/ 0 h 22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0065" h="2273502">
                <a:moveTo>
                  <a:pt x="1145032" y="0"/>
                </a:moveTo>
                <a:cubicBezTo>
                  <a:pt x="1777417" y="0"/>
                  <a:pt x="2290065" y="512649"/>
                  <a:pt x="2290065" y="1145033"/>
                </a:cubicBezTo>
                <a:cubicBezTo>
                  <a:pt x="2290065" y="1698370"/>
                  <a:pt x="1897569" y="2160033"/>
                  <a:pt x="1375797" y="2266803"/>
                </a:cubicBezTo>
                <a:lnTo>
                  <a:pt x="1331903" y="2273502"/>
                </a:lnTo>
                <a:lnTo>
                  <a:pt x="958162" y="2273502"/>
                </a:lnTo>
                <a:lnTo>
                  <a:pt x="914268" y="2266803"/>
                </a:lnTo>
                <a:cubicBezTo>
                  <a:pt x="429765" y="2167660"/>
                  <a:pt x="56730" y="1762511"/>
                  <a:pt x="5911" y="1262106"/>
                </a:cubicBezTo>
                <a:lnTo>
                  <a:pt x="0" y="1145053"/>
                </a:lnTo>
                <a:lnTo>
                  <a:pt x="0" y="1145014"/>
                </a:lnTo>
                <a:lnTo>
                  <a:pt x="5911" y="1027960"/>
                </a:lnTo>
                <a:cubicBezTo>
                  <a:pt x="64548" y="450571"/>
                  <a:pt x="552172" y="0"/>
                  <a:pt x="1145032"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1" name="Picture Placeholder 30">
            <a:extLst>
              <a:ext uri="{FF2B5EF4-FFF2-40B4-BE49-F238E27FC236}">
                <a16:creationId xmlns:a16="http://schemas.microsoft.com/office/drawing/2014/main" id="{E1E0A794-F1D3-4628-B5B1-9D48AB34C3D4}"/>
              </a:ext>
            </a:extLst>
          </p:cNvPr>
          <p:cNvSpPr>
            <a:spLocks noGrp="1"/>
          </p:cNvSpPr>
          <p:nvPr>
            <p:ph type="pic" sz="quarter" idx="16"/>
          </p:nvPr>
        </p:nvSpPr>
        <p:spPr>
          <a:xfrm>
            <a:off x="5579539" y="4386312"/>
            <a:ext cx="3119293" cy="2462810"/>
          </a:xfrm>
          <a:custGeom>
            <a:avLst/>
            <a:gdLst>
              <a:gd name="connsiteX0" fmla="*/ 1559647 w 3119293"/>
              <a:gd name="connsiteY0" fmla="*/ 0 h 2462810"/>
              <a:gd name="connsiteX1" fmla="*/ 3119293 w 3119293"/>
              <a:gd name="connsiteY1" fmla="*/ 1559647 h 2462810"/>
              <a:gd name="connsiteX2" fmla="*/ 2852930 w 3119293"/>
              <a:gd name="connsiteY2" fmla="*/ 2431660 h 2462810"/>
              <a:gd name="connsiteX3" fmla="*/ 2829636 w 3119293"/>
              <a:gd name="connsiteY3" fmla="*/ 2462810 h 2462810"/>
              <a:gd name="connsiteX4" fmla="*/ 289658 w 3119293"/>
              <a:gd name="connsiteY4" fmla="*/ 2462810 h 2462810"/>
              <a:gd name="connsiteX5" fmla="*/ 266363 w 3119293"/>
              <a:gd name="connsiteY5" fmla="*/ 2431660 h 2462810"/>
              <a:gd name="connsiteX6" fmla="*/ 0 w 3119293"/>
              <a:gd name="connsiteY6" fmla="*/ 1559647 h 2462810"/>
              <a:gd name="connsiteX7" fmla="*/ 1559647 w 3119293"/>
              <a:gd name="connsiteY7" fmla="*/ 0 h 246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293" h="2462810">
                <a:moveTo>
                  <a:pt x="1559647" y="0"/>
                </a:moveTo>
                <a:cubicBezTo>
                  <a:pt x="2421016" y="0"/>
                  <a:pt x="3119293" y="698278"/>
                  <a:pt x="3119293" y="1559647"/>
                </a:cubicBezTo>
                <a:cubicBezTo>
                  <a:pt x="3119293" y="1882660"/>
                  <a:pt x="3021098" y="2182739"/>
                  <a:pt x="2852930" y="2431660"/>
                </a:cubicBezTo>
                <a:lnTo>
                  <a:pt x="2829636" y="2462810"/>
                </a:lnTo>
                <a:lnTo>
                  <a:pt x="289658" y="2462810"/>
                </a:lnTo>
                <a:lnTo>
                  <a:pt x="266363" y="2431660"/>
                </a:lnTo>
                <a:cubicBezTo>
                  <a:pt x="98195" y="2182739"/>
                  <a:pt x="0" y="1882660"/>
                  <a:pt x="0" y="1559647"/>
                </a:cubicBezTo>
                <a:cubicBezTo>
                  <a:pt x="0" y="698278"/>
                  <a:pt x="698278" y="0"/>
                  <a:pt x="1559647"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B8D3F45B-B631-47D3-A33C-71CEC2B3602C}"/>
              </a:ext>
            </a:extLst>
          </p:cNvPr>
          <p:cNvSpPr>
            <a:spLocks noGrp="1"/>
          </p:cNvSpPr>
          <p:nvPr>
            <p:ph type="pic" sz="quarter" idx="17"/>
          </p:nvPr>
        </p:nvSpPr>
        <p:spPr>
          <a:xfrm>
            <a:off x="1092905" y="4018982"/>
            <a:ext cx="3854161" cy="2839018"/>
          </a:xfrm>
          <a:custGeom>
            <a:avLst/>
            <a:gdLst>
              <a:gd name="connsiteX0" fmla="*/ 1927061 w 3854161"/>
              <a:gd name="connsiteY0" fmla="*/ 0 h 2839018"/>
              <a:gd name="connsiteX1" fmla="*/ 1927101 w 3854161"/>
              <a:gd name="connsiteY1" fmla="*/ 0 h 2839018"/>
              <a:gd name="connsiteX2" fmla="*/ 2124114 w 3854161"/>
              <a:gd name="connsiteY2" fmla="*/ 9948 h 2839018"/>
              <a:gd name="connsiteX3" fmla="*/ 3854161 w 3854161"/>
              <a:gd name="connsiteY3" fmla="*/ 1927080 h 2839018"/>
              <a:gd name="connsiteX4" fmla="*/ 3702722 w 3854161"/>
              <a:gd name="connsiteY4" fmla="*/ 2677187 h 2839018"/>
              <a:gd name="connsiteX5" fmla="*/ 3624763 w 3854161"/>
              <a:gd name="connsiteY5" fmla="*/ 2839018 h 2839018"/>
              <a:gd name="connsiteX6" fmla="*/ 229398 w 3854161"/>
              <a:gd name="connsiteY6" fmla="*/ 2839018 h 2839018"/>
              <a:gd name="connsiteX7" fmla="*/ 151440 w 3854161"/>
              <a:gd name="connsiteY7" fmla="*/ 2677187 h 2839018"/>
              <a:gd name="connsiteX8" fmla="*/ 0 w 3854161"/>
              <a:gd name="connsiteY8" fmla="*/ 1927080 h 2839018"/>
              <a:gd name="connsiteX9" fmla="*/ 1730048 w 3854161"/>
              <a:gd name="connsiteY9" fmla="*/ 9948 h 283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54161" h="2839018">
                <a:moveTo>
                  <a:pt x="1927061" y="0"/>
                </a:moveTo>
                <a:lnTo>
                  <a:pt x="1927101" y="0"/>
                </a:lnTo>
                <a:lnTo>
                  <a:pt x="2124114" y="9948"/>
                </a:lnTo>
                <a:cubicBezTo>
                  <a:pt x="3095856" y="108634"/>
                  <a:pt x="3854161" y="929301"/>
                  <a:pt x="3854161" y="1927080"/>
                </a:cubicBezTo>
                <a:cubicBezTo>
                  <a:pt x="3854161" y="2193154"/>
                  <a:pt x="3800237" y="2446634"/>
                  <a:pt x="3702722" y="2677187"/>
                </a:cubicBezTo>
                <a:lnTo>
                  <a:pt x="3624763" y="2839018"/>
                </a:lnTo>
                <a:lnTo>
                  <a:pt x="229398" y="2839018"/>
                </a:lnTo>
                <a:lnTo>
                  <a:pt x="151440" y="2677187"/>
                </a:lnTo>
                <a:cubicBezTo>
                  <a:pt x="53924" y="2446634"/>
                  <a:pt x="0" y="2193154"/>
                  <a:pt x="0" y="1927080"/>
                </a:cubicBezTo>
                <a:cubicBezTo>
                  <a:pt x="0" y="929301"/>
                  <a:pt x="758305" y="108634"/>
                  <a:pt x="1730048" y="9948"/>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5760720" y="585216"/>
            <a:ext cx="5276088" cy="2276856"/>
          </a:xfrm>
        </p:spPr>
        <p:txBody>
          <a:bodyPr anchor="b"/>
          <a:lstStyle>
            <a:lvl1pPr algn="r">
              <a:defRPr sz="4800" b="1" cap="all" spc="400" baseline="0">
                <a:solidFill>
                  <a:schemeClr val="bg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a:lstStyle>
            <a:lvl1pPr>
              <a:defRPr>
                <a:solidFill>
                  <a:schemeClr val="bg1"/>
                </a:solidFill>
              </a:defRPr>
            </a:lvl1pPr>
          </a:lstStyle>
          <a:p>
            <a:r>
              <a:rPr lang="en-US" dirty="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sp>
        <p:nvSpPr>
          <p:cNvPr id="8" name="Graphic 32">
            <a:extLst>
              <a:ext uri="{FF2B5EF4-FFF2-40B4-BE49-F238E27FC236}">
                <a16:creationId xmlns:a16="http://schemas.microsoft.com/office/drawing/2014/main" id="{846CD0EA-B0AA-4845-81A5-4ADD7C58B12F}"/>
              </a:ext>
            </a:extLst>
          </p:cNvPr>
          <p:cNvSpPr/>
          <p:nvPr userDrawn="1"/>
        </p:nvSpPr>
        <p:spPr>
          <a:xfrm>
            <a:off x="1472366" y="185953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0" name="Graphic 33">
            <a:extLst>
              <a:ext uri="{FF2B5EF4-FFF2-40B4-BE49-F238E27FC236}">
                <a16:creationId xmlns:a16="http://schemas.microsoft.com/office/drawing/2014/main" id="{0E97A0CB-7CB1-47F0-BD48-EEECBAC39CD2}"/>
              </a:ext>
            </a:extLst>
          </p:cNvPr>
          <p:cNvSpPr/>
          <p:nvPr userDrawn="1"/>
        </p:nvSpPr>
        <p:spPr>
          <a:xfrm>
            <a:off x="2014523" y="3146867"/>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12" name="Graphic 31">
            <a:extLst>
              <a:ext uri="{FF2B5EF4-FFF2-40B4-BE49-F238E27FC236}">
                <a16:creationId xmlns:a16="http://schemas.microsoft.com/office/drawing/2014/main" id="{477816C9-06CB-4BC5-B26B-6A2877BD941A}"/>
              </a:ext>
            </a:extLst>
          </p:cNvPr>
          <p:cNvSpPr/>
          <p:nvPr userDrawn="1"/>
        </p:nvSpPr>
        <p:spPr>
          <a:xfrm>
            <a:off x="5404920" y="450829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760720" y="3127248"/>
            <a:ext cx="5276088" cy="1124712"/>
          </a:xfrm>
        </p:spPr>
        <p:txBody>
          <a:bodyPr/>
          <a:lstStyle>
            <a:lvl1pPr marL="0" indent="0" algn="r">
              <a:buNone/>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35166151"/>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11344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99591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84068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5658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3.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4.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5.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theme" Target="../theme/theme6.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theme" Target="../theme/theme7.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6.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theme" Target="../theme/theme8.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7.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theme" Target="../theme/theme9.xml"/><Relationship Id="rId2" Type="http://schemas.openxmlformats.org/officeDocument/2006/relationships/slideLayout" Target="../slideLayouts/slideLayout111.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image" Target="../media/image22.png"/><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theme" Target="../theme/theme10.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5" Type="http://schemas.openxmlformats.org/officeDocument/2006/relationships/image" Target="NUL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customXml" Target="../ink/ink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9.xml"/><Relationship Id="rId13" Type="http://schemas.openxmlformats.org/officeDocument/2006/relationships/slideLayout" Target="../slideLayouts/slideLayout144.xml"/><Relationship Id="rId18" Type="http://schemas.openxmlformats.org/officeDocument/2006/relationships/theme" Target="../theme/theme11.xml"/><Relationship Id="rId3" Type="http://schemas.openxmlformats.org/officeDocument/2006/relationships/slideLayout" Target="../slideLayouts/slideLayout134.xml"/><Relationship Id="rId7" Type="http://schemas.openxmlformats.org/officeDocument/2006/relationships/slideLayout" Target="../slideLayouts/slideLayout138.xml"/><Relationship Id="rId12" Type="http://schemas.openxmlformats.org/officeDocument/2006/relationships/slideLayout" Target="../slideLayouts/slideLayout143.xml"/><Relationship Id="rId17" Type="http://schemas.openxmlformats.org/officeDocument/2006/relationships/slideLayout" Target="../slideLayouts/slideLayout148.xml"/><Relationship Id="rId2" Type="http://schemas.openxmlformats.org/officeDocument/2006/relationships/slideLayout" Target="../slideLayouts/slideLayout133.xml"/><Relationship Id="rId16" Type="http://schemas.openxmlformats.org/officeDocument/2006/relationships/slideLayout" Target="../slideLayouts/slideLayout147.xml"/><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slideLayout" Target="../slideLayouts/slideLayout142.xml"/><Relationship Id="rId5" Type="http://schemas.openxmlformats.org/officeDocument/2006/relationships/slideLayout" Target="../slideLayouts/slideLayout136.xml"/><Relationship Id="rId15" Type="http://schemas.openxmlformats.org/officeDocument/2006/relationships/slideLayout" Target="../slideLayouts/slideLayout146.xml"/><Relationship Id="rId10" Type="http://schemas.openxmlformats.org/officeDocument/2006/relationships/slideLayout" Target="../slideLayouts/slideLayout141.xml"/><Relationship Id="rId4" Type="http://schemas.openxmlformats.org/officeDocument/2006/relationships/slideLayout" Target="../slideLayouts/slideLayout135.xml"/><Relationship Id="rId9" Type="http://schemas.openxmlformats.org/officeDocument/2006/relationships/slideLayout" Target="../slideLayouts/slideLayout140.xml"/><Relationship Id="rId14" Type="http://schemas.openxmlformats.org/officeDocument/2006/relationships/slideLayout" Target="../slideLayouts/slideLayout1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118484"/>
            <a:ext cx="549442" cy="365125"/>
          </a:xfrm>
          <a:prstGeom prst="rect">
            <a:avLst/>
          </a:prstGeom>
        </p:spPr>
        <p:txBody>
          <a:bodyPr vert="horz" lIns="91440" tIns="45720" rIns="91440" bIns="45720" rtlCol="0" anchor="ctr"/>
          <a:lstStyle>
            <a:lvl1pPr algn="ctr">
              <a:defRPr sz="1600" b="1">
                <a:solidFill>
                  <a:schemeClr val="bg1"/>
                </a:solidFill>
                <a:latin typeface="+mn-lt"/>
              </a:defRPr>
            </a:lvl1pPr>
          </a:lstStyle>
          <a:p>
            <a:fld id="{D495E168-DA5E-4888-8D8A-92B118324C14}" type="slidenum">
              <a:rPr lang="en-US" noProof="0" smtClean="0"/>
              <a:pPr/>
              <a:t>‹#›</a:t>
            </a:fld>
            <a:endParaRPr lang="en-US" noProof="0"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600">
                <a:solidFill>
                  <a:schemeClr val="bg2"/>
                </a:solidFill>
              </a:defRPr>
            </a:lvl1pPr>
          </a:lstStyle>
          <a:p>
            <a:r>
              <a:rPr lang="en-US" noProof="0" dirty="0"/>
              <a:t>MM.DD.20XX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600">
                <a:solidFill>
                  <a:schemeClr val="bg2"/>
                </a:solidFill>
              </a:defRPr>
            </a:lvl1pPr>
          </a:lstStyle>
          <a:p>
            <a:r>
              <a:rPr lang="en-US" noProof="0" dirty="0"/>
              <a:t>ADD A FOOTER</a:t>
            </a:r>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77" r:id="rId2"/>
    <p:sldLayoutId id="2147483678" r:id="rId3"/>
    <p:sldLayoutId id="2147483679" r:id="rId4"/>
    <p:sldLayoutId id="2147483681" r:id="rId5"/>
    <p:sldLayoutId id="2147483682" r:id="rId6"/>
    <p:sldLayoutId id="2147483683" r:id="rId7"/>
    <p:sldLayoutId id="2147483684" r:id="rId8"/>
    <p:sldLayoutId id="2147483685" r:id="rId9"/>
    <p:sldLayoutId id="2147483686" r:id="rId10"/>
    <p:sldLayoutId id="2147483689" r:id="rId11"/>
    <p:sldLayoutId id="2147483690" r:id="rId12"/>
    <p:sldLayoutId id="2147483691" r:id="rId13"/>
    <p:sldLayoutId id="2147483692" r:id="rId14"/>
    <p:sldLayoutId id="2147483693" r:id="rId15"/>
    <p:sldLayoutId id="2147483694" r:id="rId16"/>
    <p:sldLayoutId id="2147483687" r:id="rId17"/>
    <p:sldLayoutId id="2147483695" r:id="rId18"/>
    <p:sldLayoutId id="2147483688" r:id="rId19"/>
  </p:sldLayoutIdLst>
  <p:hf hdr="0" dt="0"/>
  <p:txStyles>
    <p:titleStyle>
      <a:lvl1pPr algn="l" defTabSz="914400" rtl="0" eaLnBrk="1" latinLnBrk="0" hangingPunct="1">
        <a:lnSpc>
          <a:spcPct val="90000"/>
        </a:lnSpc>
        <a:spcBef>
          <a:spcPct val="0"/>
        </a:spcBef>
        <a:buNone/>
        <a:defRPr sz="50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26918118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27/10/2022</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319668448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C361-A32A-40FD-818E-05AAA7CD73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90A5A66-F2A4-442E-B164-48B16C993D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F795887-55B3-4E36-A3BF-F77F0BC79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59DDF3-4AB1-4211-9BB2-1910E7FCA6F6}" type="datetimeFigureOut">
              <a:rPr lang="en-AU" smtClean="0"/>
              <a:t>27/10/2022</a:t>
            </a:fld>
            <a:endParaRPr lang="en-AU"/>
          </a:p>
        </p:txBody>
      </p:sp>
      <p:sp>
        <p:nvSpPr>
          <p:cNvPr id="5" name="Footer Placeholder 4">
            <a:extLst>
              <a:ext uri="{FF2B5EF4-FFF2-40B4-BE49-F238E27FC236}">
                <a16:creationId xmlns:a16="http://schemas.microsoft.com/office/drawing/2014/main" id="{132C31D9-20EC-4DB7-A50C-31498DE58A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2A03F59-4561-40BA-A810-8486428744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E8370D-0DF6-4840-9567-C440E4977992}" type="slidenum">
              <a:rPr lang="en-AU" smtClean="0"/>
              <a:t>‹#›</a:t>
            </a:fld>
            <a:endParaRPr lang="en-AU"/>
          </a:p>
        </p:txBody>
      </p:sp>
    </p:spTree>
    <p:extLst>
      <p:ext uri="{BB962C8B-B14F-4D97-AF65-F5344CB8AC3E}">
        <p14:creationId xmlns:p14="http://schemas.microsoft.com/office/powerpoint/2010/main" val="2487170846"/>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35125E-107F-4426-A22F-E25DD89F79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23705E7-2D7D-4AB4-92CB-791E0E78A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ECB3E4C-EC11-49FB-B911-789C942BA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CBBCF6-7FA6-4845-82CE-FFACADAAD21A}" type="datetimeFigureOut">
              <a:rPr lang="en-AU" smtClean="0"/>
              <a:t>27/10/2022</a:t>
            </a:fld>
            <a:endParaRPr lang="en-AU"/>
          </a:p>
        </p:txBody>
      </p:sp>
      <p:sp>
        <p:nvSpPr>
          <p:cNvPr id="5" name="Footer Placeholder 4">
            <a:extLst>
              <a:ext uri="{FF2B5EF4-FFF2-40B4-BE49-F238E27FC236}">
                <a16:creationId xmlns:a16="http://schemas.microsoft.com/office/drawing/2014/main" id="{A601B925-BA38-44CA-9A60-09933F3BD2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12A9D3F1-1285-474D-80C9-2B8C86D4A2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C7C7D2-F844-46E8-A94F-F3C3DD8C4F92}" type="slidenum">
              <a:rPr lang="en-AU" smtClean="0"/>
              <a:t>‹#›</a:t>
            </a:fld>
            <a:endParaRPr lang="en-AU"/>
          </a:p>
        </p:txBody>
      </p:sp>
    </p:spTree>
    <p:extLst>
      <p:ext uri="{BB962C8B-B14F-4D97-AF65-F5344CB8AC3E}">
        <p14:creationId xmlns:p14="http://schemas.microsoft.com/office/powerpoint/2010/main" val="2186868483"/>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10/27/2022</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60133045"/>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426240230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187165B-7840-419D-9B94-610A40BF0CB9}" type="datetimeFigureOut">
              <a:rPr lang="en-AU" smtClean="0"/>
              <a:t>27/10/2022</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9D203B4-DF6C-4B13-9CBC-86E9709AA3C0}" type="slidenum">
              <a:rPr lang="en-AU" smtClean="0"/>
              <a:t>‹#›</a:t>
            </a:fld>
            <a:endParaRPr lang="en-AU"/>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409961"/>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lIns="109728" tIns="109728" rIns="109728" bIns="91440" anchor="b"/>
          <a:lstStyle/>
          <a:p>
            <a:r>
              <a:rPr lang="en-US"/>
              <a:t>Click to edit Master title style</a:t>
            </a:r>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lIns="109728" tIns="109728" rIns="109728" bIns="91440" anchor="ctr"/>
          <a:lstStyle>
            <a:lvl1pPr algn="l">
              <a:defRPr sz="1000" cap="all" spc="150" baseline="0">
                <a:solidFill>
                  <a:schemeClr val="tx1">
                    <a:alpha val="60000"/>
                  </a:schemeClr>
                </a:solidFill>
                <a:latin typeface="+mj-lt"/>
              </a:defRPr>
            </a:lvl1pPr>
          </a:lstStyle>
          <a:p>
            <a:fld id="{4EC743F4-8769-40B4-85DF-6CB8DE9F66AA}" type="datetimeFigureOut">
              <a:rPr lang="en-US" smtClean="0"/>
              <a:pPr/>
              <a:t>10/27/2022</a:t>
            </a:fld>
            <a:endParaRPr lang="en-US"/>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lIns="109728" tIns="109728" rIns="109728" bIns="91440" anchor="ctr"/>
          <a:lstStyle>
            <a:lvl1pPr algn="ctr">
              <a:defRPr sz="1000" cap="none" spc="120" baseline="0">
                <a:solidFill>
                  <a:schemeClr val="tx1">
                    <a:alpha val="60000"/>
                  </a:schemeClr>
                </a:solidFill>
                <a:latin typeface="+mj-lt"/>
              </a:defRPr>
            </a:lvl1pPr>
          </a:lstStyle>
          <a:p>
            <a:endParaRPr lang="en-US"/>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lIns="109728" tIns="109728" rIns="109728" bIns="91440" anchor="ctr"/>
          <a:lstStyle>
            <a:lvl1pPr algn="r">
              <a:defRPr sz="1000" cap="all" spc="150" baseline="0">
                <a:solidFill>
                  <a:schemeClr val="tx1">
                    <a:alpha val="60000"/>
                  </a:schemeClr>
                </a:solidFill>
                <a:latin typeface="+mj-lt"/>
              </a:defRPr>
            </a:lvl1pPr>
          </a:lstStyle>
          <a:p>
            <a:fld id="{FF2BD96E-3838-45D2-9031-D3AF67C920A5}" type="slidenum">
              <a:rPr lang="en-US" smtClean="0"/>
              <a:pPr/>
              <a:t>‹#›</a:t>
            </a:fld>
            <a:endParaRPr lang="en-US"/>
          </a:p>
        </p:txBody>
      </p:sp>
    </p:spTree>
    <p:extLst>
      <p:ext uri="{BB962C8B-B14F-4D97-AF65-F5344CB8AC3E}">
        <p14:creationId xmlns:p14="http://schemas.microsoft.com/office/powerpoint/2010/main" val="3599314237"/>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l" defTabSz="914400" rtl="0" eaLnBrk="1" latinLnBrk="0" hangingPunct="1">
        <a:lnSpc>
          <a:spcPct val="110000"/>
        </a:lnSpc>
        <a:spcBef>
          <a:spcPct val="0"/>
        </a:spcBef>
        <a:buNone/>
        <a:defRPr sz="3200" b="0" kern="1200" cap="none" spc="12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8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0" kern="1200" spc="8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8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0" kern="1200" spc="8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8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fld id="{A33960BD-7AC1-4217-9611-AAA56D3EE38F}" type="datetime4">
              <a:rPr lang="en-US" smtClean="0"/>
              <a:pPr/>
              <a:t>October 27, 2022</a:t>
            </a:fld>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endParaRPr lang="en-US" dirty="0">
              <a:latin typeface="+mn-lt"/>
            </a:endParaRP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a:latin typeface="+mn-lt"/>
            </a:endParaRPr>
          </a:p>
        </p:txBody>
      </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xmlns="">
          <p:pic>
            <p:nvPicPr>
              <p:cNvPr id="18" name="Ink 17">
                <a:extLst>
                  <a:ext uri="{FF2B5EF4-FFF2-40B4-BE49-F238E27FC236}">
                    <a16:creationId xmlns:a16="http://schemas.microsoft.com/office/drawing/2014/main" id="{24D29CCB-7956-4E3E-8880-304085F04BF4}"/>
                  </a:ext>
                </a:extLst>
              </p:cNvPr>
              <p:cNvPicPr/>
              <p:nvPr/>
            </p:nvPicPr>
            <p:blipFill>
              <a:blip r:embed="rId15"/>
              <a:stretch>
                <a:fillRect/>
              </a:stretch>
            </p:blipFill>
            <p:spPr>
              <a:xfrm>
                <a:off x="12481710" y="6333652"/>
                <a:ext cx="18000" cy="18000"/>
              </a:xfrm>
              <a:prstGeom prst="rect">
                <a:avLst/>
              </a:prstGeom>
            </p:spPr>
          </p:pic>
        </mc:Fallback>
      </mc:AlternateContent>
    </p:spTree>
    <p:extLst>
      <p:ext uri="{BB962C8B-B14F-4D97-AF65-F5344CB8AC3E}">
        <p14:creationId xmlns:p14="http://schemas.microsoft.com/office/powerpoint/2010/main" val="758929051"/>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sldNum="0" hdr="0" ft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D8DA9DAA-006C-4F4B-980E-E3DF019B24E2}" type="slidenum">
              <a:rPr lang="en-US" smtClean="0"/>
              <a:t>‹#›</a:t>
            </a:fld>
            <a:endParaRPr lang="en-US" dirty="0"/>
          </a:p>
        </p:txBody>
      </p:sp>
    </p:spTree>
    <p:extLst>
      <p:ext uri="{BB962C8B-B14F-4D97-AF65-F5344CB8AC3E}">
        <p14:creationId xmlns:p14="http://schemas.microsoft.com/office/powerpoint/2010/main" val="970653825"/>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3" Type="http://schemas.openxmlformats.org/officeDocument/2006/relationships/hyperlink" Target="https://www.google.com/search?rlz=1C1GCEJ_enAU1029&amp;q=Queensland&amp;stick=H4sIAAAAAAAAAONgVuLQz9U3SDe2zFjEyhVYmpqaV5yTmJcCAJ3EgbAZAAAA&amp;sa=X&amp;ved=2ahUKEwixsraQpvr6AhW0E7cAHVDbDCoQmxMoAnoECH0QBA" TargetMode="External"/><Relationship Id="rId2" Type="http://schemas.openxmlformats.org/officeDocument/2006/relationships/hyperlink" Target="https://www.google.com/search?rlz=1C1GCEJ_enAU1029&amp;q=east&amp;stick=H4sIAAAAAAAAAONgVuLQz9U3SM_OyFnEypKaWFwCADm4F4QTAAAA&amp;sa=X&amp;ved=2ahUKEwixsraQpvr6AhW0E7cAHVDbDCoQmxMoAXoECH0QAw" TargetMode="External"/><Relationship Id="rId1" Type="http://schemas.openxmlformats.org/officeDocument/2006/relationships/slideLayout" Target="../slideLayouts/slideLayout40.xml"/><Relationship Id="rId5" Type="http://schemas.openxmlformats.org/officeDocument/2006/relationships/image" Target="../media/image28.png"/><Relationship Id="rId4" Type="http://schemas.openxmlformats.org/officeDocument/2006/relationships/hyperlink" Target="https://www.google.com/search?rlz=1C1GCEJ_enAU1029&amp;q=mainland,+Australia&amp;stick=H4sIAAAAAAAAAONgVuLVT9c3NEw2NijPyUguXsQqnJuYmZeTmJeio-BYWlxSlJiTmQgA0C3zEycAAAA&amp;sa=X&amp;ved=2ahUKEwixsraQpvr6AhW0E7cAHVDbDCoQmxMoA3oECH0QBQ"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4.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4.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4.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4.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4.xml"/></Relationships>
</file>

<file path=ppt/slides/_rels/slide2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2.xml"/></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36.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56.jpg"/><Relationship Id="rId1" Type="http://schemas.openxmlformats.org/officeDocument/2006/relationships/slideLayout" Target="../slideLayouts/slideLayout84.xml"/><Relationship Id="rId5" Type="http://schemas.openxmlformats.org/officeDocument/2006/relationships/image" Target="../media/image59.jpg"/><Relationship Id="rId4" Type="http://schemas.openxmlformats.org/officeDocument/2006/relationships/image" Target="../media/image5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4.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0.xml"/></Relationships>
</file>

<file path=ppt/slides/_rels/slide4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45.xml"/></Relationships>
</file>

<file path=ppt/slides/_rels/slide4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00.xml"/></Relationships>
</file>

<file path=ppt/slides/_rels/slide4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45.xml"/></Relationships>
</file>

<file path=ppt/slides/_rels/slide5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png"/><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10.xml"/></Relationships>
</file>

<file path=ppt/slides/_rels/slide5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12.xml"/></Relationships>
</file>

<file path=ppt/slides/_rels/slide5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13.xml"/></Relationships>
</file>

<file path=ppt/slides/_rels/slide5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13.xml"/></Relationships>
</file>

<file path=ppt/slides/_rels/slide6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13.xml"/></Relationships>
</file>

<file path=ppt/slides/_rels/slide6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13.xml"/></Relationships>
</file>

<file path=ppt/slides/_rels/slide6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13.xml"/></Relationships>
</file>

<file path=ppt/slides/_rels/slide6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6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21.xml"/></Relationships>
</file>

<file path=ppt/slides/_rels/slide66.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121.xml"/></Relationships>
</file>

<file path=ppt/slides/_rels/slide6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2.xml"/></Relationships>
</file>

<file path=ppt/slides/_rels/slide68.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122.xml"/></Relationships>
</file>

<file path=ppt/slides/_rels/slide69.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122.xml"/></Relationships>
</file>

<file path=ppt/slides/_rels/slide70.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22.xml"/></Relationships>
</file>

<file path=ppt/slides/_rels/slide71.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121.xml"/></Relationships>
</file>

<file path=ppt/slides/_rels/slide7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2.png"/><Relationship Id="rId1" Type="http://schemas.openxmlformats.org/officeDocument/2006/relationships/slideLayout" Target="../slideLayouts/slideLayout123.xml"/><Relationship Id="rId5" Type="http://schemas.openxmlformats.org/officeDocument/2006/relationships/image" Target="../media/image87.jpeg"/><Relationship Id="rId4" Type="http://schemas.openxmlformats.org/officeDocument/2006/relationships/image" Target="NULL"/></Relationships>
</file>

<file path=ppt/slides/_rels/slide73.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122.xml"/></Relationships>
</file>

<file path=ppt/slides/_rels/slide74.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122.xml"/></Relationships>
</file>

<file path=ppt/slides/_rels/slide75.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22.xml"/></Relationships>
</file>

<file path=ppt/slides/_rels/slide76.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122.xml"/></Relationships>
</file>

<file path=ppt/slides/_rels/slide77.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2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7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4.xml"/></Relationships>
</file>

<file path=ppt/slides/_rels/slide8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5.xml"/></Relationships>
</file>

<file path=ppt/slides/_rels/slide81.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136.xml"/></Relationships>
</file>

<file path=ppt/slides/_rels/slide8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7.xml"/></Relationships>
</file>

<file path=ppt/slides/_rels/slide8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46.xml"/></Relationships>
</file>

<file path=ppt/slides/_rels/slide8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46.xml"/></Relationships>
</file>

<file path=ppt/slides/_rels/slide8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46.xml"/></Relationships>
</file>

<file path=ppt/slides/_rels/slide8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46.xml"/></Relationships>
</file>

<file path=ppt/slides/_rels/slide8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46.xml"/></Relationships>
</file>

<file path=ppt/slides/_rels/slide8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46.xml"/></Relationships>
</file>

<file path=ppt/slides/_rels/slide8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46.xml"/></Relationships>
</file>

<file path=ppt/slides/_rels/slide90.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146.xml"/></Relationships>
</file>

<file path=ppt/slides/_rels/slide9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46.xml"/></Relationships>
</file>

<file path=ppt/slides/_rels/slide9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46.xml"/></Relationships>
</file>

<file path=ppt/slides/_rels/slide9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46.xml"/></Relationships>
</file>

<file path=ppt/slides/_rels/slide9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46.xml"/></Relationships>
</file>

<file path=ppt/slides/_rels/slide9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46.xml"/></Relationships>
</file>

<file path=ppt/slides/_rels/slide96.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1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p:txBody>
          <a:bodyPr/>
          <a:lstStyle/>
          <a:p>
            <a:r>
              <a:rPr lang="en-US" dirty="0"/>
              <a:t>World Heritage Sites</a:t>
            </a:r>
            <a:endParaRPr lang="ru-RU" dirty="0"/>
          </a:p>
        </p:txBody>
      </p:sp>
    </p:spTree>
    <p:extLst>
      <p:ext uri="{BB962C8B-B14F-4D97-AF65-F5344CB8AC3E}">
        <p14:creationId xmlns:p14="http://schemas.microsoft.com/office/powerpoint/2010/main" val="214231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D545-C417-48EA-9543-078BF8EB641C}"/>
              </a:ext>
            </a:extLst>
          </p:cNvPr>
          <p:cNvSpPr>
            <a:spLocks noGrp="1"/>
          </p:cNvSpPr>
          <p:nvPr>
            <p:ph type="title"/>
          </p:nvPr>
        </p:nvSpPr>
        <p:spPr/>
        <p:txBody>
          <a:bodyPr>
            <a:normAutofit fontScale="90000"/>
          </a:bodyPr>
          <a:lstStyle/>
          <a:p>
            <a:r>
              <a:rPr lang="en-US" dirty="0"/>
              <a:t>The Great Barrier Reef</a:t>
            </a:r>
          </a:p>
        </p:txBody>
      </p:sp>
      <p:sp>
        <p:nvSpPr>
          <p:cNvPr id="6" name="Text Placeholder 5">
            <a:extLst>
              <a:ext uri="{FF2B5EF4-FFF2-40B4-BE49-F238E27FC236}">
                <a16:creationId xmlns:a16="http://schemas.microsoft.com/office/drawing/2014/main" id="{7E54AC28-9C3E-4734-B2BB-5EC5F60F5559}"/>
              </a:ext>
            </a:extLst>
          </p:cNvPr>
          <p:cNvSpPr>
            <a:spLocks noGrp="1"/>
          </p:cNvSpPr>
          <p:nvPr>
            <p:ph type="body" sz="quarter" idx="15"/>
          </p:nvPr>
        </p:nvSpPr>
        <p:spPr/>
        <p:txBody>
          <a:bodyPr>
            <a:normAutofit/>
          </a:bodyPr>
          <a:lstStyle/>
          <a:p>
            <a:pPr marL="0" indent="0">
              <a:buNone/>
            </a:pPr>
            <a:r>
              <a:rPr lang="en-US" dirty="0"/>
              <a:t>The Great Barrier Reef is located off the shore of Queensland in Australia . It is a natural site and the largest coral reef ecosystem on earth, at 348 squared kilometers.</a:t>
            </a:r>
          </a:p>
          <a:p>
            <a:pPr marL="0" indent="0">
              <a:buNone/>
            </a:pPr>
            <a:r>
              <a:rPr lang="en-US" dirty="0"/>
              <a:t>The Great Barrier Reef has many threats including, global warming, human costal development, illegal fishing and bad quality of run off water.</a:t>
            </a:r>
          </a:p>
          <a:p>
            <a:endParaRPr lang="en-US" dirty="0"/>
          </a:p>
          <a:p>
            <a:pPr marL="0" indent="0">
              <a:buNone/>
            </a:pPr>
            <a:r>
              <a:rPr lang="en-US" dirty="0"/>
              <a:t>To help protect the Great Barrier Reef from dying, the government has announced a $1 billion boost for the reef protection.</a:t>
            </a:r>
          </a:p>
          <a:p>
            <a:pPr marL="0" indent="0">
              <a:buNone/>
            </a:pPr>
            <a:endParaRPr lang="en-US" dirty="0"/>
          </a:p>
        </p:txBody>
      </p:sp>
      <p:sp>
        <p:nvSpPr>
          <p:cNvPr id="3" name="Slide Number Placeholder 2">
            <a:extLst>
              <a:ext uri="{FF2B5EF4-FFF2-40B4-BE49-F238E27FC236}">
                <a16:creationId xmlns:a16="http://schemas.microsoft.com/office/drawing/2014/main" id="{4D492004-FF5A-486F-BD35-52AACB74C659}"/>
              </a:ext>
            </a:extLst>
          </p:cNvPr>
          <p:cNvSpPr>
            <a:spLocks noGrp="1"/>
          </p:cNvSpPr>
          <p:nvPr>
            <p:ph type="sldNum" sz="quarter" idx="10"/>
          </p:nvPr>
        </p:nvSpPr>
        <p:spPr/>
        <p:txBody>
          <a:bodyPr/>
          <a:lstStyle/>
          <a:p>
            <a:fld id="{D495E168-DA5E-4888-8D8A-92B118324C14}" type="slidenum">
              <a:rPr lang="en-US" smtClean="0"/>
              <a:pPr/>
              <a:t>2</a:t>
            </a:fld>
            <a:endParaRPr lang="en-US" dirty="0"/>
          </a:p>
        </p:txBody>
      </p:sp>
      <p:pic>
        <p:nvPicPr>
          <p:cNvPr id="1026" name="Picture 2" descr="The Great Barrier Reef by joshua yeoh">
            <a:extLst>
              <a:ext uri="{FF2B5EF4-FFF2-40B4-BE49-F238E27FC236}">
                <a16:creationId xmlns:a16="http://schemas.microsoft.com/office/drawing/2014/main" id="{74A760F5-C55E-48DE-8F93-F38ED21A2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8661" y="161047"/>
            <a:ext cx="5028821" cy="3586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5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B51AE-252F-4958-A1E9-67C57179FF35}"/>
              </a:ext>
            </a:extLst>
          </p:cNvPr>
          <p:cNvSpPr>
            <a:spLocks noGrp="1"/>
          </p:cNvSpPr>
          <p:nvPr>
            <p:ph type="title"/>
          </p:nvPr>
        </p:nvSpPr>
        <p:spPr/>
        <p:txBody>
          <a:bodyPr/>
          <a:lstStyle/>
          <a:p>
            <a:r>
              <a:rPr lang="en-US" dirty="0" err="1"/>
              <a:t>Surtsey</a:t>
            </a:r>
            <a:endParaRPr lang="en-US" dirty="0"/>
          </a:p>
        </p:txBody>
      </p:sp>
      <p:sp>
        <p:nvSpPr>
          <p:cNvPr id="6" name="Text Placeholder 5">
            <a:extLst>
              <a:ext uri="{FF2B5EF4-FFF2-40B4-BE49-F238E27FC236}">
                <a16:creationId xmlns:a16="http://schemas.microsoft.com/office/drawing/2014/main" id="{A1FE0C33-CECE-4322-A29C-AEA87CDB13E3}"/>
              </a:ext>
            </a:extLst>
          </p:cNvPr>
          <p:cNvSpPr>
            <a:spLocks noGrp="1"/>
          </p:cNvSpPr>
          <p:nvPr>
            <p:ph type="body" sz="quarter" idx="15"/>
          </p:nvPr>
        </p:nvSpPr>
        <p:spPr/>
        <p:txBody>
          <a:bodyPr>
            <a:normAutofit lnSpcReduction="10000"/>
          </a:bodyPr>
          <a:lstStyle/>
          <a:p>
            <a:pPr marL="0" indent="0">
              <a:buNone/>
            </a:pPr>
            <a:r>
              <a:rPr lang="en-US" dirty="0" err="1"/>
              <a:t>Surtsey</a:t>
            </a:r>
            <a:r>
              <a:rPr lang="en-US" dirty="0"/>
              <a:t> is an island located off the coast of Iceland. It is natural site, formed by a volcano eruption.</a:t>
            </a:r>
          </a:p>
          <a:p>
            <a:pPr marL="0" indent="0">
              <a:buNone/>
            </a:pPr>
            <a:r>
              <a:rPr lang="en-US" dirty="0"/>
              <a:t>The site has been legally protected since it birth as it provides the world with a natural laboratory for researching wildlife.</a:t>
            </a:r>
          </a:p>
          <a:p>
            <a:pPr marL="0" indent="0">
              <a:buNone/>
            </a:pPr>
            <a:r>
              <a:rPr lang="en-US" dirty="0"/>
              <a:t>Climate change is expected to have a massive negative impact on the island, as well as the potential for </a:t>
            </a:r>
            <a:r>
              <a:rPr lang="en-US"/>
              <a:t>new invasive foreign species .</a:t>
            </a:r>
            <a:endParaRPr lang="en-US" dirty="0"/>
          </a:p>
        </p:txBody>
      </p:sp>
      <p:sp>
        <p:nvSpPr>
          <p:cNvPr id="4" name="Footer Placeholder 3">
            <a:extLst>
              <a:ext uri="{FF2B5EF4-FFF2-40B4-BE49-F238E27FC236}">
                <a16:creationId xmlns:a16="http://schemas.microsoft.com/office/drawing/2014/main" id="{600D8D83-8EE8-4757-A48D-197DCB8CB8ED}"/>
              </a:ext>
            </a:extLst>
          </p:cNvPr>
          <p:cNvSpPr>
            <a:spLocks noGrp="1"/>
          </p:cNvSpPr>
          <p:nvPr>
            <p:ph type="ftr" sz="quarter" idx="12"/>
          </p:nvPr>
        </p:nvSpPr>
        <p:spPr/>
        <p:txBody>
          <a:bodyPr/>
          <a:lstStyle/>
          <a:p>
            <a:r>
              <a:rPr lang="en-US" dirty="0"/>
              <a:t>ADD A FOOTER</a:t>
            </a:r>
          </a:p>
        </p:txBody>
      </p:sp>
      <p:sp>
        <p:nvSpPr>
          <p:cNvPr id="3" name="Slide Number Placeholder 2">
            <a:extLst>
              <a:ext uri="{FF2B5EF4-FFF2-40B4-BE49-F238E27FC236}">
                <a16:creationId xmlns:a16="http://schemas.microsoft.com/office/drawing/2014/main" id="{077CBD36-E928-427F-BCF4-3FF2B77D4C0D}"/>
              </a:ext>
            </a:extLst>
          </p:cNvPr>
          <p:cNvSpPr>
            <a:spLocks noGrp="1"/>
          </p:cNvSpPr>
          <p:nvPr>
            <p:ph type="sldNum" sz="quarter" idx="10"/>
          </p:nvPr>
        </p:nvSpPr>
        <p:spPr/>
        <p:txBody>
          <a:bodyPr/>
          <a:lstStyle/>
          <a:p>
            <a:fld id="{D495E168-DA5E-4888-8D8A-92B118324C14}" type="slidenum">
              <a:rPr lang="en-US" smtClean="0"/>
              <a:pPr/>
              <a:t>3</a:t>
            </a:fld>
            <a:endParaRPr lang="en-US" dirty="0"/>
          </a:p>
        </p:txBody>
      </p:sp>
      <p:pic>
        <p:nvPicPr>
          <p:cNvPr id="2052" name="Picture 4" descr="Life On Surtsey - sarah.green">
            <a:extLst>
              <a:ext uri="{FF2B5EF4-FFF2-40B4-BE49-F238E27FC236}">
                <a16:creationId xmlns:a16="http://schemas.microsoft.com/office/drawing/2014/main" id="{75B3FAC8-F5A8-41DB-AECB-23D7EE964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16" y="2050197"/>
            <a:ext cx="6381750" cy="4658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584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180B-35BA-C28E-820F-59C84FBDD99A}"/>
              </a:ext>
            </a:extLst>
          </p:cNvPr>
          <p:cNvSpPr>
            <a:spLocks noGrp="1"/>
          </p:cNvSpPr>
          <p:nvPr>
            <p:ph type="ctrTitle"/>
          </p:nvPr>
        </p:nvSpPr>
        <p:spPr/>
        <p:txBody>
          <a:bodyPr/>
          <a:lstStyle/>
          <a:p>
            <a:r>
              <a:rPr lang="en-US" dirty="0"/>
              <a:t>World Heritage sites</a:t>
            </a:r>
          </a:p>
        </p:txBody>
      </p:sp>
      <p:sp>
        <p:nvSpPr>
          <p:cNvPr id="3" name="Subtitle 2">
            <a:extLst>
              <a:ext uri="{FF2B5EF4-FFF2-40B4-BE49-F238E27FC236}">
                <a16:creationId xmlns:a16="http://schemas.microsoft.com/office/drawing/2014/main" id="{626260E8-21BF-1371-4767-5E86248A7A7B}"/>
              </a:ext>
            </a:extLst>
          </p:cNvPr>
          <p:cNvSpPr>
            <a:spLocks noGrp="1"/>
          </p:cNvSpPr>
          <p:nvPr>
            <p:ph type="subTitle" idx="1"/>
          </p:nvPr>
        </p:nvSpPr>
        <p:spPr/>
        <p:txBody>
          <a:bodyPr>
            <a:normAutofit fontScale="92500"/>
          </a:bodyPr>
          <a:lstStyle/>
          <a:p>
            <a:r>
              <a:rPr lang="en-US" dirty="0"/>
              <a:t>By Talise Rogers-Bouffler</a:t>
            </a:r>
          </a:p>
        </p:txBody>
      </p:sp>
    </p:spTree>
    <p:extLst>
      <p:ext uri="{BB962C8B-B14F-4D97-AF65-F5344CB8AC3E}">
        <p14:creationId xmlns:p14="http://schemas.microsoft.com/office/powerpoint/2010/main" val="317718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p:txBody>
          <a:bodyPr>
            <a:normAutofit/>
          </a:bodyPr>
          <a:lstStyle/>
          <a:p>
            <a:r>
              <a:rPr lang="en-US" dirty="0">
                <a:latin typeface="Baskerville Old Face" panose="02020602080505020303" pitchFamily="18" charset="77"/>
                <a:cs typeface="Calibri Light"/>
              </a:rPr>
              <a:t>Australia</a:t>
            </a:r>
            <a:endParaRPr lang="en-US" dirty="0">
              <a:solidFill>
                <a:schemeClr val="accent3"/>
              </a:solidFill>
              <a:latin typeface="Baskerville Old Face" panose="02020602080505020303" pitchFamily="18" charset="77"/>
            </a:endParaRPr>
          </a:p>
        </p:txBody>
      </p:sp>
      <p:sp>
        <p:nvSpPr>
          <p:cNvPr id="4" name="Text Placeholder 3">
            <a:extLst>
              <a:ext uri="{FF2B5EF4-FFF2-40B4-BE49-F238E27FC236}">
                <a16:creationId xmlns:a16="http://schemas.microsoft.com/office/drawing/2014/main" id="{7090AC0D-F624-B281-1AB5-687E5F6B3291}"/>
              </a:ext>
            </a:extLst>
          </p:cNvPr>
          <p:cNvSpPr>
            <a:spLocks noGrp="1"/>
          </p:cNvSpPr>
          <p:nvPr>
            <p:ph type="body" sz="quarter" idx="13"/>
          </p:nvPr>
        </p:nvSpPr>
        <p:spPr/>
        <p:txBody>
          <a:bodyPr/>
          <a:lstStyle/>
          <a:p>
            <a:r>
              <a:rPr lang="en-US" dirty="0"/>
              <a:t>A</a:t>
            </a:r>
          </a:p>
        </p:txBody>
      </p:sp>
      <p:pic>
        <p:nvPicPr>
          <p:cNvPr id="10" name="Picture 9" descr="Floral leaf accent">
            <a:extLst>
              <a:ext uri="{FF2B5EF4-FFF2-40B4-BE49-F238E27FC236}">
                <a16:creationId xmlns:a16="http://schemas.microsoft.com/office/drawing/2014/main" id="{08A3395B-5659-47E4-8F54-71340961F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41633" flipH="1">
            <a:off x="1654192" y="3058939"/>
            <a:ext cx="1243661" cy="790090"/>
          </a:xfrm>
          <a:prstGeom prst="rect">
            <a:avLst/>
          </a:prstGeom>
        </p:spPr>
      </p:pic>
      <p:pic>
        <p:nvPicPr>
          <p:cNvPr id="1929" name="Picture 1928" descr="Floral leaf accent">
            <a:extLst>
              <a:ext uri="{FF2B5EF4-FFF2-40B4-BE49-F238E27FC236}">
                <a16:creationId xmlns:a16="http://schemas.microsoft.com/office/drawing/2014/main" id="{CF8E7A1B-4724-55CB-6FAD-D8E7562935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7260" y="2342954"/>
            <a:ext cx="1791038" cy="2033695"/>
          </a:xfrm>
          <a:prstGeom prst="rect">
            <a:avLst/>
          </a:prstGeom>
        </p:spPr>
      </p:pic>
      <p:sp>
        <p:nvSpPr>
          <p:cNvPr id="3" name="Content Placeholder 2">
            <a:extLst>
              <a:ext uri="{FF2B5EF4-FFF2-40B4-BE49-F238E27FC236}">
                <a16:creationId xmlns:a16="http://schemas.microsoft.com/office/drawing/2014/main" id="{22788C46-D0BC-4307-AE55-7601A139E7CB}"/>
              </a:ext>
            </a:extLst>
          </p:cNvPr>
          <p:cNvSpPr>
            <a:spLocks noGrp="1"/>
          </p:cNvSpPr>
          <p:nvPr>
            <p:ph sz="quarter" idx="4"/>
          </p:nvPr>
        </p:nvSpPr>
        <p:spPr/>
        <p:txBody>
          <a:bodyPr vert="horz" lIns="91440" tIns="45720" rIns="91440" bIns="45720" rtlCol="0" anchor="t">
            <a:normAutofit/>
          </a:bodyPr>
          <a:lstStyle/>
          <a:p>
            <a:pPr marL="0" indent="0">
              <a:lnSpc>
                <a:spcPct val="150000"/>
              </a:lnSpc>
              <a:buNone/>
            </a:pPr>
            <a:r>
              <a:rPr lang="en-US" dirty="0">
                <a:latin typeface="Gill Sans Nova Light" panose="020B0302020104020203" pitchFamily="34" charset="0"/>
                <a:cs typeface="Gill Sans Light" panose="020B0302020104020203" pitchFamily="34" charset="-79"/>
              </a:rPr>
              <a:t>The Great Barrier Reef a natural site which is located on the north-east coast of Australia. </a:t>
            </a:r>
            <a:endParaRPr lang="en-US" sz="2400" dirty="0">
              <a:solidFill>
                <a:schemeClr val="accent3"/>
              </a:solidFill>
              <a:latin typeface="Gill Sans Nova Light" panose="020B0302020104020203" pitchFamily="34" charset="0"/>
              <a:cs typeface="Gill Sans Light" panose="020B0302020104020203" pitchFamily="34" charset="-79"/>
            </a:endParaRPr>
          </a:p>
          <a:p>
            <a:endParaRPr lang="en-US" dirty="0">
              <a:solidFill>
                <a:schemeClr val="accent3"/>
              </a:solidFill>
              <a:latin typeface="Gill Sans Nova Light" panose="020B0302020104020203" pitchFamily="34" charset="0"/>
              <a:cs typeface="Calibri"/>
            </a:endParaRPr>
          </a:p>
        </p:txBody>
      </p:sp>
      <p:sp>
        <p:nvSpPr>
          <p:cNvPr id="5" name="Footer Placeholder 4">
            <a:extLst>
              <a:ext uri="{FF2B5EF4-FFF2-40B4-BE49-F238E27FC236}">
                <a16:creationId xmlns:a16="http://schemas.microsoft.com/office/drawing/2014/main" id="{4A947406-5839-A735-732D-5690E6315B9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6" name="Slide Number Placeholder 5">
            <a:extLst>
              <a:ext uri="{FF2B5EF4-FFF2-40B4-BE49-F238E27FC236}">
                <a16:creationId xmlns:a16="http://schemas.microsoft.com/office/drawing/2014/main" id="{662884A3-BD82-0FC6-A582-54DD17DBCB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Tree>
    <p:extLst>
      <p:ext uri="{BB962C8B-B14F-4D97-AF65-F5344CB8AC3E}">
        <p14:creationId xmlns:p14="http://schemas.microsoft.com/office/powerpoint/2010/main" val="1859527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7D283-A583-4562-B71E-54072BA68D12}"/>
              </a:ext>
            </a:extLst>
          </p:cNvPr>
          <p:cNvSpPr>
            <a:spLocks noGrp="1"/>
          </p:cNvSpPr>
          <p:nvPr>
            <p:ph type="title"/>
          </p:nvPr>
        </p:nvSpPr>
        <p:spPr/>
        <p:txBody>
          <a:bodyPr/>
          <a:lstStyle/>
          <a:p>
            <a:r>
              <a:rPr lang="en-AU" dirty="0"/>
              <a:t>Great Barrier Reef Significance:</a:t>
            </a:r>
          </a:p>
        </p:txBody>
      </p:sp>
      <p:sp>
        <p:nvSpPr>
          <p:cNvPr id="3" name="Content Placeholder 2">
            <a:extLst>
              <a:ext uri="{FF2B5EF4-FFF2-40B4-BE49-F238E27FC236}">
                <a16:creationId xmlns:a16="http://schemas.microsoft.com/office/drawing/2014/main" id="{DF012242-8B00-4740-B922-51CE304BE7DF}"/>
              </a:ext>
            </a:extLst>
          </p:cNvPr>
          <p:cNvSpPr>
            <a:spLocks noGrp="1"/>
          </p:cNvSpPr>
          <p:nvPr>
            <p:ph idx="1"/>
          </p:nvPr>
        </p:nvSpPr>
        <p:spPr/>
        <p:txBody>
          <a:bodyPr/>
          <a:lstStyle/>
          <a:p>
            <a:r>
              <a:rPr lang="en-AU" dirty="0"/>
              <a:t>The Great Barrier Reef holds the world largest collection of coral reefs, containing 400 different types of coral and 1,500 different species of fish. There are many species on this reef that are very rare and coming to extinction, even though this reef is huge and covers an area of 348,000 square kilometres.</a:t>
            </a:r>
          </a:p>
        </p:txBody>
      </p:sp>
      <p:sp>
        <p:nvSpPr>
          <p:cNvPr id="4" name="Footer Placeholder 3">
            <a:extLst>
              <a:ext uri="{FF2B5EF4-FFF2-40B4-BE49-F238E27FC236}">
                <a16:creationId xmlns:a16="http://schemas.microsoft.com/office/drawing/2014/main" id="{C87FEB66-A474-4A98-8598-2F49E7C9D9A5}"/>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5" name="Slide Number Placeholder 4">
            <a:extLst>
              <a:ext uri="{FF2B5EF4-FFF2-40B4-BE49-F238E27FC236}">
                <a16:creationId xmlns:a16="http://schemas.microsoft.com/office/drawing/2014/main" id="{41331265-FAA6-454F-B7AF-E0C5DB52BA8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Tree>
    <p:extLst>
      <p:ext uri="{BB962C8B-B14F-4D97-AF65-F5344CB8AC3E}">
        <p14:creationId xmlns:p14="http://schemas.microsoft.com/office/powerpoint/2010/main" val="2220057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E4C32-A927-4297-9EBF-FD6F82CB406D}"/>
              </a:ext>
            </a:extLst>
          </p:cNvPr>
          <p:cNvSpPr>
            <a:spLocks noGrp="1"/>
          </p:cNvSpPr>
          <p:nvPr>
            <p:ph type="title"/>
          </p:nvPr>
        </p:nvSpPr>
        <p:spPr/>
        <p:txBody>
          <a:bodyPr/>
          <a:lstStyle/>
          <a:p>
            <a:r>
              <a:rPr lang="en-AU" dirty="0"/>
              <a:t>Protection of the Reef</a:t>
            </a:r>
          </a:p>
        </p:txBody>
      </p:sp>
      <p:sp>
        <p:nvSpPr>
          <p:cNvPr id="3" name="Footer Placeholder 2">
            <a:extLst>
              <a:ext uri="{FF2B5EF4-FFF2-40B4-BE49-F238E27FC236}">
                <a16:creationId xmlns:a16="http://schemas.microsoft.com/office/drawing/2014/main" id="{2C2FB5D5-9DB5-4208-98B9-8575BF911C8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4" name="Slide Number Placeholder 3">
            <a:extLst>
              <a:ext uri="{FF2B5EF4-FFF2-40B4-BE49-F238E27FC236}">
                <a16:creationId xmlns:a16="http://schemas.microsoft.com/office/drawing/2014/main" id="{7FAD7A97-7E81-43FA-833B-AAC1B5DB4D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5" name="Text Placeholder 4">
            <a:extLst>
              <a:ext uri="{FF2B5EF4-FFF2-40B4-BE49-F238E27FC236}">
                <a16:creationId xmlns:a16="http://schemas.microsoft.com/office/drawing/2014/main" id="{1416D5AB-A5FF-42C3-AE7F-6273A57BB5CC}"/>
              </a:ext>
            </a:extLst>
          </p:cNvPr>
          <p:cNvSpPr>
            <a:spLocks noGrp="1"/>
          </p:cNvSpPr>
          <p:nvPr>
            <p:ph type="body" idx="1"/>
          </p:nvPr>
        </p:nvSpPr>
        <p:spPr/>
        <p:txBody>
          <a:bodyPr/>
          <a:lstStyle/>
          <a:p>
            <a:r>
              <a:rPr lang="en-AU" dirty="0"/>
              <a:t>Are there any threats to the site?</a:t>
            </a:r>
          </a:p>
        </p:txBody>
      </p:sp>
      <p:sp>
        <p:nvSpPr>
          <p:cNvPr id="6" name="Content Placeholder 5">
            <a:extLst>
              <a:ext uri="{FF2B5EF4-FFF2-40B4-BE49-F238E27FC236}">
                <a16:creationId xmlns:a16="http://schemas.microsoft.com/office/drawing/2014/main" id="{41AC5B67-B5AE-4761-8071-A783389FA20F}"/>
              </a:ext>
            </a:extLst>
          </p:cNvPr>
          <p:cNvSpPr>
            <a:spLocks noGrp="1"/>
          </p:cNvSpPr>
          <p:nvPr>
            <p:ph sz="half" idx="2"/>
          </p:nvPr>
        </p:nvSpPr>
        <p:spPr>
          <a:xfrm>
            <a:off x="6289612" y="2770632"/>
            <a:ext cx="5065776" cy="1124712"/>
          </a:xfrm>
        </p:spPr>
        <p:txBody>
          <a:bodyPr>
            <a:normAutofit/>
          </a:bodyPr>
          <a:lstStyle/>
          <a:p>
            <a:r>
              <a:rPr lang="en-AU" dirty="0"/>
              <a:t>Threats to the GBR include: improving water quality, reducing loss of coastal habitats, reducing fishing, and adapting to the impacts of climate change.</a:t>
            </a:r>
          </a:p>
        </p:txBody>
      </p:sp>
      <p:sp>
        <p:nvSpPr>
          <p:cNvPr id="7" name="Text Placeholder 6">
            <a:extLst>
              <a:ext uri="{FF2B5EF4-FFF2-40B4-BE49-F238E27FC236}">
                <a16:creationId xmlns:a16="http://schemas.microsoft.com/office/drawing/2014/main" id="{D17936EC-8AF4-4EC8-ABDA-96B5B6651F1E}"/>
              </a:ext>
            </a:extLst>
          </p:cNvPr>
          <p:cNvSpPr>
            <a:spLocks noGrp="1"/>
          </p:cNvSpPr>
          <p:nvPr>
            <p:ph type="body" sz="quarter" idx="3"/>
          </p:nvPr>
        </p:nvSpPr>
        <p:spPr>
          <a:xfrm>
            <a:off x="6199632" y="3913632"/>
            <a:ext cx="5065776" cy="448056"/>
          </a:xfrm>
        </p:spPr>
        <p:txBody>
          <a:bodyPr/>
          <a:lstStyle/>
          <a:p>
            <a:r>
              <a:rPr lang="en-AU" dirty="0"/>
              <a:t>How is the site being protected?</a:t>
            </a:r>
          </a:p>
        </p:txBody>
      </p:sp>
      <p:sp>
        <p:nvSpPr>
          <p:cNvPr id="8" name="Content Placeholder 7">
            <a:extLst>
              <a:ext uri="{FF2B5EF4-FFF2-40B4-BE49-F238E27FC236}">
                <a16:creationId xmlns:a16="http://schemas.microsoft.com/office/drawing/2014/main" id="{AA434C89-2A67-4C45-994B-D3F2EF7BA91F}"/>
              </a:ext>
            </a:extLst>
          </p:cNvPr>
          <p:cNvSpPr>
            <a:spLocks noGrp="1"/>
          </p:cNvSpPr>
          <p:nvPr>
            <p:ph sz="quarter" idx="4"/>
          </p:nvPr>
        </p:nvSpPr>
        <p:spPr>
          <a:xfrm>
            <a:off x="6289612" y="4343400"/>
            <a:ext cx="5065776" cy="1856232"/>
          </a:xfrm>
        </p:spPr>
        <p:txBody>
          <a:bodyPr>
            <a:normAutofit fontScale="92500" lnSpcReduction="20000"/>
          </a:bodyPr>
          <a:lstStyle/>
          <a:p>
            <a:r>
              <a:rPr lang="en-AU" dirty="0"/>
              <a:t>The Great Barrier Reef Marine Park Authority, an independent Australian Government agency, is responsible for the protection and management of the GBR Marine Park. The Queensland Government is responsible for natural resource management and land use planning for the islands and coast adjacent to the GBR. Other Queensland and Federal legislation also protects the property’s Outstanding Universal Value addressing matters such as water quality, shipping management, sea dumping, fisheries management and environmental protection.</a:t>
            </a:r>
          </a:p>
        </p:txBody>
      </p:sp>
      <p:sp>
        <p:nvSpPr>
          <p:cNvPr id="9" name="Text Placeholder 8">
            <a:extLst>
              <a:ext uri="{FF2B5EF4-FFF2-40B4-BE49-F238E27FC236}">
                <a16:creationId xmlns:a16="http://schemas.microsoft.com/office/drawing/2014/main" id="{D60E8310-759A-452C-8510-D85A4A0C36C5}"/>
              </a:ext>
            </a:extLst>
          </p:cNvPr>
          <p:cNvSpPr>
            <a:spLocks noGrp="1"/>
          </p:cNvSpPr>
          <p:nvPr>
            <p:ph type="body" sz="quarter" idx="13"/>
          </p:nvPr>
        </p:nvSpPr>
        <p:spPr/>
        <p:txBody>
          <a:bodyPr/>
          <a:lstStyle/>
          <a:p>
            <a:r>
              <a:rPr lang="en-AU" dirty="0"/>
              <a:t>A</a:t>
            </a:r>
          </a:p>
        </p:txBody>
      </p:sp>
    </p:spTree>
    <p:extLst>
      <p:ext uri="{BB962C8B-B14F-4D97-AF65-F5344CB8AC3E}">
        <p14:creationId xmlns:p14="http://schemas.microsoft.com/office/powerpoint/2010/main" val="2371318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2E88-B7F5-4662-8AE1-AFD81962EC15}"/>
              </a:ext>
            </a:extLst>
          </p:cNvPr>
          <p:cNvSpPr>
            <a:spLocks noGrp="1"/>
          </p:cNvSpPr>
          <p:nvPr>
            <p:ph type="title"/>
          </p:nvPr>
        </p:nvSpPr>
        <p:spPr/>
        <p:txBody>
          <a:bodyPr/>
          <a:lstStyle/>
          <a:p>
            <a:r>
              <a:rPr lang="en-AU" dirty="0"/>
              <a:t>France</a:t>
            </a:r>
          </a:p>
        </p:txBody>
      </p:sp>
      <p:sp>
        <p:nvSpPr>
          <p:cNvPr id="3" name="Footer Placeholder 2">
            <a:extLst>
              <a:ext uri="{FF2B5EF4-FFF2-40B4-BE49-F238E27FC236}">
                <a16:creationId xmlns:a16="http://schemas.microsoft.com/office/drawing/2014/main" id="{16A56E44-B97D-4459-9938-1644444D302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4" name="Slide Number Placeholder 3">
            <a:extLst>
              <a:ext uri="{FF2B5EF4-FFF2-40B4-BE49-F238E27FC236}">
                <a16:creationId xmlns:a16="http://schemas.microsoft.com/office/drawing/2014/main" id="{15427C53-B022-48D6-A131-A4E5C682B9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5" name="Content Placeholder 4">
            <a:extLst>
              <a:ext uri="{FF2B5EF4-FFF2-40B4-BE49-F238E27FC236}">
                <a16:creationId xmlns:a16="http://schemas.microsoft.com/office/drawing/2014/main" id="{79AB305C-7CA2-4CD9-AE23-49706297122F}"/>
              </a:ext>
            </a:extLst>
          </p:cNvPr>
          <p:cNvSpPr>
            <a:spLocks noGrp="1"/>
          </p:cNvSpPr>
          <p:nvPr>
            <p:ph sz="quarter" idx="4"/>
          </p:nvPr>
        </p:nvSpPr>
        <p:spPr/>
        <p:txBody>
          <a:bodyPr/>
          <a:lstStyle/>
          <a:p>
            <a:r>
              <a:rPr lang="en-AU" dirty="0"/>
              <a:t>The Lagoons od New Caledonia are located in the French Pacific ocean and are all natural sites.</a:t>
            </a:r>
          </a:p>
        </p:txBody>
      </p:sp>
      <p:sp>
        <p:nvSpPr>
          <p:cNvPr id="6" name="Text Placeholder 5">
            <a:extLst>
              <a:ext uri="{FF2B5EF4-FFF2-40B4-BE49-F238E27FC236}">
                <a16:creationId xmlns:a16="http://schemas.microsoft.com/office/drawing/2014/main" id="{E93EB284-ED3B-4765-A442-A83CA0E59DE7}"/>
              </a:ext>
            </a:extLst>
          </p:cNvPr>
          <p:cNvSpPr>
            <a:spLocks noGrp="1"/>
          </p:cNvSpPr>
          <p:nvPr>
            <p:ph type="body" sz="quarter" idx="13"/>
          </p:nvPr>
        </p:nvSpPr>
        <p:spPr/>
        <p:txBody>
          <a:bodyPr/>
          <a:lstStyle/>
          <a:p>
            <a:r>
              <a:rPr lang="en-AU" dirty="0"/>
              <a:t>F</a:t>
            </a:r>
          </a:p>
        </p:txBody>
      </p:sp>
    </p:spTree>
    <p:extLst>
      <p:ext uri="{BB962C8B-B14F-4D97-AF65-F5344CB8AC3E}">
        <p14:creationId xmlns:p14="http://schemas.microsoft.com/office/powerpoint/2010/main" val="2954239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4E9A-7727-4FC3-B5A8-0461EF50219F}"/>
              </a:ext>
            </a:extLst>
          </p:cNvPr>
          <p:cNvSpPr>
            <a:spLocks noGrp="1"/>
          </p:cNvSpPr>
          <p:nvPr>
            <p:ph type="title"/>
          </p:nvPr>
        </p:nvSpPr>
        <p:spPr/>
        <p:txBody>
          <a:bodyPr/>
          <a:lstStyle/>
          <a:p>
            <a:r>
              <a:rPr lang="en-AU" dirty="0"/>
              <a:t>Significance of the Lagoons of New Caledonia:</a:t>
            </a:r>
          </a:p>
        </p:txBody>
      </p:sp>
      <p:sp>
        <p:nvSpPr>
          <p:cNvPr id="3" name="Content Placeholder 2">
            <a:extLst>
              <a:ext uri="{FF2B5EF4-FFF2-40B4-BE49-F238E27FC236}">
                <a16:creationId xmlns:a16="http://schemas.microsoft.com/office/drawing/2014/main" id="{181B0E99-2E9F-4ED8-84BB-5007C38FBF16}"/>
              </a:ext>
            </a:extLst>
          </p:cNvPr>
          <p:cNvSpPr>
            <a:spLocks noGrp="1"/>
          </p:cNvSpPr>
          <p:nvPr>
            <p:ph idx="1"/>
          </p:nvPr>
        </p:nvSpPr>
        <p:spPr/>
        <p:txBody>
          <a:bodyPr/>
          <a:lstStyle/>
          <a:p>
            <a:r>
              <a:rPr lang="en-AU" dirty="0"/>
              <a:t>The lagoons feature diverse ranges of coral and fish species with the worlds most diverse concentration of reef structures. The reefs hold healthy populations of large predators and a large number of big fish, however they also hold many threatened marine species. These reefs are considered to be some of the most beautiful reef systems in the world thanks to their variety of shapes within a small area.</a:t>
            </a:r>
          </a:p>
        </p:txBody>
      </p:sp>
      <p:sp>
        <p:nvSpPr>
          <p:cNvPr id="4" name="Footer Placeholder 3">
            <a:extLst>
              <a:ext uri="{FF2B5EF4-FFF2-40B4-BE49-F238E27FC236}">
                <a16:creationId xmlns:a16="http://schemas.microsoft.com/office/drawing/2014/main" id="{1230815C-91F7-493C-AD2F-83609AEE1169}"/>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5" name="Slide Number Placeholder 4">
            <a:extLst>
              <a:ext uri="{FF2B5EF4-FFF2-40B4-BE49-F238E27FC236}">
                <a16:creationId xmlns:a16="http://schemas.microsoft.com/office/drawing/2014/main" id="{CE8EE79A-76F2-43A9-9EBB-B9662F498304}"/>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Tree>
    <p:extLst>
      <p:ext uri="{BB962C8B-B14F-4D97-AF65-F5344CB8AC3E}">
        <p14:creationId xmlns:p14="http://schemas.microsoft.com/office/powerpoint/2010/main" val="3992561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512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122" name="Picture 2" descr="The New Caledonia Lagoon Photo Gallery Virtual Tour of the UNESCO World  Heritage Site">
            <a:extLst>
              <a:ext uri="{FF2B5EF4-FFF2-40B4-BE49-F238E27FC236}">
                <a16:creationId xmlns:a16="http://schemas.microsoft.com/office/drawing/2014/main" id="{22C8D32A-F22C-42B0-A4CA-99DEC01F3E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24" r="1" b="10407"/>
          <a:stretch/>
        </p:blipFill>
        <p:spPr bwMode="auto">
          <a:xfrm>
            <a:off x="196850" y="173518"/>
            <a:ext cx="11798300" cy="651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326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404CA-FC49-4B24-9026-2FED67857A91}"/>
              </a:ext>
            </a:extLst>
          </p:cNvPr>
          <p:cNvSpPr>
            <a:spLocks noGrp="1"/>
          </p:cNvSpPr>
          <p:nvPr>
            <p:ph type="title"/>
          </p:nvPr>
        </p:nvSpPr>
        <p:spPr/>
        <p:txBody>
          <a:bodyPr/>
          <a:lstStyle/>
          <a:p>
            <a:r>
              <a:rPr lang="en-AU" dirty="0"/>
              <a:t>Protection of the site</a:t>
            </a:r>
          </a:p>
        </p:txBody>
      </p:sp>
      <p:sp>
        <p:nvSpPr>
          <p:cNvPr id="3" name="Footer Placeholder 2">
            <a:extLst>
              <a:ext uri="{FF2B5EF4-FFF2-40B4-BE49-F238E27FC236}">
                <a16:creationId xmlns:a16="http://schemas.microsoft.com/office/drawing/2014/main" id="{8EC6DD05-3BAA-420F-9802-ACFEC7E169E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4" name="Slide Number Placeholder 3">
            <a:extLst>
              <a:ext uri="{FF2B5EF4-FFF2-40B4-BE49-F238E27FC236}">
                <a16:creationId xmlns:a16="http://schemas.microsoft.com/office/drawing/2014/main" id="{43AB0D35-83D7-4FEE-A256-0C626CC999D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5" name="Text Placeholder 4">
            <a:extLst>
              <a:ext uri="{FF2B5EF4-FFF2-40B4-BE49-F238E27FC236}">
                <a16:creationId xmlns:a16="http://schemas.microsoft.com/office/drawing/2014/main" id="{F1CC4484-629C-40BB-B41D-0AF24A9A55FF}"/>
              </a:ext>
            </a:extLst>
          </p:cNvPr>
          <p:cNvSpPr>
            <a:spLocks noGrp="1"/>
          </p:cNvSpPr>
          <p:nvPr>
            <p:ph type="body" idx="1"/>
          </p:nvPr>
        </p:nvSpPr>
        <p:spPr/>
        <p:txBody>
          <a:bodyPr/>
          <a:lstStyle/>
          <a:p>
            <a:r>
              <a:rPr lang="en-AU" dirty="0"/>
              <a:t>Are there any threats to the site?</a:t>
            </a:r>
          </a:p>
        </p:txBody>
      </p:sp>
      <p:sp>
        <p:nvSpPr>
          <p:cNvPr id="6" name="Content Placeholder 5">
            <a:extLst>
              <a:ext uri="{FF2B5EF4-FFF2-40B4-BE49-F238E27FC236}">
                <a16:creationId xmlns:a16="http://schemas.microsoft.com/office/drawing/2014/main" id="{AD748A5E-A801-49AF-9D3D-0A69DB15B35A}"/>
              </a:ext>
            </a:extLst>
          </p:cNvPr>
          <p:cNvSpPr>
            <a:spLocks noGrp="1"/>
          </p:cNvSpPr>
          <p:nvPr>
            <p:ph sz="half" idx="2"/>
          </p:nvPr>
        </p:nvSpPr>
        <p:spPr/>
        <p:txBody>
          <a:bodyPr/>
          <a:lstStyle/>
          <a:p>
            <a:pPr marL="0" indent="0">
              <a:buNone/>
            </a:pPr>
            <a:r>
              <a:rPr lang="en-AU" dirty="0"/>
              <a:t>Climate change is a continuous threat to this site and the reef managers are seeking to get this managed as much as they can but with tourism in the area and litter growing the reefs are being attacked with plastic and the change of climates and weather conditions.</a:t>
            </a:r>
          </a:p>
        </p:txBody>
      </p:sp>
      <p:sp>
        <p:nvSpPr>
          <p:cNvPr id="7" name="Text Placeholder 6">
            <a:extLst>
              <a:ext uri="{FF2B5EF4-FFF2-40B4-BE49-F238E27FC236}">
                <a16:creationId xmlns:a16="http://schemas.microsoft.com/office/drawing/2014/main" id="{8E1B46E5-E582-4EBD-B2AD-242BEA8728F8}"/>
              </a:ext>
            </a:extLst>
          </p:cNvPr>
          <p:cNvSpPr>
            <a:spLocks noGrp="1"/>
          </p:cNvSpPr>
          <p:nvPr>
            <p:ph type="body" sz="quarter" idx="3"/>
          </p:nvPr>
        </p:nvSpPr>
        <p:spPr/>
        <p:txBody>
          <a:bodyPr/>
          <a:lstStyle/>
          <a:p>
            <a:r>
              <a:rPr lang="en-AU" dirty="0"/>
              <a:t>How is the site being protected?</a:t>
            </a:r>
          </a:p>
        </p:txBody>
      </p:sp>
      <p:sp>
        <p:nvSpPr>
          <p:cNvPr id="8" name="Content Placeholder 7">
            <a:extLst>
              <a:ext uri="{FF2B5EF4-FFF2-40B4-BE49-F238E27FC236}">
                <a16:creationId xmlns:a16="http://schemas.microsoft.com/office/drawing/2014/main" id="{B191AC08-1EEF-44FB-AE9D-8697C8D4D338}"/>
              </a:ext>
            </a:extLst>
          </p:cNvPr>
          <p:cNvSpPr>
            <a:spLocks noGrp="1"/>
          </p:cNvSpPr>
          <p:nvPr>
            <p:ph sz="quarter" idx="4"/>
          </p:nvPr>
        </p:nvSpPr>
        <p:spPr/>
        <p:txBody>
          <a:bodyPr>
            <a:normAutofit fontScale="92500" lnSpcReduction="10000"/>
          </a:bodyPr>
          <a:lstStyle/>
          <a:p>
            <a:r>
              <a:rPr lang="en-AU" dirty="0"/>
              <a:t>The property is currently protected by the fisheries legislation, which is being continuously improved, they are also co-managing with the Kanak communities for all clusters. They are protecting and managing large areas in the form of no-take zones and management of the quality of the water, fisheries regulations help maintain reef resilience in the face of climate change.</a:t>
            </a:r>
          </a:p>
        </p:txBody>
      </p:sp>
      <p:sp>
        <p:nvSpPr>
          <p:cNvPr id="9" name="Text Placeholder 8">
            <a:extLst>
              <a:ext uri="{FF2B5EF4-FFF2-40B4-BE49-F238E27FC236}">
                <a16:creationId xmlns:a16="http://schemas.microsoft.com/office/drawing/2014/main" id="{1387565A-42D8-4FCE-A18B-DF8A340D04AB}"/>
              </a:ext>
            </a:extLst>
          </p:cNvPr>
          <p:cNvSpPr>
            <a:spLocks noGrp="1"/>
          </p:cNvSpPr>
          <p:nvPr>
            <p:ph type="body" sz="quarter" idx="13"/>
          </p:nvPr>
        </p:nvSpPr>
        <p:spPr/>
        <p:txBody>
          <a:bodyPr/>
          <a:lstStyle/>
          <a:p>
            <a:r>
              <a:rPr lang="en-AU" dirty="0"/>
              <a:t>F</a:t>
            </a:r>
          </a:p>
        </p:txBody>
      </p:sp>
    </p:spTree>
    <p:extLst>
      <p:ext uri="{BB962C8B-B14F-4D97-AF65-F5344CB8AC3E}">
        <p14:creationId xmlns:p14="http://schemas.microsoft.com/office/powerpoint/2010/main" val="398430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4800" dirty="0">
                <a:latin typeface="Amasis MT Pro"/>
                <a:cs typeface="Calibri Light"/>
              </a:rPr>
              <a:t>Great barrier reef</a:t>
            </a:r>
            <a:endParaRPr lang="en-GB" dirty="0">
              <a:latin typeface="Amasis MT Pro"/>
            </a:endParaRPr>
          </a:p>
        </p:txBody>
      </p:sp>
      <p:sp>
        <p:nvSpPr>
          <p:cNvPr id="3" name="Subtitle 2"/>
          <p:cNvSpPr>
            <a:spLocks noGrp="1"/>
          </p:cNvSpPr>
          <p:nvPr>
            <p:ph type="subTitle" idx="1"/>
          </p:nvPr>
        </p:nvSpPr>
        <p:spPr/>
        <p:txBody>
          <a:bodyPr vert="horz" lIns="91440" tIns="45720" rIns="91440" bIns="45720" rtlCol="0" anchor="t">
            <a:normAutofit/>
          </a:bodyPr>
          <a:lstStyle/>
          <a:p>
            <a:r>
              <a:rPr lang="en-GB" sz="1800" dirty="0">
                <a:latin typeface="Amasis MT Pro"/>
                <a:cs typeface="Calibri"/>
              </a:rPr>
              <a:t>By Harley Heywood</a:t>
            </a:r>
          </a:p>
        </p:txBody>
      </p:sp>
    </p:spTree>
    <p:extLst>
      <p:ext uri="{BB962C8B-B14F-4D97-AF65-F5344CB8AC3E}">
        <p14:creationId xmlns:p14="http://schemas.microsoft.com/office/powerpoint/2010/main" val="10985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E2C73-0859-F1E6-0220-96B34A2162DC}"/>
              </a:ext>
            </a:extLst>
          </p:cNvPr>
          <p:cNvSpPr>
            <a:spLocks noGrp="1"/>
          </p:cNvSpPr>
          <p:nvPr>
            <p:ph type="title"/>
          </p:nvPr>
        </p:nvSpPr>
        <p:spPr/>
        <p:txBody>
          <a:bodyPr/>
          <a:lstStyle/>
          <a:p>
            <a:r>
              <a:rPr lang="en-GB" dirty="0">
                <a:cs typeface="Calibri Light"/>
              </a:rPr>
              <a:t>Where is it? </a:t>
            </a:r>
          </a:p>
        </p:txBody>
      </p:sp>
      <p:sp>
        <p:nvSpPr>
          <p:cNvPr id="3" name="Content Placeholder 2">
            <a:extLst>
              <a:ext uri="{FF2B5EF4-FFF2-40B4-BE49-F238E27FC236}">
                <a16:creationId xmlns:a16="http://schemas.microsoft.com/office/drawing/2014/main" id="{D2217D1D-5E06-AE56-5985-483EF458B600}"/>
              </a:ext>
            </a:extLst>
          </p:cNvPr>
          <p:cNvSpPr>
            <a:spLocks noGrp="1"/>
          </p:cNvSpPr>
          <p:nvPr>
            <p:ph idx="1"/>
          </p:nvPr>
        </p:nvSpPr>
        <p:spPr>
          <a:xfrm>
            <a:off x="838200" y="1825625"/>
            <a:ext cx="2592888" cy="2722954"/>
          </a:xfrm>
        </p:spPr>
        <p:txBody>
          <a:bodyPr vert="horz" lIns="91440" tIns="45720" rIns="91440" bIns="45720" rtlCol="0" anchor="t">
            <a:normAutofit/>
          </a:bodyPr>
          <a:lstStyle/>
          <a:p>
            <a:r>
              <a:rPr lang="en-GB" sz="2000" dirty="0">
                <a:ea typeface="+mn-lt"/>
                <a:cs typeface="+mn-lt"/>
              </a:rPr>
              <a:t> The great barrier reef is located off the </a:t>
            </a:r>
            <a:r>
              <a:rPr lang="en-GB" sz="2000" dirty="0">
                <a:ea typeface="+mn-lt"/>
                <a:cs typeface="+mn-lt"/>
                <a:hlinkClick r:id="rId2"/>
              </a:rPr>
              <a:t>east</a:t>
            </a:r>
            <a:r>
              <a:rPr lang="en-GB" sz="2000" dirty="0">
                <a:ea typeface="+mn-lt"/>
                <a:cs typeface="+mn-lt"/>
              </a:rPr>
              <a:t> coast of the </a:t>
            </a:r>
            <a:r>
              <a:rPr lang="en-GB" sz="2000" dirty="0">
                <a:ea typeface="+mn-lt"/>
                <a:cs typeface="+mn-lt"/>
                <a:hlinkClick r:id="rId3"/>
              </a:rPr>
              <a:t>Queensland</a:t>
            </a:r>
            <a:r>
              <a:rPr lang="en-GB" sz="2000" dirty="0">
                <a:ea typeface="+mn-lt"/>
                <a:cs typeface="+mn-lt"/>
              </a:rPr>
              <a:t> </a:t>
            </a:r>
            <a:r>
              <a:rPr lang="en-GB" sz="2000" dirty="0">
                <a:ea typeface="+mn-lt"/>
                <a:cs typeface="+mn-lt"/>
                <a:hlinkClick r:id="rId4"/>
              </a:rPr>
              <a:t>mainland, Australia</a:t>
            </a:r>
          </a:p>
          <a:p>
            <a:endParaRPr lang="en-GB" dirty="0">
              <a:cs typeface="Calibri"/>
            </a:endParaRPr>
          </a:p>
        </p:txBody>
      </p:sp>
      <p:pic>
        <p:nvPicPr>
          <p:cNvPr id="4" name="Picture 4" descr="Map&#10;&#10;Description automatically generated">
            <a:extLst>
              <a:ext uri="{FF2B5EF4-FFF2-40B4-BE49-F238E27FC236}">
                <a16:creationId xmlns:a16="http://schemas.microsoft.com/office/drawing/2014/main" id="{EBFDFFA2-ED51-6DD6-DB9C-E332EB2AA19C}"/>
              </a:ext>
            </a:extLst>
          </p:cNvPr>
          <p:cNvPicPr>
            <a:picLocks noChangeAspect="1"/>
          </p:cNvPicPr>
          <p:nvPr/>
        </p:nvPicPr>
        <p:blipFill>
          <a:blip r:embed="rId5"/>
          <a:stretch>
            <a:fillRect/>
          </a:stretch>
        </p:blipFill>
        <p:spPr>
          <a:xfrm>
            <a:off x="4559996" y="1026824"/>
            <a:ext cx="6741090" cy="5323661"/>
          </a:xfrm>
          <a:prstGeom prst="rect">
            <a:avLst/>
          </a:prstGeom>
        </p:spPr>
      </p:pic>
    </p:spTree>
    <p:extLst>
      <p:ext uri="{BB962C8B-B14F-4D97-AF65-F5344CB8AC3E}">
        <p14:creationId xmlns:p14="http://schemas.microsoft.com/office/powerpoint/2010/main" val="3219452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2C42-266D-AFE7-4476-D38EB1E108C6}"/>
              </a:ext>
            </a:extLst>
          </p:cNvPr>
          <p:cNvSpPr>
            <a:spLocks noGrp="1"/>
          </p:cNvSpPr>
          <p:nvPr>
            <p:ph type="title"/>
          </p:nvPr>
        </p:nvSpPr>
        <p:spPr/>
        <p:txBody>
          <a:bodyPr/>
          <a:lstStyle/>
          <a:p>
            <a:r>
              <a:rPr lang="en-GB" dirty="0">
                <a:cs typeface="Calibri Light"/>
              </a:rPr>
              <a:t>What type of site is it? </a:t>
            </a:r>
          </a:p>
        </p:txBody>
      </p:sp>
      <p:sp>
        <p:nvSpPr>
          <p:cNvPr id="3" name="Content Placeholder 2">
            <a:extLst>
              <a:ext uri="{FF2B5EF4-FFF2-40B4-BE49-F238E27FC236}">
                <a16:creationId xmlns:a16="http://schemas.microsoft.com/office/drawing/2014/main" id="{80018888-16F4-31B3-62AE-A949CC3DA8A4}"/>
              </a:ext>
            </a:extLst>
          </p:cNvPr>
          <p:cNvSpPr>
            <a:spLocks noGrp="1"/>
          </p:cNvSpPr>
          <p:nvPr>
            <p:ph idx="1"/>
          </p:nvPr>
        </p:nvSpPr>
        <p:spPr>
          <a:xfrm>
            <a:off x="765131" y="1773433"/>
            <a:ext cx="3448833" cy="4351338"/>
          </a:xfrm>
        </p:spPr>
        <p:txBody>
          <a:bodyPr vert="horz" lIns="91440" tIns="45720" rIns="91440" bIns="45720" rtlCol="0" anchor="t">
            <a:normAutofit/>
          </a:bodyPr>
          <a:lstStyle/>
          <a:p>
            <a:r>
              <a:rPr lang="en-GB" sz="2000" dirty="0">
                <a:ea typeface="+mn-lt"/>
                <a:cs typeface="+mn-lt"/>
              </a:rPr>
              <a:t>The continued occupation of Indigenous people in the area for 60,000 years of what is now known as the Great Barrier Reef a global example of a human culture interacting with the natural environment</a:t>
            </a:r>
            <a:endParaRPr lang="en-GB" sz="2000">
              <a:cs typeface="Calibri"/>
            </a:endParaRPr>
          </a:p>
        </p:txBody>
      </p:sp>
      <p:pic>
        <p:nvPicPr>
          <p:cNvPr id="4" name="Picture 4" descr="A picture containing water, sky, outdoor, nature&#10;&#10;Description automatically generated">
            <a:extLst>
              <a:ext uri="{FF2B5EF4-FFF2-40B4-BE49-F238E27FC236}">
                <a16:creationId xmlns:a16="http://schemas.microsoft.com/office/drawing/2014/main" id="{F9A85958-E48F-2C48-C46A-6FC158EF1E9D}"/>
              </a:ext>
            </a:extLst>
          </p:cNvPr>
          <p:cNvPicPr>
            <a:picLocks noChangeAspect="1"/>
          </p:cNvPicPr>
          <p:nvPr/>
        </p:nvPicPr>
        <p:blipFill>
          <a:blip r:embed="rId2"/>
          <a:stretch>
            <a:fillRect/>
          </a:stretch>
        </p:blipFill>
        <p:spPr>
          <a:xfrm>
            <a:off x="5027112" y="1694375"/>
            <a:ext cx="6490569" cy="4189499"/>
          </a:xfrm>
          <a:prstGeom prst="rect">
            <a:avLst/>
          </a:prstGeom>
        </p:spPr>
      </p:pic>
    </p:spTree>
    <p:extLst>
      <p:ext uri="{BB962C8B-B14F-4D97-AF65-F5344CB8AC3E}">
        <p14:creationId xmlns:p14="http://schemas.microsoft.com/office/powerpoint/2010/main" val="3719459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7BAD-7271-CDE0-34FA-22AD93DAE56F}"/>
              </a:ext>
            </a:extLst>
          </p:cNvPr>
          <p:cNvSpPr>
            <a:spLocks noGrp="1"/>
          </p:cNvSpPr>
          <p:nvPr>
            <p:ph type="title"/>
          </p:nvPr>
        </p:nvSpPr>
        <p:spPr/>
        <p:txBody>
          <a:bodyPr/>
          <a:lstStyle/>
          <a:p>
            <a:r>
              <a:rPr lang="en-GB" dirty="0">
                <a:cs typeface="Calibri Light"/>
              </a:rPr>
              <a:t>Why is this site significant </a:t>
            </a:r>
          </a:p>
        </p:txBody>
      </p:sp>
      <p:sp>
        <p:nvSpPr>
          <p:cNvPr id="3" name="Content Placeholder 2">
            <a:extLst>
              <a:ext uri="{FF2B5EF4-FFF2-40B4-BE49-F238E27FC236}">
                <a16:creationId xmlns:a16="http://schemas.microsoft.com/office/drawing/2014/main" id="{427881D5-0A36-614B-BCCB-FBC5792A175C}"/>
              </a:ext>
            </a:extLst>
          </p:cNvPr>
          <p:cNvSpPr>
            <a:spLocks noGrp="1"/>
          </p:cNvSpPr>
          <p:nvPr>
            <p:ph idx="1"/>
          </p:nvPr>
        </p:nvSpPr>
        <p:spPr>
          <a:xfrm>
            <a:off x="838200" y="1825625"/>
            <a:ext cx="2895600" cy="4351338"/>
          </a:xfrm>
        </p:spPr>
        <p:txBody>
          <a:bodyPr vert="horz" lIns="91440" tIns="45720" rIns="91440" bIns="45720" rtlCol="0" anchor="t">
            <a:normAutofit/>
          </a:bodyPr>
          <a:lstStyle/>
          <a:p>
            <a:r>
              <a:rPr lang="en-GB" sz="2000" dirty="0">
                <a:cs typeface="Calibri"/>
              </a:rPr>
              <a:t>The great barrier reef is extremely significant and important to the east coast of Australia as it </a:t>
            </a:r>
            <a:r>
              <a:rPr lang="en-GB" sz="2000" b="1" dirty="0">
                <a:ea typeface="+mn-lt"/>
                <a:cs typeface="+mn-lt"/>
              </a:rPr>
              <a:t> </a:t>
            </a:r>
            <a:r>
              <a:rPr lang="en-GB" sz="2000" dirty="0">
                <a:ea typeface="+mn-lt"/>
                <a:cs typeface="+mn-lt"/>
              </a:rPr>
              <a:t>protects our coastlines and is home to thousands of species of marine life including fish, whales, dolphins and six of the world's seven species of marine turtle</a:t>
            </a:r>
            <a:endParaRPr lang="en-GB" dirty="0">
              <a:cs typeface="Calibri" panose="020F0502020204030204"/>
            </a:endParaRPr>
          </a:p>
        </p:txBody>
      </p:sp>
      <p:pic>
        <p:nvPicPr>
          <p:cNvPr id="4" name="Picture 4">
            <a:extLst>
              <a:ext uri="{FF2B5EF4-FFF2-40B4-BE49-F238E27FC236}">
                <a16:creationId xmlns:a16="http://schemas.microsoft.com/office/drawing/2014/main" id="{63B96392-396A-B822-B1E2-F1C0166CEAB5}"/>
              </a:ext>
            </a:extLst>
          </p:cNvPr>
          <p:cNvPicPr>
            <a:picLocks noChangeAspect="1"/>
          </p:cNvPicPr>
          <p:nvPr/>
        </p:nvPicPr>
        <p:blipFill>
          <a:blip r:embed="rId2"/>
          <a:stretch>
            <a:fillRect/>
          </a:stretch>
        </p:blipFill>
        <p:spPr>
          <a:xfrm>
            <a:off x="4724400" y="1752600"/>
            <a:ext cx="6260926" cy="4177430"/>
          </a:xfrm>
          <a:prstGeom prst="rect">
            <a:avLst/>
          </a:prstGeom>
        </p:spPr>
      </p:pic>
    </p:spTree>
    <p:extLst>
      <p:ext uri="{BB962C8B-B14F-4D97-AF65-F5344CB8AC3E}">
        <p14:creationId xmlns:p14="http://schemas.microsoft.com/office/powerpoint/2010/main" val="1424156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BA7C-BE56-5471-D358-FC3F67B8696A}"/>
              </a:ext>
            </a:extLst>
          </p:cNvPr>
          <p:cNvSpPr>
            <a:spLocks noGrp="1"/>
          </p:cNvSpPr>
          <p:nvPr>
            <p:ph type="title"/>
          </p:nvPr>
        </p:nvSpPr>
        <p:spPr/>
        <p:txBody>
          <a:bodyPr/>
          <a:lstStyle/>
          <a:p>
            <a:r>
              <a:rPr lang="en-GB" dirty="0">
                <a:cs typeface="Calibri Light"/>
              </a:rPr>
              <a:t>Threats </a:t>
            </a:r>
          </a:p>
        </p:txBody>
      </p:sp>
      <p:sp>
        <p:nvSpPr>
          <p:cNvPr id="3" name="Content Placeholder 2">
            <a:extLst>
              <a:ext uri="{FF2B5EF4-FFF2-40B4-BE49-F238E27FC236}">
                <a16:creationId xmlns:a16="http://schemas.microsoft.com/office/drawing/2014/main" id="{A92A47C3-AA05-1982-4B8F-0E834121499E}"/>
              </a:ext>
            </a:extLst>
          </p:cNvPr>
          <p:cNvSpPr>
            <a:spLocks noGrp="1"/>
          </p:cNvSpPr>
          <p:nvPr>
            <p:ph idx="1"/>
          </p:nvPr>
        </p:nvSpPr>
        <p:spPr>
          <a:xfrm>
            <a:off x="838200" y="1825625"/>
            <a:ext cx="2968669" cy="4351338"/>
          </a:xfrm>
        </p:spPr>
        <p:txBody>
          <a:bodyPr vert="horz" lIns="91440" tIns="45720" rIns="91440" bIns="45720" rtlCol="0" anchor="t">
            <a:normAutofit/>
          </a:bodyPr>
          <a:lstStyle/>
          <a:p>
            <a:r>
              <a:rPr lang="en-GB" dirty="0">
                <a:ea typeface="+mn-lt"/>
                <a:cs typeface="+mn-lt"/>
              </a:rPr>
              <a:t> </a:t>
            </a:r>
            <a:r>
              <a:rPr lang="en-GB" sz="2000" dirty="0">
                <a:ea typeface="+mn-lt"/>
                <a:cs typeface="+mn-lt"/>
              </a:rPr>
              <a:t>There are many threats against the great barrier reef, the largest one with the biggest effect being climate change. The other main threats to the Reef including poor water quality from land-based run-off and impacts from coastal development.</a:t>
            </a:r>
            <a:endParaRPr lang="en-GB" sz="2000" dirty="0">
              <a:cs typeface="Calibri"/>
            </a:endParaRPr>
          </a:p>
        </p:txBody>
      </p:sp>
      <p:pic>
        <p:nvPicPr>
          <p:cNvPr id="4" name="Picture 4" descr="A picture containing graphical user interface&#10;&#10;Description automatically generated">
            <a:extLst>
              <a:ext uri="{FF2B5EF4-FFF2-40B4-BE49-F238E27FC236}">
                <a16:creationId xmlns:a16="http://schemas.microsoft.com/office/drawing/2014/main" id="{6EE6F741-3A30-A90C-8A62-D407FA638A57}"/>
              </a:ext>
            </a:extLst>
          </p:cNvPr>
          <p:cNvPicPr>
            <a:picLocks noChangeAspect="1"/>
          </p:cNvPicPr>
          <p:nvPr/>
        </p:nvPicPr>
        <p:blipFill>
          <a:blip r:embed="rId2"/>
          <a:stretch>
            <a:fillRect/>
          </a:stretch>
        </p:blipFill>
        <p:spPr>
          <a:xfrm>
            <a:off x="4505194" y="1147697"/>
            <a:ext cx="6354871" cy="4771372"/>
          </a:xfrm>
          <a:prstGeom prst="rect">
            <a:avLst/>
          </a:prstGeom>
        </p:spPr>
      </p:pic>
    </p:spTree>
    <p:extLst>
      <p:ext uri="{BB962C8B-B14F-4D97-AF65-F5344CB8AC3E}">
        <p14:creationId xmlns:p14="http://schemas.microsoft.com/office/powerpoint/2010/main" val="3678787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575FD-B4B5-BDE0-17AE-885E4D7099A6}"/>
              </a:ext>
            </a:extLst>
          </p:cNvPr>
          <p:cNvSpPr>
            <a:spLocks noGrp="1"/>
          </p:cNvSpPr>
          <p:nvPr>
            <p:ph type="title"/>
          </p:nvPr>
        </p:nvSpPr>
        <p:spPr/>
        <p:txBody>
          <a:bodyPr/>
          <a:lstStyle/>
          <a:p>
            <a:r>
              <a:rPr lang="en-GB" dirty="0">
                <a:cs typeface="Calibri Light"/>
              </a:rPr>
              <a:t>How is it being protected? </a:t>
            </a:r>
            <a:endParaRPr lang="en-GB" dirty="0"/>
          </a:p>
        </p:txBody>
      </p:sp>
      <p:sp>
        <p:nvSpPr>
          <p:cNvPr id="3" name="Content Placeholder 2">
            <a:extLst>
              <a:ext uri="{FF2B5EF4-FFF2-40B4-BE49-F238E27FC236}">
                <a16:creationId xmlns:a16="http://schemas.microsoft.com/office/drawing/2014/main" id="{24F5DC2C-C75E-BEC3-4E93-BCDC311DBB60}"/>
              </a:ext>
            </a:extLst>
          </p:cNvPr>
          <p:cNvSpPr>
            <a:spLocks noGrp="1"/>
          </p:cNvSpPr>
          <p:nvPr>
            <p:ph idx="1"/>
          </p:nvPr>
        </p:nvSpPr>
        <p:spPr>
          <a:xfrm>
            <a:off x="838200" y="1825625"/>
            <a:ext cx="3688916" cy="4351338"/>
          </a:xfrm>
        </p:spPr>
        <p:txBody>
          <a:bodyPr vert="horz" lIns="91440" tIns="45720" rIns="91440" bIns="45720" rtlCol="0" anchor="t">
            <a:normAutofit/>
          </a:bodyPr>
          <a:lstStyle/>
          <a:p>
            <a:r>
              <a:rPr lang="en-GB" sz="2000" dirty="0">
                <a:ea typeface="+mn-lt"/>
                <a:cs typeface="+mn-lt"/>
              </a:rPr>
              <a:t>The Australian Government has committed over $1.3 billion to the Reef Trust to address the key threats coming towards the reef. The $1.3 billion Reef protection package put into the trust includes a $253 million investment in the Great Barrier Reef Marine Park Authority's key programs over 9 years, remarkably strengthening its capacity to manage and look after this amazing and diverse ecosystem.</a:t>
            </a:r>
            <a:endParaRPr lang="en-GB" sz="2000" dirty="0">
              <a:cs typeface="Calibri"/>
            </a:endParaRPr>
          </a:p>
        </p:txBody>
      </p:sp>
      <p:pic>
        <p:nvPicPr>
          <p:cNvPr id="4" name="Picture 4">
            <a:extLst>
              <a:ext uri="{FF2B5EF4-FFF2-40B4-BE49-F238E27FC236}">
                <a16:creationId xmlns:a16="http://schemas.microsoft.com/office/drawing/2014/main" id="{09CD3620-7F98-045B-F835-098691FB963E}"/>
              </a:ext>
            </a:extLst>
          </p:cNvPr>
          <p:cNvPicPr>
            <a:picLocks noChangeAspect="1"/>
          </p:cNvPicPr>
          <p:nvPr/>
        </p:nvPicPr>
        <p:blipFill>
          <a:blip r:embed="rId2"/>
          <a:stretch>
            <a:fillRect/>
          </a:stretch>
        </p:blipFill>
        <p:spPr>
          <a:xfrm>
            <a:off x="5078586" y="1711955"/>
            <a:ext cx="6387621" cy="4237842"/>
          </a:xfrm>
          <a:prstGeom prst="rect">
            <a:avLst/>
          </a:prstGeom>
        </p:spPr>
      </p:pic>
    </p:spTree>
    <p:extLst>
      <p:ext uri="{BB962C8B-B14F-4D97-AF65-F5344CB8AC3E}">
        <p14:creationId xmlns:p14="http://schemas.microsoft.com/office/powerpoint/2010/main" val="2686564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DC14B3F1-8CC5-4623-94B0-4445E3775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977651EB-FB19-49A9-B5F2-8942E9607F5F}"/>
              </a:ext>
            </a:extLst>
          </p:cNvPr>
          <p:cNvSpPr>
            <a:spLocks noGrp="1"/>
          </p:cNvSpPr>
          <p:nvPr>
            <p:ph type="title"/>
          </p:nvPr>
        </p:nvSpPr>
        <p:spPr>
          <a:xfrm>
            <a:off x="841248" y="365124"/>
            <a:ext cx="4929556" cy="1161835"/>
          </a:xfrm>
        </p:spPr>
        <p:txBody>
          <a:bodyPr anchor="b">
            <a:normAutofit fontScale="90000"/>
          </a:bodyPr>
          <a:lstStyle/>
          <a:p>
            <a:r>
              <a:rPr lang="en-AU" sz="4000" dirty="0"/>
              <a:t>Greater Blue Mountains Area</a:t>
            </a:r>
          </a:p>
        </p:txBody>
      </p:sp>
      <p:sp>
        <p:nvSpPr>
          <p:cNvPr id="3" name="Content Placeholder 2">
            <a:extLst>
              <a:ext uri="{FF2B5EF4-FFF2-40B4-BE49-F238E27FC236}">
                <a16:creationId xmlns:a16="http://schemas.microsoft.com/office/drawing/2014/main" id="{550F870E-3CC3-4197-811D-1815E2E35147}"/>
              </a:ext>
            </a:extLst>
          </p:cNvPr>
          <p:cNvSpPr>
            <a:spLocks noGrp="1"/>
          </p:cNvSpPr>
          <p:nvPr>
            <p:ph idx="1"/>
          </p:nvPr>
        </p:nvSpPr>
        <p:spPr>
          <a:xfrm>
            <a:off x="447527" y="1740023"/>
            <a:ext cx="5491613" cy="4794559"/>
          </a:xfrm>
        </p:spPr>
        <p:txBody>
          <a:bodyPr>
            <a:normAutofit/>
          </a:bodyPr>
          <a:lstStyle/>
          <a:p>
            <a:r>
              <a:rPr lang="en-AU" sz="2000" dirty="0"/>
              <a:t>The Greater Blue Mountains Area is a natural Australian Heritage site found in New South Wales, just outside of Sydney. it has 300 metre tall mountains, waterfalls, slot canyons and land. </a:t>
            </a:r>
          </a:p>
          <a:p>
            <a:r>
              <a:rPr lang="en-AU" sz="2000" dirty="0"/>
              <a:t>The Greater Blue Mountains are important because it shows the evolution of the variation of the eucalyptus trees and the vegetation and animals that live there.</a:t>
            </a:r>
          </a:p>
          <a:p>
            <a:r>
              <a:rPr lang="en-AU" sz="2000" dirty="0"/>
              <a:t>Threats towards the site are climate change and global warming, which have unbalanced the way the forest lives.  </a:t>
            </a:r>
          </a:p>
          <a:p>
            <a:r>
              <a:rPr lang="en-AU" sz="2000" dirty="0"/>
              <a:t>It is protected by the legislation of both the Commonwealth of Australia and the State of New South Wales, where it permission is need from the Minister.</a:t>
            </a:r>
          </a:p>
        </p:txBody>
      </p:sp>
      <p:cxnSp>
        <p:nvCxnSpPr>
          <p:cNvPr id="15" name="Straight Connector 11">
            <a:extLst>
              <a:ext uri="{FF2B5EF4-FFF2-40B4-BE49-F238E27FC236}">
                <a16:creationId xmlns:a16="http://schemas.microsoft.com/office/drawing/2014/main" id="{B8EC0F70-6AFD-45BE-8F70-52888FC304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319763"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B70F5C5-B52B-474F-BA1C-486E2B05D4D4}"/>
              </a:ext>
            </a:extLst>
          </p:cNvPr>
          <p:cNvPicPr>
            <a:picLocks noChangeAspect="1"/>
          </p:cNvPicPr>
          <p:nvPr/>
        </p:nvPicPr>
        <p:blipFill rotWithShape="1">
          <a:blip r:embed="rId2"/>
          <a:srcRect t="19132" r="-2" b="-2"/>
          <a:stretch/>
        </p:blipFill>
        <p:spPr>
          <a:xfrm>
            <a:off x="6818278" y="343454"/>
            <a:ext cx="4853685" cy="2934000"/>
          </a:xfrm>
          <a:prstGeom prst="rect">
            <a:avLst/>
          </a:prstGeom>
        </p:spPr>
      </p:pic>
      <p:pic>
        <p:nvPicPr>
          <p:cNvPr id="4" name="Picture 3">
            <a:extLst>
              <a:ext uri="{FF2B5EF4-FFF2-40B4-BE49-F238E27FC236}">
                <a16:creationId xmlns:a16="http://schemas.microsoft.com/office/drawing/2014/main" id="{1FF8F812-54BF-4A56-8A8D-CE1B535E819C}"/>
              </a:ext>
            </a:extLst>
          </p:cNvPr>
          <p:cNvPicPr>
            <a:picLocks noChangeAspect="1"/>
          </p:cNvPicPr>
          <p:nvPr/>
        </p:nvPicPr>
        <p:blipFill rotWithShape="1">
          <a:blip r:embed="rId3"/>
          <a:srcRect t="19596" r="-2" b="-2"/>
          <a:stretch/>
        </p:blipFill>
        <p:spPr>
          <a:xfrm>
            <a:off x="6818278" y="3597883"/>
            <a:ext cx="4853685" cy="2936699"/>
          </a:xfrm>
          <a:prstGeom prst="rect">
            <a:avLst/>
          </a:prstGeom>
        </p:spPr>
      </p:pic>
    </p:spTree>
    <p:extLst>
      <p:ext uri="{BB962C8B-B14F-4D97-AF65-F5344CB8AC3E}">
        <p14:creationId xmlns:p14="http://schemas.microsoft.com/office/powerpoint/2010/main" val="1153994008"/>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7A7187-EE9E-4D86-81C8-2E0DA3D6BBCD}"/>
              </a:ext>
            </a:extLst>
          </p:cNvPr>
          <p:cNvSpPr>
            <a:spLocks noGrp="1"/>
          </p:cNvSpPr>
          <p:nvPr>
            <p:ph type="title"/>
          </p:nvPr>
        </p:nvSpPr>
        <p:spPr>
          <a:xfrm>
            <a:off x="838201" y="365125"/>
            <a:ext cx="3816095" cy="1938076"/>
          </a:xfrm>
        </p:spPr>
        <p:txBody>
          <a:bodyPr>
            <a:normAutofit/>
          </a:bodyPr>
          <a:lstStyle/>
          <a:p>
            <a:r>
              <a:rPr lang="en-AU" dirty="0"/>
              <a:t>Acropolis of Athens</a:t>
            </a:r>
          </a:p>
        </p:txBody>
      </p:sp>
      <p:sp>
        <p:nvSpPr>
          <p:cNvPr id="9" name="Content Placeholder 8">
            <a:extLst>
              <a:ext uri="{FF2B5EF4-FFF2-40B4-BE49-F238E27FC236}">
                <a16:creationId xmlns:a16="http://schemas.microsoft.com/office/drawing/2014/main" id="{D6AB107B-EC12-7758-966C-EFB49ABB005F}"/>
              </a:ext>
            </a:extLst>
          </p:cNvPr>
          <p:cNvSpPr>
            <a:spLocks noGrp="1"/>
          </p:cNvSpPr>
          <p:nvPr>
            <p:ph idx="1"/>
          </p:nvPr>
        </p:nvSpPr>
        <p:spPr>
          <a:xfrm>
            <a:off x="838201" y="2482589"/>
            <a:ext cx="3816096" cy="3694373"/>
          </a:xfrm>
        </p:spPr>
        <p:txBody>
          <a:bodyPr>
            <a:normAutofit fontScale="62500" lnSpcReduction="20000"/>
          </a:bodyPr>
          <a:lstStyle/>
          <a:p>
            <a:r>
              <a:rPr lang="en-US" sz="2000" dirty="0"/>
              <a:t>The Acropolis of Athens is a cultural site based in Greece. It was made by the ancient Greece and was made in  the 13th century BC and was built as a home to the war goddess, Athena, the patron goddess of the city. It homes the Parthenon, the building at the top of the hill, the temple dedicated to Athena.</a:t>
            </a:r>
          </a:p>
          <a:p>
            <a:r>
              <a:rPr lang="en-US" sz="2000" dirty="0"/>
              <a:t>The Acropolis of Athens is an important site because it shows proof of the cultural activity and religion. It has homed kings, showed information on their gods, homed the Greek civilization, and more.</a:t>
            </a:r>
          </a:p>
          <a:p>
            <a:r>
              <a:rPr lang="en-US" sz="2000" dirty="0"/>
              <a:t>Threats that endanger the </a:t>
            </a:r>
            <a:r>
              <a:rPr lang="en-US" sz="2000"/>
              <a:t>city are the </a:t>
            </a:r>
            <a:r>
              <a:rPr lang="en-US" sz="2000" dirty="0"/>
              <a:t>acts of climate change, which is contributing to the erosion of the buildings.</a:t>
            </a:r>
          </a:p>
          <a:p>
            <a:r>
              <a:rPr lang="en-US" sz="2000" dirty="0"/>
              <a:t>It is protected by the law of “</a:t>
            </a:r>
            <a:r>
              <a:rPr lang="en-AU" sz="2000" dirty="0"/>
              <a:t>Protection of Antiquities and Cultural Heritage in general” in Greece, and legislative decrees. For tourists, paths have been made in certain ways to protect the monuments and other actions, so there is still enjoyment, but protection to keep the site unharmed.</a:t>
            </a:r>
            <a:endParaRPr lang="en-US" sz="2000" dirty="0"/>
          </a:p>
          <a:p>
            <a:endParaRPr lang="en-US" sz="2000" dirty="0"/>
          </a:p>
        </p:txBody>
      </p:sp>
      <p:pic>
        <p:nvPicPr>
          <p:cNvPr id="5" name="Content Placeholder 4">
            <a:extLst>
              <a:ext uri="{FF2B5EF4-FFF2-40B4-BE49-F238E27FC236}">
                <a16:creationId xmlns:a16="http://schemas.microsoft.com/office/drawing/2014/main" id="{2C10314F-D9E5-490F-A1B2-6937CDE3F241}"/>
              </a:ext>
            </a:extLst>
          </p:cNvPr>
          <p:cNvPicPr>
            <a:picLocks noChangeAspect="1"/>
          </p:cNvPicPr>
          <p:nvPr/>
        </p:nvPicPr>
        <p:blipFill rotWithShape="1">
          <a:blip r:embed="rId2"/>
          <a:srcRect t="5299" r="-1" b="4579"/>
          <a:stretch/>
        </p:blipFill>
        <p:spPr>
          <a:xfrm>
            <a:off x="4904316" y="-4"/>
            <a:ext cx="7287684"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4" name="Picture 3">
            <a:extLst>
              <a:ext uri="{FF2B5EF4-FFF2-40B4-BE49-F238E27FC236}">
                <a16:creationId xmlns:a16="http://schemas.microsoft.com/office/drawing/2014/main" id="{B5307B11-CB62-4186-8269-2C82A6D2FD9C}"/>
              </a:ext>
            </a:extLst>
          </p:cNvPr>
          <p:cNvPicPr>
            <a:picLocks noChangeAspect="1"/>
          </p:cNvPicPr>
          <p:nvPr/>
        </p:nvPicPr>
        <p:blipFill rotWithShape="1">
          <a:blip r:embed="rId3"/>
          <a:srcRect t="27473" b="18014"/>
          <a:stretch/>
        </p:blipFill>
        <p:spPr>
          <a:xfrm>
            <a:off x="4726728" y="3802961"/>
            <a:ext cx="7472381"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pic>
    </p:spTree>
    <p:extLst>
      <p:ext uri="{BB962C8B-B14F-4D97-AF65-F5344CB8AC3E}">
        <p14:creationId xmlns:p14="http://schemas.microsoft.com/office/powerpoint/2010/main" val="2212980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6C7CF-CD11-4158-BDCE-F159247D2FA3}"/>
              </a:ext>
            </a:extLst>
          </p:cNvPr>
          <p:cNvSpPr>
            <a:spLocks noGrp="1"/>
          </p:cNvSpPr>
          <p:nvPr>
            <p:ph type="ctrTitle"/>
          </p:nvPr>
        </p:nvSpPr>
        <p:spPr/>
        <p:txBody>
          <a:bodyPr/>
          <a:lstStyle/>
          <a:p>
            <a:r>
              <a:rPr lang="en-AU" dirty="0">
                <a:solidFill>
                  <a:schemeClr val="bg1"/>
                </a:solidFill>
              </a:rPr>
              <a:t>World Heritage Sites</a:t>
            </a:r>
          </a:p>
        </p:txBody>
      </p:sp>
      <p:sp>
        <p:nvSpPr>
          <p:cNvPr id="3" name="Subtitle 2">
            <a:extLst>
              <a:ext uri="{FF2B5EF4-FFF2-40B4-BE49-F238E27FC236}">
                <a16:creationId xmlns:a16="http://schemas.microsoft.com/office/drawing/2014/main" id="{385186E6-8C8D-4BD2-8F70-F5AA3D33DCAD}"/>
              </a:ext>
            </a:extLst>
          </p:cNvPr>
          <p:cNvSpPr>
            <a:spLocks noGrp="1"/>
          </p:cNvSpPr>
          <p:nvPr>
            <p:ph type="subTitle" idx="1"/>
          </p:nvPr>
        </p:nvSpPr>
        <p:spPr/>
        <p:txBody>
          <a:bodyPr/>
          <a:lstStyle/>
          <a:p>
            <a:r>
              <a:rPr lang="en-AU" dirty="0">
                <a:solidFill>
                  <a:schemeClr val="bg2"/>
                </a:solidFill>
              </a:rPr>
              <a:t>Georgia Copeland and Charli </a:t>
            </a:r>
            <a:r>
              <a:rPr lang="en-AU" dirty="0" err="1">
                <a:solidFill>
                  <a:schemeClr val="bg2"/>
                </a:solidFill>
              </a:rPr>
              <a:t>Chivell</a:t>
            </a:r>
            <a:endParaRPr lang="en-AU" dirty="0">
              <a:solidFill>
                <a:schemeClr val="bg2"/>
              </a:solidFill>
            </a:endParaRPr>
          </a:p>
        </p:txBody>
      </p:sp>
    </p:spTree>
    <p:extLst>
      <p:ext uri="{BB962C8B-B14F-4D97-AF65-F5344CB8AC3E}">
        <p14:creationId xmlns:p14="http://schemas.microsoft.com/office/powerpoint/2010/main" val="4015147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672D4-9730-4EED-BB15-6CD5631DCFF8}"/>
              </a:ext>
            </a:extLst>
          </p:cNvPr>
          <p:cNvSpPr>
            <a:spLocks noGrp="1"/>
          </p:cNvSpPr>
          <p:nvPr>
            <p:ph type="title"/>
          </p:nvPr>
        </p:nvSpPr>
        <p:spPr/>
        <p:txBody>
          <a:bodyPr/>
          <a:lstStyle/>
          <a:p>
            <a:r>
              <a:rPr lang="en-AU" dirty="0">
                <a:solidFill>
                  <a:schemeClr val="bg1"/>
                </a:solidFill>
              </a:rPr>
              <a:t>Shark Bay- Western Australia</a:t>
            </a:r>
          </a:p>
        </p:txBody>
      </p:sp>
      <p:sp>
        <p:nvSpPr>
          <p:cNvPr id="3" name="Text Placeholder 2">
            <a:extLst>
              <a:ext uri="{FF2B5EF4-FFF2-40B4-BE49-F238E27FC236}">
                <a16:creationId xmlns:a16="http://schemas.microsoft.com/office/drawing/2014/main" id="{AD6AB8DB-8A69-48E7-AF76-7A8A3416B31B}"/>
              </a:ext>
            </a:extLst>
          </p:cNvPr>
          <p:cNvSpPr>
            <a:spLocks noGrp="1"/>
          </p:cNvSpPr>
          <p:nvPr>
            <p:ph type="body" idx="1"/>
          </p:nvPr>
        </p:nvSpPr>
        <p:spPr/>
        <p:txBody>
          <a:bodyPr/>
          <a:lstStyle/>
          <a:p>
            <a:endParaRPr lang="en-AU"/>
          </a:p>
        </p:txBody>
      </p:sp>
    </p:spTree>
    <p:extLst>
      <p:ext uri="{BB962C8B-B14F-4D97-AF65-F5344CB8AC3E}">
        <p14:creationId xmlns:p14="http://schemas.microsoft.com/office/powerpoint/2010/main" val="858848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C14B3F1-8CC5-4623-94B0-4445E3775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0FE326B3-FCE3-4506-983F-7586898F83D9}"/>
              </a:ext>
            </a:extLst>
          </p:cNvPr>
          <p:cNvSpPr>
            <a:spLocks noGrp="1"/>
          </p:cNvSpPr>
          <p:nvPr>
            <p:ph type="title"/>
          </p:nvPr>
        </p:nvSpPr>
        <p:spPr>
          <a:xfrm>
            <a:off x="752471" y="343454"/>
            <a:ext cx="4929556" cy="655868"/>
          </a:xfrm>
        </p:spPr>
        <p:txBody>
          <a:bodyPr vert="horz" lIns="91440" tIns="45720" rIns="91440" bIns="45720" rtlCol="0" anchor="b">
            <a:normAutofit/>
          </a:bodyPr>
          <a:lstStyle/>
          <a:p>
            <a:r>
              <a:rPr lang="en-US" sz="4000" kern="1200" dirty="0">
                <a:solidFill>
                  <a:schemeClr val="tx1"/>
                </a:solidFill>
                <a:latin typeface="+mj-lt"/>
                <a:ea typeface="+mj-ea"/>
                <a:cs typeface="+mj-cs"/>
              </a:rPr>
              <a:t>Where is it located?</a:t>
            </a:r>
          </a:p>
        </p:txBody>
      </p:sp>
      <p:sp>
        <p:nvSpPr>
          <p:cNvPr id="3" name="Content Placeholder 2">
            <a:extLst>
              <a:ext uri="{FF2B5EF4-FFF2-40B4-BE49-F238E27FC236}">
                <a16:creationId xmlns:a16="http://schemas.microsoft.com/office/drawing/2014/main" id="{D79B9405-8AD0-4D86-ACC0-8DE5A40DF60B}"/>
              </a:ext>
            </a:extLst>
          </p:cNvPr>
          <p:cNvSpPr>
            <a:spLocks noGrp="1"/>
          </p:cNvSpPr>
          <p:nvPr>
            <p:ph sz="half" idx="1"/>
          </p:nvPr>
        </p:nvSpPr>
        <p:spPr>
          <a:xfrm>
            <a:off x="822082" y="999322"/>
            <a:ext cx="4929556" cy="3538094"/>
          </a:xfrm>
        </p:spPr>
        <p:txBody>
          <a:bodyPr vert="horz" lIns="91440" tIns="45720" rIns="91440" bIns="45720" rtlCol="0">
            <a:normAutofit/>
          </a:bodyPr>
          <a:lstStyle/>
          <a:p>
            <a:pPr marL="0"/>
            <a:r>
              <a:rPr lang="en-US" sz="2000" dirty="0"/>
              <a:t>Shark Bay is located in Western Australia. It sits on the edge of the continent and connects to the ocean. </a:t>
            </a:r>
          </a:p>
        </p:txBody>
      </p:sp>
      <p:cxnSp>
        <p:nvCxnSpPr>
          <p:cNvPr id="28" name="Straight Connector 27">
            <a:extLst>
              <a:ext uri="{FF2B5EF4-FFF2-40B4-BE49-F238E27FC236}">
                <a16:creationId xmlns:a16="http://schemas.microsoft.com/office/drawing/2014/main" id="{B8EC0F70-6AFD-45BE-8F70-52888FC304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319763"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Content Placeholder 5" descr="Map&#10;&#10;Description automatically generated">
            <a:extLst>
              <a:ext uri="{FF2B5EF4-FFF2-40B4-BE49-F238E27FC236}">
                <a16:creationId xmlns:a16="http://schemas.microsoft.com/office/drawing/2014/main" id="{7E4BF101-A3AF-4301-BC1C-15F086AA3E5D}"/>
              </a:ext>
            </a:extLst>
          </p:cNvPr>
          <p:cNvPicPr>
            <a:picLocks noGrp="1" noChangeAspect="1"/>
          </p:cNvPicPr>
          <p:nvPr>
            <p:ph sz="half" idx="2"/>
          </p:nvPr>
        </p:nvPicPr>
        <p:blipFill rotWithShape="1">
          <a:blip r:embed="rId2"/>
          <a:srcRect r="-2" b="16621"/>
          <a:stretch/>
        </p:blipFill>
        <p:spPr>
          <a:xfrm>
            <a:off x="6818278" y="343454"/>
            <a:ext cx="4853685" cy="2934000"/>
          </a:xfrm>
          <a:prstGeom prst="rect">
            <a:avLst/>
          </a:prstGeom>
        </p:spPr>
      </p:pic>
      <p:pic>
        <p:nvPicPr>
          <p:cNvPr id="7" name="Picture 6" descr="Map&#10;&#10;Description automatically generated">
            <a:extLst>
              <a:ext uri="{FF2B5EF4-FFF2-40B4-BE49-F238E27FC236}">
                <a16:creationId xmlns:a16="http://schemas.microsoft.com/office/drawing/2014/main" id="{0EC6A41E-81EA-49E0-961F-23534FDC0F9C}"/>
              </a:ext>
            </a:extLst>
          </p:cNvPr>
          <p:cNvPicPr>
            <a:picLocks noChangeAspect="1"/>
          </p:cNvPicPr>
          <p:nvPr/>
        </p:nvPicPr>
        <p:blipFill rotWithShape="1">
          <a:blip r:embed="rId3"/>
          <a:srcRect t="11575" r="-2" b="2602"/>
          <a:stretch/>
        </p:blipFill>
        <p:spPr>
          <a:xfrm>
            <a:off x="6818278" y="3597883"/>
            <a:ext cx="4853685" cy="2936699"/>
          </a:xfrm>
          <a:prstGeom prst="rect">
            <a:avLst/>
          </a:prstGeom>
        </p:spPr>
      </p:pic>
      <p:cxnSp>
        <p:nvCxnSpPr>
          <p:cNvPr id="9" name="Straight Arrow Connector 8">
            <a:extLst>
              <a:ext uri="{FF2B5EF4-FFF2-40B4-BE49-F238E27FC236}">
                <a16:creationId xmlns:a16="http://schemas.microsoft.com/office/drawing/2014/main" id="{E2974261-19E3-480E-9981-9D7D2C5B9236}"/>
              </a:ext>
            </a:extLst>
          </p:cNvPr>
          <p:cNvCxnSpPr/>
          <p:nvPr/>
        </p:nvCxnSpPr>
        <p:spPr>
          <a:xfrm>
            <a:off x="7781925" y="1895475"/>
            <a:ext cx="1304925" cy="1905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4" name="Title 1">
            <a:extLst>
              <a:ext uri="{FF2B5EF4-FFF2-40B4-BE49-F238E27FC236}">
                <a16:creationId xmlns:a16="http://schemas.microsoft.com/office/drawing/2014/main" id="{C3E453F8-C544-45D9-B144-0D6D69D6C13C}"/>
              </a:ext>
            </a:extLst>
          </p:cNvPr>
          <p:cNvSpPr txBox="1">
            <a:spLocks/>
          </p:cNvSpPr>
          <p:nvPr/>
        </p:nvSpPr>
        <p:spPr>
          <a:xfrm>
            <a:off x="695103" y="2281562"/>
            <a:ext cx="5252935" cy="1147438"/>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alibri Light" panose="020F0302020204030204"/>
                <a:ea typeface="+mj-ea"/>
                <a:cs typeface="+mj-cs"/>
              </a:rPr>
              <a:t>Is the site a natural, cultural or mixed site?</a:t>
            </a:r>
            <a:endParaRPr kumimoji="0" lang="en-US" sz="4000" b="0" i="0" u="none" strike="noStrike" kern="1200" cap="none" spc="0" normalizeH="0" baseline="0" noProof="0" dirty="0">
              <a:ln>
                <a:noFill/>
              </a:ln>
              <a:solidFill>
                <a:prstClr val="white"/>
              </a:solidFill>
              <a:effectLst/>
              <a:uLnTx/>
              <a:uFillTx/>
              <a:latin typeface="Calibri Light" panose="020F0302020204030204"/>
              <a:ea typeface="+mj-ea"/>
              <a:cs typeface="+mj-cs"/>
            </a:endParaRPr>
          </a:p>
        </p:txBody>
      </p:sp>
      <p:sp>
        <p:nvSpPr>
          <p:cNvPr id="37" name="Content Placeholder 2">
            <a:extLst>
              <a:ext uri="{FF2B5EF4-FFF2-40B4-BE49-F238E27FC236}">
                <a16:creationId xmlns:a16="http://schemas.microsoft.com/office/drawing/2014/main" id="{8940AD46-B795-4DEF-99E7-8906E0A92424}"/>
              </a:ext>
            </a:extLst>
          </p:cNvPr>
          <p:cNvSpPr txBox="1">
            <a:spLocks/>
          </p:cNvSpPr>
          <p:nvPr/>
        </p:nvSpPr>
        <p:spPr>
          <a:xfrm>
            <a:off x="822082" y="3597883"/>
            <a:ext cx="4929556" cy="3538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prstClr val="white"/>
                </a:solidFill>
                <a:effectLst/>
                <a:uLnTx/>
                <a:uFillTx/>
                <a:latin typeface="Calibri" panose="020F0502020204030204"/>
                <a:ea typeface="+mn-ea"/>
                <a:cs typeface="+mn-cs"/>
              </a:rPr>
              <a:t>Shark Bay is a natural site, it contains many unique natural features such as one of the largest and most diverse seagrass beds in the world.</a:t>
            </a:r>
          </a:p>
        </p:txBody>
      </p:sp>
    </p:spTree>
    <p:extLst>
      <p:ext uri="{BB962C8B-B14F-4D97-AF65-F5344CB8AC3E}">
        <p14:creationId xmlns:p14="http://schemas.microsoft.com/office/powerpoint/2010/main" val="2338830371"/>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C14B3F1-8CC5-4623-94B0-4445E3775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0FE326B3-FCE3-4506-983F-7586898F83D9}"/>
              </a:ext>
            </a:extLst>
          </p:cNvPr>
          <p:cNvSpPr>
            <a:spLocks noGrp="1"/>
          </p:cNvSpPr>
          <p:nvPr>
            <p:ph type="title"/>
          </p:nvPr>
        </p:nvSpPr>
        <p:spPr>
          <a:xfrm>
            <a:off x="636254" y="1254587"/>
            <a:ext cx="5545770" cy="655868"/>
          </a:xfrm>
        </p:spPr>
        <p:txBody>
          <a:bodyPr vert="horz" lIns="91440" tIns="45720" rIns="91440" bIns="45720" rtlCol="0" anchor="b">
            <a:normAutofit fontScale="90000"/>
          </a:bodyPr>
          <a:lstStyle/>
          <a:p>
            <a:r>
              <a:rPr lang="en-US" sz="4000" kern="1200" dirty="0">
                <a:solidFill>
                  <a:schemeClr val="tx1"/>
                </a:solidFill>
                <a:latin typeface="+mj-lt"/>
                <a:ea typeface="+mj-ea"/>
                <a:cs typeface="+mj-cs"/>
              </a:rPr>
              <a:t>Why is Shark Bay Significant</a:t>
            </a:r>
            <a:r>
              <a:rPr lang="en-US" sz="4000" dirty="0"/>
              <a:t>? </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D79B9405-8AD0-4D86-ACC0-8DE5A40DF60B}"/>
              </a:ext>
            </a:extLst>
          </p:cNvPr>
          <p:cNvSpPr>
            <a:spLocks noGrp="1"/>
          </p:cNvSpPr>
          <p:nvPr>
            <p:ph sz="half" idx="1"/>
          </p:nvPr>
        </p:nvSpPr>
        <p:spPr>
          <a:xfrm>
            <a:off x="870170" y="2375361"/>
            <a:ext cx="4929556" cy="3538094"/>
          </a:xfrm>
        </p:spPr>
        <p:txBody>
          <a:bodyPr vert="horz" lIns="91440" tIns="45720" rIns="91440" bIns="45720" rtlCol="0">
            <a:normAutofit/>
          </a:bodyPr>
          <a:lstStyle/>
          <a:p>
            <a:pPr marL="0"/>
            <a:r>
              <a:rPr lang="en-US" sz="2000" dirty="0"/>
              <a:t>Shark Bay is significant because it is home to many types of marine animals. The area that Shark Bay covers (about 2.2 million hectares), 70%of it is marine waters. Shark bay has a lot of diverse flora and fauna, like algae and sea animals. Another one of the interesting things found here is stromatolites, they represent the oldest form of life on Earth and are comparable to living fossils. </a:t>
            </a:r>
          </a:p>
        </p:txBody>
      </p:sp>
      <p:cxnSp>
        <p:nvCxnSpPr>
          <p:cNvPr id="28" name="Straight Connector 27">
            <a:extLst>
              <a:ext uri="{FF2B5EF4-FFF2-40B4-BE49-F238E27FC236}">
                <a16:creationId xmlns:a16="http://schemas.microsoft.com/office/drawing/2014/main" id="{B8EC0F70-6AFD-45BE-8F70-52888FC304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319763"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7E4BF101-A3AF-4301-BC1C-15F086AA3E5D}"/>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21665" b="21665"/>
          <a:stretch/>
        </p:blipFill>
        <p:spPr>
          <a:xfrm>
            <a:off x="6818278" y="343454"/>
            <a:ext cx="4853685" cy="2934000"/>
          </a:xfrm>
          <a:prstGeom prst="rect">
            <a:avLst/>
          </a:prstGeom>
        </p:spPr>
      </p:pic>
      <p:pic>
        <p:nvPicPr>
          <p:cNvPr id="7" name="Picture 6">
            <a:extLst>
              <a:ext uri="{FF2B5EF4-FFF2-40B4-BE49-F238E27FC236}">
                <a16:creationId xmlns:a16="http://schemas.microsoft.com/office/drawing/2014/main" id="{0EC6A41E-81EA-49E0-961F-23534FDC0F9C}"/>
              </a:ext>
            </a:extLst>
          </p:cNvPr>
          <p:cNvPicPr>
            <a:picLocks noChangeAspect="1"/>
          </p:cNvPicPr>
          <p:nvPr/>
        </p:nvPicPr>
        <p:blipFill rotWithShape="1">
          <a:blip r:embed="rId3">
            <a:extLst>
              <a:ext uri="{28A0092B-C50C-407E-A947-70E740481C1C}">
                <a14:useLocalDpi xmlns:a14="http://schemas.microsoft.com/office/drawing/2010/main" val="0"/>
              </a:ext>
            </a:extLst>
          </a:blip>
          <a:srcRect t="9753" b="9753"/>
          <a:stretch/>
        </p:blipFill>
        <p:spPr>
          <a:xfrm>
            <a:off x="6818278" y="3597883"/>
            <a:ext cx="4853685" cy="2936699"/>
          </a:xfrm>
          <a:prstGeom prst="rect">
            <a:avLst/>
          </a:prstGeom>
        </p:spPr>
      </p:pic>
    </p:spTree>
    <p:extLst>
      <p:ext uri="{BB962C8B-B14F-4D97-AF65-F5344CB8AC3E}">
        <p14:creationId xmlns:p14="http://schemas.microsoft.com/office/powerpoint/2010/main" val="3514928989"/>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C14B3F1-8CC5-4623-94B0-4445E3775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0FE326B3-FCE3-4506-983F-7586898F83D9}"/>
              </a:ext>
            </a:extLst>
          </p:cNvPr>
          <p:cNvSpPr>
            <a:spLocks noGrp="1"/>
          </p:cNvSpPr>
          <p:nvPr>
            <p:ph type="title"/>
          </p:nvPr>
        </p:nvSpPr>
        <p:spPr>
          <a:xfrm>
            <a:off x="789013" y="569344"/>
            <a:ext cx="4929556" cy="655868"/>
          </a:xfrm>
        </p:spPr>
        <p:txBody>
          <a:bodyPr vert="horz" lIns="91440" tIns="45720" rIns="91440" bIns="45720" rtlCol="0" anchor="b">
            <a:normAutofit/>
          </a:bodyPr>
          <a:lstStyle/>
          <a:p>
            <a:r>
              <a:rPr lang="en-US" sz="4000" kern="1200" dirty="0">
                <a:solidFill>
                  <a:schemeClr val="tx1"/>
                </a:solidFill>
                <a:latin typeface="+mj-lt"/>
                <a:ea typeface="+mj-ea"/>
                <a:cs typeface="+mj-cs"/>
              </a:rPr>
              <a:t>Threats to Shark Bay?</a:t>
            </a:r>
          </a:p>
        </p:txBody>
      </p:sp>
      <p:sp>
        <p:nvSpPr>
          <p:cNvPr id="3" name="Content Placeholder 2">
            <a:extLst>
              <a:ext uri="{FF2B5EF4-FFF2-40B4-BE49-F238E27FC236}">
                <a16:creationId xmlns:a16="http://schemas.microsoft.com/office/drawing/2014/main" id="{D79B9405-8AD0-4D86-ACC0-8DE5A40DF60B}"/>
              </a:ext>
            </a:extLst>
          </p:cNvPr>
          <p:cNvSpPr>
            <a:spLocks noGrp="1"/>
          </p:cNvSpPr>
          <p:nvPr>
            <p:ph sz="half" idx="1"/>
          </p:nvPr>
        </p:nvSpPr>
        <p:spPr>
          <a:xfrm>
            <a:off x="752471" y="1162975"/>
            <a:ext cx="4929556" cy="1861189"/>
          </a:xfrm>
        </p:spPr>
        <p:txBody>
          <a:bodyPr vert="horz" lIns="91440" tIns="45720" rIns="91440" bIns="45720" rtlCol="0">
            <a:normAutofit fontScale="92500" lnSpcReduction="20000"/>
          </a:bodyPr>
          <a:lstStyle/>
          <a:p>
            <a:pPr marL="0"/>
            <a:r>
              <a:rPr lang="en-US" sz="1600" dirty="0"/>
              <a:t>Shark Bay is extremely vulnerable to future climate change. The seagrass is already at its limit and if it gets too hot it will all die, removing an extremely important part of the ecosystem. </a:t>
            </a:r>
          </a:p>
          <a:p>
            <a:pPr marL="0"/>
            <a:r>
              <a:rPr lang="en-US" sz="1600" dirty="0"/>
              <a:t>Shark Bay is also vulnerable to littering or rubbish. Because there are so many marine animals at Shark Bay, it is important that they don’t get killed by floating plastic or get injured due to the rubbish that has either been left there or blown in from the wind. It would remove another part of the ecosystem there.</a:t>
            </a:r>
          </a:p>
        </p:txBody>
      </p:sp>
      <p:cxnSp>
        <p:nvCxnSpPr>
          <p:cNvPr id="28" name="Straight Connector 27">
            <a:extLst>
              <a:ext uri="{FF2B5EF4-FFF2-40B4-BE49-F238E27FC236}">
                <a16:creationId xmlns:a16="http://schemas.microsoft.com/office/drawing/2014/main" id="{B8EC0F70-6AFD-45BE-8F70-52888FC304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319763"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7E4BF101-A3AF-4301-BC1C-15F086AA3E5D}"/>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6914" b="6914"/>
          <a:stretch/>
        </p:blipFill>
        <p:spPr>
          <a:xfrm>
            <a:off x="6818278" y="343454"/>
            <a:ext cx="4853685" cy="2934000"/>
          </a:xfrm>
          <a:prstGeom prst="rect">
            <a:avLst/>
          </a:prstGeom>
        </p:spPr>
      </p:pic>
      <p:pic>
        <p:nvPicPr>
          <p:cNvPr id="7" name="Picture 6">
            <a:extLst>
              <a:ext uri="{FF2B5EF4-FFF2-40B4-BE49-F238E27FC236}">
                <a16:creationId xmlns:a16="http://schemas.microsoft.com/office/drawing/2014/main" id="{0EC6A41E-81EA-49E0-961F-23534FDC0F9C}"/>
              </a:ext>
            </a:extLst>
          </p:cNvPr>
          <p:cNvPicPr>
            <a:picLocks noChangeAspect="1"/>
          </p:cNvPicPr>
          <p:nvPr/>
        </p:nvPicPr>
        <p:blipFill rotWithShape="1">
          <a:blip r:embed="rId3">
            <a:extLst>
              <a:ext uri="{28A0092B-C50C-407E-A947-70E740481C1C}">
                <a14:useLocalDpi xmlns:a14="http://schemas.microsoft.com/office/drawing/2010/main" val="0"/>
              </a:ext>
            </a:extLst>
          </a:blip>
          <a:srcRect t="19748" b="19748"/>
          <a:stretch/>
        </p:blipFill>
        <p:spPr>
          <a:xfrm>
            <a:off x="6818278" y="3597883"/>
            <a:ext cx="4853685" cy="2936699"/>
          </a:xfrm>
          <a:prstGeom prst="rect">
            <a:avLst/>
          </a:prstGeom>
        </p:spPr>
      </p:pic>
      <p:sp>
        <p:nvSpPr>
          <p:cNvPr id="34" name="Title 1">
            <a:extLst>
              <a:ext uri="{FF2B5EF4-FFF2-40B4-BE49-F238E27FC236}">
                <a16:creationId xmlns:a16="http://schemas.microsoft.com/office/drawing/2014/main" id="{C3E453F8-C544-45D9-B144-0D6D69D6C13C}"/>
              </a:ext>
            </a:extLst>
          </p:cNvPr>
          <p:cNvSpPr txBox="1">
            <a:spLocks/>
          </p:cNvSpPr>
          <p:nvPr/>
        </p:nvSpPr>
        <p:spPr>
          <a:xfrm>
            <a:off x="789013" y="3024164"/>
            <a:ext cx="5252935" cy="1147438"/>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alibri Light" panose="020F0302020204030204"/>
                <a:ea typeface="+mj-ea"/>
                <a:cs typeface="+mj-cs"/>
              </a:rPr>
              <a:t>How is Shark Bay Being Protected?</a:t>
            </a:r>
            <a:endParaRPr kumimoji="0" lang="en-US" sz="4000" b="0" i="0" u="none" strike="noStrike" kern="1200" cap="none" spc="0" normalizeH="0" baseline="0" noProof="0" dirty="0">
              <a:ln>
                <a:noFill/>
              </a:ln>
              <a:solidFill>
                <a:prstClr val="white"/>
              </a:solidFill>
              <a:effectLst/>
              <a:uLnTx/>
              <a:uFillTx/>
              <a:latin typeface="Calibri Light" panose="020F0302020204030204"/>
              <a:ea typeface="+mj-ea"/>
              <a:cs typeface="+mj-cs"/>
            </a:endParaRPr>
          </a:p>
        </p:txBody>
      </p:sp>
      <p:sp>
        <p:nvSpPr>
          <p:cNvPr id="37" name="Content Placeholder 2">
            <a:extLst>
              <a:ext uri="{FF2B5EF4-FFF2-40B4-BE49-F238E27FC236}">
                <a16:creationId xmlns:a16="http://schemas.microsoft.com/office/drawing/2014/main" id="{8940AD46-B795-4DEF-99E7-8906E0A92424}"/>
              </a:ext>
            </a:extLst>
          </p:cNvPr>
          <p:cNvSpPr txBox="1">
            <a:spLocks/>
          </p:cNvSpPr>
          <p:nvPr/>
        </p:nvSpPr>
        <p:spPr>
          <a:xfrm>
            <a:off x="625682" y="4467540"/>
            <a:ext cx="4929556" cy="3538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prstClr val="white"/>
                </a:solidFill>
                <a:effectLst/>
                <a:uLnTx/>
                <a:uFillTx/>
                <a:latin typeface="Calibri" panose="020F0502020204030204"/>
                <a:ea typeface="+mn-ea"/>
                <a:cs typeface="+mn-cs"/>
              </a:rPr>
              <a:t>Shark Bay is being protected by rules that have been implemented there. They have limited public access to certain areas to reduce the harm done and are taking action to stop the rubbish and being and issue.</a:t>
            </a:r>
          </a:p>
        </p:txBody>
      </p:sp>
    </p:spTree>
    <p:extLst>
      <p:ext uri="{BB962C8B-B14F-4D97-AF65-F5344CB8AC3E}">
        <p14:creationId xmlns:p14="http://schemas.microsoft.com/office/powerpoint/2010/main" val="720672538"/>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099B1-6853-4B48-A8C2-BD0E979CDA08}"/>
              </a:ext>
            </a:extLst>
          </p:cNvPr>
          <p:cNvSpPr>
            <a:spLocks noGrp="1"/>
          </p:cNvSpPr>
          <p:nvPr>
            <p:ph type="title"/>
          </p:nvPr>
        </p:nvSpPr>
        <p:spPr/>
        <p:txBody>
          <a:bodyPr/>
          <a:lstStyle/>
          <a:p>
            <a:r>
              <a:rPr lang="en-AU" dirty="0">
                <a:solidFill>
                  <a:schemeClr val="bg2"/>
                </a:solidFill>
              </a:rPr>
              <a:t>Dinosaur Provincial Park- Canada</a:t>
            </a:r>
          </a:p>
        </p:txBody>
      </p:sp>
      <p:sp>
        <p:nvSpPr>
          <p:cNvPr id="3" name="Text Placeholder 2">
            <a:extLst>
              <a:ext uri="{FF2B5EF4-FFF2-40B4-BE49-F238E27FC236}">
                <a16:creationId xmlns:a16="http://schemas.microsoft.com/office/drawing/2014/main" id="{6DAFF8DA-F464-4CBB-8638-33B09165A60D}"/>
              </a:ext>
            </a:extLst>
          </p:cNvPr>
          <p:cNvSpPr>
            <a:spLocks noGrp="1"/>
          </p:cNvSpPr>
          <p:nvPr>
            <p:ph type="body" idx="1"/>
          </p:nvPr>
        </p:nvSpPr>
        <p:spPr/>
        <p:txBody>
          <a:bodyPr/>
          <a:lstStyle/>
          <a:p>
            <a:endParaRPr lang="en-AU"/>
          </a:p>
        </p:txBody>
      </p:sp>
    </p:spTree>
    <p:extLst>
      <p:ext uri="{BB962C8B-B14F-4D97-AF65-F5344CB8AC3E}">
        <p14:creationId xmlns:p14="http://schemas.microsoft.com/office/powerpoint/2010/main" val="4012609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C14B3F1-8CC5-4623-94B0-4445E3775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0FE326B3-FCE3-4506-983F-7586898F83D9}"/>
              </a:ext>
            </a:extLst>
          </p:cNvPr>
          <p:cNvSpPr>
            <a:spLocks noGrp="1"/>
          </p:cNvSpPr>
          <p:nvPr>
            <p:ph type="title"/>
          </p:nvPr>
        </p:nvSpPr>
        <p:spPr>
          <a:xfrm>
            <a:off x="789013" y="569344"/>
            <a:ext cx="4929556" cy="655868"/>
          </a:xfrm>
        </p:spPr>
        <p:txBody>
          <a:bodyPr vert="horz" lIns="91440" tIns="45720" rIns="91440" bIns="45720" rtlCol="0" anchor="b">
            <a:normAutofit/>
          </a:bodyPr>
          <a:lstStyle/>
          <a:p>
            <a:r>
              <a:rPr lang="en-US" sz="4000" kern="1200" dirty="0">
                <a:solidFill>
                  <a:schemeClr val="tx1"/>
                </a:solidFill>
                <a:latin typeface="+mj-lt"/>
                <a:ea typeface="+mj-ea"/>
                <a:cs typeface="+mj-cs"/>
              </a:rPr>
              <a:t>Where is it located?</a:t>
            </a:r>
          </a:p>
        </p:txBody>
      </p:sp>
      <p:sp>
        <p:nvSpPr>
          <p:cNvPr id="3" name="Content Placeholder 2">
            <a:extLst>
              <a:ext uri="{FF2B5EF4-FFF2-40B4-BE49-F238E27FC236}">
                <a16:creationId xmlns:a16="http://schemas.microsoft.com/office/drawing/2014/main" id="{D79B9405-8AD0-4D86-ACC0-8DE5A40DF60B}"/>
              </a:ext>
            </a:extLst>
          </p:cNvPr>
          <p:cNvSpPr>
            <a:spLocks noGrp="1"/>
          </p:cNvSpPr>
          <p:nvPr>
            <p:ph sz="half" idx="1"/>
          </p:nvPr>
        </p:nvSpPr>
        <p:spPr>
          <a:xfrm>
            <a:off x="752471" y="1162975"/>
            <a:ext cx="4929556" cy="1861189"/>
          </a:xfrm>
        </p:spPr>
        <p:txBody>
          <a:bodyPr vert="horz" lIns="91440" tIns="45720" rIns="91440" bIns="45720" rtlCol="0">
            <a:normAutofit/>
          </a:bodyPr>
          <a:lstStyle/>
          <a:p>
            <a:pPr marL="0"/>
            <a:r>
              <a:rPr lang="en-US" sz="2000" dirty="0"/>
              <a:t>The Dinosaur Provincial Park is located in Canada, in the heart of the Alberta badlands. </a:t>
            </a:r>
          </a:p>
        </p:txBody>
      </p:sp>
      <p:cxnSp>
        <p:nvCxnSpPr>
          <p:cNvPr id="28" name="Straight Connector 27">
            <a:extLst>
              <a:ext uri="{FF2B5EF4-FFF2-40B4-BE49-F238E27FC236}">
                <a16:creationId xmlns:a16="http://schemas.microsoft.com/office/drawing/2014/main" id="{B8EC0F70-6AFD-45BE-8F70-52888FC304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319763"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7E4BF101-A3AF-4301-BC1C-15F086AA3E5D}"/>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27448" b="27448"/>
          <a:stretch/>
        </p:blipFill>
        <p:spPr>
          <a:xfrm>
            <a:off x="6818278" y="343454"/>
            <a:ext cx="4853685" cy="2934000"/>
          </a:xfrm>
          <a:prstGeom prst="rect">
            <a:avLst/>
          </a:prstGeom>
        </p:spPr>
      </p:pic>
      <p:pic>
        <p:nvPicPr>
          <p:cNvPr id="7" name="Picture 6">
            <a:extLst>
              <a:ext uri="{FF2B5EF4-FFF2-40B4-BE49-F238E27FC236}">
                <a16:creationId xmlns:a16="http://schemas.microsoft.com/office/drawing/2014/main" id="{0EC6A41E-81EA-49E0-961F-23534FDC0F9C}"/>
              </a:ext>
            </a:extLst>
          </p:cNvPr>
          <p:cNvPicPr>
            <a:picLocks noChangeAspect="1"/>
          </p:cNvPicPr>
          <p:nvPr/>
        </p:nvPicPr>
        <p:blipFill rotWithShape="1">
          <a:blip r:embed="rId3">
            <a:extLst>
              <a:ext uri="{28A0092B-C50C-407E-A947-70E740481C1C}">
                <a14:useLocalDpi xmlns:a14="http://schemas.microsoft.com/office/drawing/2010/main" val="0"/>
              </a:ext>
            </a:extLst>
          </a:blip>
          <a:srcRect t="4576" b="4576"/>
          <a:stretch/>
        </p:blipFill>
        <p:spPr>
          <a:xfrm>
            <a:off x="6818278" y="3597883"/>
            <a:ext cx="4853685" cy="2936699"/>
          </a:xfrm>
          <a:prstGeom prst="rect">
            <a:avLst/>
          </a:prstGeom>
        </p:spPr>
      </p:pic>
      <p:sp>
        <p:nvSpPr>
          <p:cNvPr id="34" name="Title 1">
            <a:extLst>
              <a:ext uri="{FF2B5EF4-FFF2-40B4-BE49-F238E27FC236}">
                <a16:creationId xmlns:a16="http://schemas.microsoft.com/office/drawing/2014/main" id="{C3E453F8-C544-45D9-B144-0D6D69D6C13C}"/>
              </a:ext>
            </a:extLst>
          </p:cNvPr>
          <p:cNvSpPr txBox="1">
            <a:spLocks/>
          </p:cNvSpPr>
          <p:nvPr/>
        </p:nvSpPr>
        <p:spPr>
          <a:xfrm>
            <a:off x="789013" y="3024164"/>
            <a:ext cx="5252935" cy="1147438"/>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j-ea"/>
                <a:cs typeface="+mj-cs"/>
              </a:rPr>
              <a:t>Natural, mixed or cultural site?</a:t>
            </a:r>
          </a:p>
        </p:txBody>
      </p:sp>
      <p:sp>
        <p:nvSpPr>
          <p:cNvPr id="37" name="Content Placeholder 2">
            <a:extLst>
              <a:ext uri="{FF2B5EF4-FFF2-40B4-BE49-F238E27FC236}">
                <a16:creationId xmlns:a16="http://schemas.microsoft.com/office/drawing/2014/main" id="{8940AD46-B795-4DEF-99E7-8906E0A92424}"/>
              </a:ext>
            </a:extLst>
          </p:cNvPr>
          <p:cNvSpPr txBox="1">
            <a:spLocks/>
          </p:cNvSpPr>
          <p:nvPr/>
        </p:nvSpPr>
        <p:spPr>
          <a:xfrm>
            <a:off x="625682" y="4467540"/>
            <a:ext cx="4929556" cy="3538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prstClr val="white"/>
                </a:solidFill>
                <a:effectLst/>
                <a:uLnTx/>
                <a:uFillTx/>
                <a:latin typeface="Calibri" panose="020F0502020204030204"/>
                <a:ea typeface="+mn-ea"/>
                <a:cs typeface="+mn-cs"/>
              </a:rPr>
              <a:t>The Dinosaur Provincial Park is a mixed site. It has a lot of natural beauty and there have also been fossil discoveries in the area.</a:t>
            </a:r>
          </a:p>
        </p:txBody>
      </p:sp>
    </p:spTree>
    <p:extLst>
      <p:ext uri="{BB962C8B-B14F-4D97-AF65-F5344CB8AC3E}">
        <p14:creationId xmlns:p14="http://schemas.microsoft.com/office/powerpoint/2010/main" val="742208577"/>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326B3-FCE3-4506-983F-7586898F83D9}"/>
              </a:ext>
            </a:extLst>
          </p:cNvPr>
          <p:cNvSpPr>
            <a:spLocks noGrp="1"/>
          </p:cNvSpPr>
          <p:nvPr>
            <p:ph type="title"/>
          </p:nvPr>
        </p:nvSpPr>
        <p:spPr>
          <a:xfrm>
            <a:off x="636254" y="1254587"/>
            <a:ext cx="5545770" cy="655868"/>
          </a:xfrm>
        </p:spPr>
        <p:txBody>
          <a:bodyPr vert="horz" lIns="91440" tIns="45720" rIns="91440" bIns="45720" rtlCol="0" anchor="b">
            <a:normAutofit fontScale="90000"/>
          </a:bodyPr>
          <a:lstStyle/>
          <a:p>
            <a:r>
              <a:rPr lang="en-US" sz="4000" kern="1200" dirty="0">
                <a:solidFill>
                  <a:schemeClr val="bg1"/>
                </a:solidFill>
                <a:latin typeface="+mj-lt"/>
                <a:ea typeface="+mj-ea"/>
                <a:cs typeface="+mj-cs"/>
              </a:rPr>
              <a:t>Why is </a:t>
            </a:r>
            <a:r>
              <a:rPr lang="en-US" sz="4000" dirty="0">
                <a:solidFill>
                  <a:schemeClr val="bg1"/>
                </a:solidFill>
              </a:rPr>
              <a:t>Dinosaur Provincial Park Significant? </a:t>
            </a:r>
            <a:endParaRPr lang="en-US" sz="4000" kern="1200" dirty="0">
              <a:solidFill>
                <a:schemeClr val="bg1"/>
              </a:solidFill>
              <a:latin typeface="+mj-lt"/>
              <a:ea typeface="+mj-ea"/>
              <a:cs typeface="+mj-cs"/>
            </a:endParaRPr>
          </a:p>
        </p:txBody>
      </p:sp>
      <p:sp>
        <p:nvSpPr>
          <p:cNvPr id="3" name="Content Placeholder 2">
            <a:extLst>
              <a:ext uri="{FF2B5EF4-FFF2-40B4-BE49-F238E27FC236}">
                <a16:creationId xmlns:a16="http://schemas.microsoft.com/office/drawing/2014/main" id="{D79B9405-8AD0-4D86-ACC0-8DE5A40DF60B}"/>
              </a:ext>
            </a:extLst>
          </p:cNvPr>
          <p:cNvSpPr>
            <a:spLocks noGrp="1"/>
          </p:cNvSpPr>
          <p:nvPr>
            <p:ph sz="half" idx="1"/>
          </p:nvPr>
        </p:nvSpPr>
        <p:spPr>
          <a:xfrm>
            <a:off x="870170" y="2375361"/>
            <a:ext cx="4929556" cy="3538094"/>
          </a:xfrm>
        </p:spPr>
        <p:txBody>
          <a:bodyPr vert="horz" lIns="91440" tIns="45720" rIns="91440" bIns="45720" rtlCol="0">
            <a:normAutofit/>
          </a:bodyPr>
          <a:lstStyle/>
          <a:p>
            <a:pPr marL="0"/>
            <a:r>
              <a:rPr lang="en-US" sz="2000" dirty="0">
                <a:solidFill>
                  <a:schemeClr val="bg1"/>
                </a:solidFill>
              </a:rPr>
              <a:t>Dinosaur Provincial Park is significant because it contains some the oldest fossils ever found. It has about 35 species of dinosaur, some are from 75 million years ago.</a:t>
            </a:r>
          </a:p>
        </p:txBody>
      </p:sp>
      <p:pic>
        <p:nvPicPr>
          <p:cNvPr id="6" name="Content Placeholder 5">
            <a:extLst>
              <a:ext uri="{FF2B5EF4-FFF2-40B4-BE49-F238E27FC236}">
                <a16:creationId xmlns:a16="http://schemas.microsoft.com/office/drawing/2014/main" id="{7E4BF101-A3AF-4301-BC1C-15F086AA3E5D}"/>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3999" b="3999"/>
          <a:stretch/>
        </p:blipFill>
        <p:spPr>
          <a:xfrm>
            <a:off x="6818278" y="343454"/>
            <a:ext cx="4853685" cy="2934000"/>
          </a:xfrm>
          <a:prstGeom prst="rect">
            <a:avLst/>
          </a:prstGeom>
        </p:spPr>
      </p:pic>
      <p:pic>
        <p:nvPicPr>
          <p:cNvPr id="7" name="Picture 6">
            <a:extLst>
              <a:ext uri="{FF2B5EF4-FFF2-40B4-BE49-F238E27FC236}">
                <a16:creationId xmlns:a16="http://schemas.microsoft.com/office/drawing/2014/main" id="{0EC6A41E-81EA-49E0-961F-23534FDC0F9C}"/>
              </a:ext>
            </a:extLst>
          </p:cNvPr>
          <p:cNvPicPr>
            <a:picLocks noChangeAspect="1"/>
          </p:cNvPicPr>
          <p:nvPr/>
        </p:nvPicPr>
        <p:blipFill rotWithShape="1">
          <a:blip r:embed="rId3">
            <a:extLst>
              <a:ext uri="{28A0092B-C50C-407E-A947-70E740481C1C}">
                <a14:useLocalDpi xmlns:a14="http://schemas.microsoft.com/office/drawing/2010/main" val="0"/>
              </a:ext>
            </a:extLst>
          </a:blip>
          <a:srcRect t="4622" b="4622"/>
          <a:stretch/>
        </p:blipFill>
        <p:spPr>
          <a:xfrm>
            <a:off x="6818278" y="3597883"/>
            <a:ext cx="4853685" cy="2936699"/>
          </a:xfrm>
          <a:prstGeom prst="rect">
            <a:avLst/>
          </a:prstGeom>
        </p:spPr>
      </p:pic>
    </p:spTree>
    <p:extLst>
      <p:ext uri="{BB962C8B-B14F-4D97-AF65-F5344CB8AC3E}">
        <p14:creationId xmlns:p14="http://schemas.microsoft.com/office/powerpoint/2010/main" val="1428718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326B3-FCE3-4506-983F-7586898F83D9}"/>
              </a:ext>
            </a:extLst>
          </p:cNvPr>
          <p:cNvSpPr>
            <a:spLocks noGrp="1"/>
          </p:cNvSpPr>
          <p:nvPr>
            <p:ph type="title"/>
          </p:nvPr>
        </p:nvSpPr>
        <p:spPr>
          <a:xfrm>
            <a:off x="789013" y="569344"/>
            <a:ext cx="4929556" cy="655868"/>
          </a:xfrm>
        </p:spPr>
        <p:txBody>
          <a:bodyPr vert="horz" lIns="91440" tIns="45720" rIns="91440" bIns="45720" rtlCol="0" anchor="b">
            <a:normAutofit/>
          </a:bodyPr>
          <a:lstStyle/>
          <a:p>
            <a:r>
              <a:rPr lang="en-US" sz="4000" kern="1200" dirty="0">
                <a:solidFill>
                  <a:schemeClr val="bg1"/>
                </a:solidFill>
                <a:latin typeface="+mj-lt"/>
                <a:ea typeface="+mj-ea"/>
                <a:cs typeface="+mj-cs"/>
              </a:rPr>
              <a:t>Threats to the site?</a:t>
            </a:r>
          </a:p>
        </p:txBody>
      </p:sp>
      <p:sp>
        <p:nvSpPr>
          <p:cNvPr id="3" name="Content Placeholder 2">
            <a:extLst>
              <a:ext uri="{FF2B5EF4-FFF2-40B4-BE49-F238E27FC236}">
                <a16:creationId xmlns:a16="http://schemas.microsoft.com/office/drawing/2014/main" id="{D79B9405-8AD0-4D86-ACC0-8DE5A40DF60B}"/>
              </a:ext>
            </a:extLst>
          </p:cNvPr>
          <p:cNvSpPr>
            <a:spLocks noGrp="1"/>
          </p:cNvSpPr>
          <p:nvPr>
            <p:ph sz="half" idx="1"/>
          </p:nvPr>
        </p:nvSpPr>
        <p:spPr>
          <a:xfrm>
            <a:off x="752471" y="1162975"/>
            <a:ext cx="4929556" cy="1861189"/>
          </a:xfrm>
        </p:spPr>
        <p:txBody>
          <a:bodyPr vert="horz" lIns="91440" tIns="45720" rIns="91440" bIns="45720" rtlCol="0">
            <a:normAutofit/>
          </a:bodyPr>
          <a:lstStyle/>
          <a:p>
            <a:pPr marL="0"/>
            <a:r>
              <a:rPr lang="en-US" sz="2000" dirty="0">
                <a:solidFill>
                  <a:schemeClr val="bg1"/>
                </a:solidFill>
              </a:rPr>
              <a:t>The dinosaur provincial park is being threatened by the illegal removal of fossils, invasive plant species, gas exploration and development at the border. </a:t>
            </a:r>
          </a:p>
        </p:txBody>
      </p:sp>
      <p:pic>
        <p:nvPicPr>
          <p:cNvPr id="6" name="Content Placeholder 5">
            <a:extLst>
              <a:ext uri="{FF2B5EF4-FFF2-40B4-BE49-F238E27FC236}">
                <a16:creationId xmlns:a16="http://schemas.microsoft.com/office/drawing/2014/main" id="{7E4BF101-A3AF-4301-BC1C-15F086AA3E5D}"/>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6575" r="6575"/>
          <a:stretch/>
        </p:blipFill>
        <p:spPr>
          <a:xfrm>
            <a:off x="6818278" y="343454"/>
            <a:ext cx="4853685" cy="2934000"/>
          </a:xfrm>
          <a:prstGeom prst="rect">
            <a:avLst/>
          </a:prstGeom>
        </p:spPr>
      </p:pic>
      <p:pic>
        <p:nvPicPr>
          <p:cNvPr id="7" name="Picture 6">
            <a:extLst>
              <a:ext uri="{FF2B5EF4-FFF2-40B4-BE49-F238E27FC236}">
                <a16:creationId xmlns:a16="http://schemas.microsoft.com/office/drawing/2014/main" id="{0EC6A41E-81EA-49E0-961F-23534FDC0F9C}"/>
              </a:ext>
            </a:extLst>
          </p:cNvPr>
          <p:cNvPicPr>
            <a:picLocks noChangeAspect="1"/>
          </p:cNvPicPr>
          <p:nvPr/>
        </p:nvPicPr>
        <p:blipFill rotWithShape="1">
          <a:blip r:embed="rId3">
            <a:extLst>
              <a:ext uri="{28A0092B-C50C-407E-A947-70E740481C1C}">
                <a14:useLocalDpi xmlns:a14="http://schemas.microsoft.com/office/drawing/2010/main" val="0"/>
              </a:ext>
            </a:extLst>
          </a:blip>
          <a:srcRect t="7647" b="7647"/>
          <a:stretch/>
        </p:blipFill>
        <p:spPr>
          <a:xfrm>
            <a:off x="6818278" y="3597883"/>
            <a:ext cx="4853685" cy="2936699"/>
          </a:xfrm>
          <a:prstGeom prst="rect">
            <a:avLst/>
          </a:prstGeom>
        </p:spPr>
      </p:pic>
      <p:sp>
        <p:nvSpPr>
          <p:cNvPr id="34" name="Title 1">
            <a:extLst>
              <a:ext uri="{FF2B5EF4-FFF2-40B4-BE49-F238E27FC236}">
                <a16:creationId xmlns:a16="http://schemas.microsoft.com/office/drawing/2014/main" id="{C3E453F8-C544-45D9-B144-0D6D69D6C13C}"/>
              </a:ext>
            </a:extLst>
          </p:cNvPr>
          <p:cNvSpPr txBox="1">
            <a:spLocks/>
          </p:cNvSpPr>
          <p:nvPr/>
        </p:nvSpPr>
        <p:spPr>
          <a:xfrm>
            <a:off x="789013" y="3024164"/>
            <a:ext cx="5252935" cy="1147438"/>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j-ea"/>
                <a:cs typeface="+mj-cs"/>
              </a:rPr>
              <a:t>How is the site being protected?</a:t>
            </a:r>
          </a:p>
        </p:txBody>
      </p:sp>
      <p:sp>
        <p:nvSpPr>
          <p:cNvPr id="37" name="Content Placeholder 2">
            <a:extLst>
              <a:ext uri="{FF2B5EF4-FFF2-40B4-BE49-F238E27FC236}">
                <a16:creationId xmlns:a16="http://schemas.microsoft.com/office/drawing/2014/main" id="{8940AD46-B795-4DEF-99E7-8906E0A92424}"/>
              </a:ext>
            </a:extLst>
          </p:cNvPr>
          <p:cNvSpPr txBox="1">
            <a:spLocks/>
          </p:cNvSpPr>
          <p:nvPr/>
        </p:nvSpPr>
        <p:spPr>
          <a:xfrm>
            <a:off x="625682" y="4467540"/>
            <a:ext cx="4929556" cy="3538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prstClr val="white"/>
                </a:solidFill>
                <a:effectLst/>
                <a:uLnTx/>
                <a:uFillTx/>
                <a:latin typeface="Calibri" panose="020F0502020204030204"/>
                <a:ea typeface="+mn-ea"/>
                <a:cs typeface="+mn-cs"/>
              </a:rPr>
              <a:t>The Dinosaur Provincial Park is being protected by a manager being on site at all times to reduce theft od fossils, and by managing the impact that tourism has.</a:t>
            </a:r>
          </a:p>
        </p:txBody>
      </p:sp>
    </p:spTree>
    <p:extLst>
      <p:ext uri="{BB962C8B-B14F-4D97-AF65-F5344CB8AC3E}">
        <p14:creationId xmlns:p14="http://schemas.microsoft.com/office/powerpoint/2010/main" val="3087018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8">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ndview"/>
              <a:ea typeface="+mn-ea"/>
              <a:cs typeface="+mn-cs"/>
            </a:endParaRPr>
          </a:p>
        </p:txBody>
      </p:sp>
      <p:grpSp>
        <p:nvGrpSpPr>
          <p:cNvPr id="45" name="Group 10">
            <a:extLst>
              <a:ext uri="{FF2B5EF4-FFF2-40B4-BE49-F238E27FC236}">
                <a16:creationId xmlns:a16="http://schemas.microsoft.com/office/drawing/2014/main" id="{55FA838A-0E6E-4C88-AD16-9F85F559A8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F776151C-B860-4795-BFFE-F03EA5ED1D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12">
              <a:extLst>
                <a:ext uri="{FF2B5EF4-FFF2-40B4-BE49-F238E27FC236}">
                  <a16:creationId xmlns:a16="http://schemas.microsoft.com/office/drawing/2014/main" id="{E09A6CDA-1F80-461D-8F38-7CB1291434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CDB1976-3A6B-4C16-97AC-67C792186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14">
              <a:extLst>
                <a:ext uri="{FF2B5EF4-FFF2-40B4-BE49-F238E27FC236}">
                  <a16:creationId xmlns:a16="http://schemas.microsoft.com/office/drawing/2014/main" id="{CCA8B170-F785-4124-87F7-3572171AFC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79AF682-A8D7-4472-A839-942C27784F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16">
              <a:extLst>
                <a:ext uri="{FF2B5EF4-FFF2-40B4-BE49-F238E27FC236}">
                  <a16:creationId xmlns:a16="http://schemas.microsoft.com/office/drawing/2014/main" id="{17C796E0-2433-4EC2-BC73-AE164D10E3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0062F3-843F-4526-900A-D2E2087935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18">
              <a:extLst>
                <a:ext uri="{FF2B5EF4-FFF2-40B4-BE49-F238E27FC236}">
                  <a16:creationId xmlns:a16="http://schemas.microsoft.com/office/drawing/2014/main" id="{0DCB46FC-1F32-4277-859B-CA43B63EC6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8221B7-2F05-4B1C-86FD-19584DC95D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2AF832F-AB88-42C7-B2F7-4BF3659A5F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BC4C10-0437-44D7-9B16-5D65CBDE5B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3635B49-FBB3-46C2-9DF8-CF0075EE3C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C6703F5-894D-4289-97F5-E57DD4092C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005768-6A84-42F3-B812-F73EFC6A34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9764DCF-F546-4CF1-AD5D-48FC346319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D4A8437-E10D-4D18-8C3F-DA4A6CF4F4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A16393C-72E3-4119-8F85-2BE2F3335F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CE950CD-0BA2-4E8E-8A28-238F5A128D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44E765B-48B0-4E85-8F07-5A919C71D1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DB66722-3EF0-4F8A-9DC8-78E0707CB9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AF9B387-70F9-4CAC-A228-6CE60EC3F5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27FA5C8-229C-44FF-B402-6F923E45C9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EBC897A-E45F-4C79-AF98-0822C279AC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AB8DD1-BC74-473C-A3BD-D8FB548B5F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7BBCDF-045D-48C1-A45C-BEEB892B36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43A2613-A9FC-4330-8BF0-AF8AA2A23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06C82F6-F384-4FF8-8C8D-E2E8C4F3E0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A1AD9FE-6990-40AF-BA95-B0CB398A44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32048C-7FE5-4B3D-9FC0-C544A1217D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81D93C9-C94C-4F4C-97DA-01D1AF5E97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1596736-466A-49D2-9B3C-FC567257CB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DB537E44-9142-4F0D-A29D-C1409784F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1" y="3682052"/>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ndview"/>
              <a:ea typeface="+mn-ea"/>
              <a:cs typeface="+mn-cs"/>
            </a:endParaRPr>
          </a:p>
        </p:txBody>
      </p:sp>
      <p:sp>
        <p:nvSpPr>
          <p:cNvPr id="2" name="Title 1">
            <a:extLst>
              <a:ext uri="{FF2B5EF4-FFF2-40B4-BE49-F238E27FC236}">
                <a16:creationId xmlns:a16="http://schemas.microsoft.com/office/drawing/2014/main" id="{D73CA973-745C-4906-A969-11030AC4D806}"/>
              </a:ext>
            </a:extLst>
          </p:cNvPr>
          <p:cNvSpPr>
            <a:spLocks noGrp="1"/>
          </p:cNvSpPr>
          <p:nvPr>
            <p:ph type="ctrTitle"/>
          </p:nvPr>
        </p:nvSpPr>
        <p:spPr>
          <a:xfrm>
            <a:off x="691078" y="3439314"/>
            <a:ext cx="10809844" cy="1608021"/>
          </a:xfrm>
        </p:spPr>
        <p:txBody>
          <a:bodyPr anchor="t">
            <a:normAutofit/>
          </a:bodyPr>
          <a:lstStyle/>
          <a:p>
            <a:r>
              <a:rPr lang="en-AU" dirty="0"/>
              <a:t>Hass</a:t>
            </a:r>
          </a:p>
        </p:txBody>
      </p:sp>
      <p:sp>
        <p:nvSpPr>
          <p:cNvPr id="3" name="Subtitle 2">
            <a:extLst>
              <a:ext uri="{FF2B5EF4-FFF2-40B4-BE49-F238E27FC236}">
                <a16:creationId xmlns:a16="http://schemas.microsoft.com/office/drawing/2014/main" id="{94512CBE-094F-412F-A868-FFAC28D13EBA}"/>
              </a:ext>
            </a:extLst>
          </p:cNvPr>
          <p:cNvSpPr>
            <a:spLocks noGrp="1"/>
          </p:cNvSpPr>
          <p:nvPr>
            <p:ph type="subTitle" idx="1"/>
          </p:nvPr>
        </p:nvSpPr>
        <p:spPr>
          <a:xfrm>
            <a:off x="7086744" y="5067957"/>
            <a:ext cx="4414178" cy="1075444"/>
          </a:xfrm>
        </p:spPr>
        <p:txBody>
          <a:bodyPr anchor="b">
            <a:normAutofit/>
          </a:bodyPr>
          <a:lstStyle/>
          <a:p>
            <a:pPr algn="r"/>
            <a:r>
              <a:rPr lang="en-AU" dirty="0"/>
              <a:t>World Heritage </a:t>
            </a:r>
          </a:p>
        </p:txBody>
      </p:sp>
      <p:pic>
        <p:nvPicPr>
          <p:cNvPr id="50" name="Picture 3">
            <a:extLst>
              <a:ext uri="{FF2B5EF4-FFF2-40B4-BE49-F238E27FC236}">
                <a16:creationId xmlns:a16="http://schemas.microsoft.com/office/drawing/2014/main" id="{DD117CD0-5C27-9CD6-2C03-0944538F372E}"/>
              </a:ext>
            </a:extLst>
          </p:cNvPr>
          <p:cNvPicPr>
            <a:picLocks noChangeAspect="1"/>
          </p:cNvPicPr>
          <p:nvPr/>
        </p:nvPicPr>
        <p:blipFill rotWithShape="1">
          <a:blip r:embed="rId2"/>
          <a:srcRect t="51071" b="15491"/>
          <a:stretch/>
        </p:blipFill>
        <p:spPr>
          <a:xfrm>
            <a:off x="-6214" y="10"/>
            <a:ext cx="12214825" cy="3267587"/>
          </a:xfrm>
          <a:custGeom>
            <a:avLst/>
            <a:gdLst/>
            <a:ahLst/>
            <a:cxnLst/>
            <a:rect l="l" t="t" r="r" b="b"/>
            <a:pathLst>
              <a:path w="12214825" h="3383384">
                <a:moveTo>
                  <a:pt x="12213819" y="0"/>
                </a:moveTo>
                <a:cubicBezTo>
                  <a:pt x="12213819" y="29107"/>
                  <a:pt x="12214067" y="89770"/>
                  <a:pt x="12214502" y="174101"/>
                </a:cubicBezTo>
                <a:lnTo>
                  <a:pt x="12214825" y="234681"/>
                </a:lnTo>
                <a:lnTo>
                  <a:pt x="12214825" y="2718323"/>
                </a:lnTo>
                <a:lnTo>
                  <a:pt x="11377417" y="2725712"/>
                </a:lnTo>
                <a:cubicBezTo>
                  <a:pt x="7318291" y="2799276"/>
                  <a:pt x="6189525" y="3387660"/>
                  <a:pt x="3246747" y="3383361"/>
                </a:cubicBezTo>
                <a:cubicBezTo>
                  <a:pt x="2493396" y="3382260"/>
                  <a:pt x="1619330" y="3339570"/>
                  <a:pt x="544071" y="3235389"/>
                </a:cubicBezTo>
                <a:lnTo>
                  <a:pt x="19466" y="3181198"/>
                </a:lnTo>
                <a:cubicBezTo>
                  <a:pt x="22117" y="2650999"/>
                  <a:pt x="12840" y="2122787"/>
                  <a:pt x="3563" y="1594575"/>
                </a:cubicBezTo>
                <a:lnTo>
                  <a:pt x="0" y="1239098"/>
                </a:lnTo>
                <a:lnTo>
                  <a:pt x="0" y="7944"/>
                </a:lnTo>
                <a:close/>
              </a:path>
            </a:pathLst>
          </a:custGeom>
        </p:spPr>
      </p:pic>
    </p:spTree>
    <p:extLst>
      <p:ext uri="{BB962C8B-B14F-4D97-AF65-F5344CB8AC3E}">
        <p14:creationId xmlns:p14="http://schemas.microsoft.com/office/powerpoint/2010/main" val="2638648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ndview"/>
              <a:ea typeface="+mn-ea"/>
              <a:cs typeface="+mn-cs"/>
            </a:endParaRPr>
          </a:p>
        </p:txBody>
      </p:sp>
      <p:grpSp>
        <p:nvGrpSpPr>
          <p:cNvPr id="12" name="Group 11">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42">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4" name="Right Triangle 44">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ndview"/>
              <a:ea typeface="+mn-ea"/>
              <a:cs typeface="+mn-cs"/>
            </a:endParaRPr>
          </a:p>
        </p:txBody>
      </p:sp>
      <p:sp>
        <p:nvSpPr>
          <p:cNvPr id="2" name="Title 1">
            <a:extLst>
              <a:ext uri="{FF2B5EF4-FFF2-40B4-BE49-F238E27FC236}">
                <a16:creationId xmlns:a16="http://schemas.microsoft.com/office/drawing/2014/main" id="{6AECEDE6-469B-4D13-8183-2E0FBEEDEEBE}"/>
              </a:ext>
            </a:extLst>
          </p:cNvPr>
          <p:cNvSpPr>
            <a:spLocks noGrp="1"/>
          </p:cNvSpPr>
          <p:nvPr>
            <p:ph type="title"/>
          </p:nvPr>
        </p:nvSpPr>
        <p:spPr>
          <a:xfrm>
            <a:off x="691079" y="725952"/>
            <a:ext cx="5818396" cy="1362156"/>
          </a:xfrm>
        </p:spPr>
        <p:txBody>
          <a:bodyPr>
            <a:normAutofit/>
          </a:bodyPr>
          <a:lstStyle/>
          <a:p>
            <a:pPr>
              <a:lnSpc>
                <a:spcPct val="90000"/>
              </a:lnSpc>
            </a:pPr>
            <a:r>
              <a:rPr lang="en-AU" sz="3100" dirty="0"/>
              <a:t>Where is the world heritage site located? Find it on a map</a:t>
            </a:r>
          </a:p>
        </p:txBody>
      </p:sp>
      <p:sp>
        <p:nvSpPr>
          <p:cNvPr id="3" name="Content Placeholder 2">
            <a:extLst>
              <a:ext uri="{FF2B5EF4-FFF2-40B4-BE49-F238E27FC236}">
                <a16:creationId xmlns:a16="http://schemas.microsoft.com/office/drawing/2014/main" id="{CC880789-002C-4231-AC36-01B78C8A17AC}"/>
              </a:ext>
            </a:extLst>
          </p:cNvPr>
          <p:cNvSpPr>
            <a:spLocks noGrp="1"/>
          </p:cNvSpPr>
          <p:nvPr>
            <p:ph idx="1"/>
          </p:nvPr>
        </p:nvSpPr>
        <p:spPr>
          <a:xfrm>
            <a:off x="691079" y="2340131"/>
            <a:ext cx="5818396" cy="3791918"/>
          </a:xfrm>
        </p:spPr>
        <p:txBody>
          <a:bodyPr>
            <a:normAutofit/>
          </a:bodyPr>
          <a:lstStyle/>
          <a:p>
            <a:r>
              <a:rPr lang="en-AU" dirty="0"/>
              <a:t>Shark Bay is located </a:t>
            </a:r>
            <a:r>
              <a:rPr lang="en-AU" dirty="0">
                <a:latin typeface="arial" panose="020B0604020202020204" pitchFamily="34" charset="0"/>
              </a:rPr>
              <a:t>o</a:t>
            </a:r>
            <a:r>
              <a:rPr lang="en-AU" i="0" dirty="0">
                <a:effectLst/>
                <a:latin typeface="arial" panose="020B0604020202020204" pitchFamily="34" charset="0"/>
              </a:rPr>
              <a:t>n the Indian Ocean coast </a:t>
            </a:r>
            <a:r>
              <a:rPr lang="en-AU" dirty="0">
                <a:latin typeface="arial" panose="020B0604020202020204" pitchFamily="34" charset="0"/>
              </a:rPr>
              <a:t>at</a:t>
            </a:r>
            <a:r>
              <a:rPr lang="en-AU" i="0" dirty="0">
                <a:effectLst/>
                <a:latin typeface="arial" panose="020B0604020202020204" pitchFamily="34" charset="0"/>
              </a:rPr>
              <a:t> almost 800 kms north </a:t>
            </a:r>
            <a:r>
              <a:rPr lang="en-AU" dirty="0">
                <a:latin typeface="arial" panose="020B0604020202020204" pitchFamily="34" charset="0"/>
              </a:rPr>
              <a:t>of Perth at the </a:t>
            </a:r>
            <a:r>
              <a:rPr lang="en-AU" i="0" dirty="0">
                <a:effectLst/>
                <a:latin typeface="arial" panose="020B0604020202020204" pitchFamily="34" charset="0"/>
              </a:rPr>
              <a:t>most westerly point of Australia. Covering a large area of 2.2 </a:t>
            </a:r>
            <a:r>
              <a:rPr lang="en-AU" dirty="0">
                <a:latin typeface="arial" panose="020B0604020202020204" pitchFamily="34" charset="0"/>
              </a:rPr>
              <a:t>million hectares, which is roughly 70percent marine waters.</a:t>
            </a:r>
            <a:endParaRPr lang="en-AU" dirty="0"/>
          </a:p>
        </p:txBody>
      </p:sp>
      <p:pic>
        <p:nvPicPr>
          <p:cNvPr id="5" name="Picture 4">
            <a:extLst>
              <a:ext uri="{FF2B5EF4-FFF2-40B4-BE49-F238E27FC236}">
                <a16:creationId xmlns:a16="http://schemas.microsoft.com/office/drawing/2014/main" id="{B40B637C-A699-47FB-AEF1-22F01785992D}"/>
              </a:ext>
            </a:extLst>
          </p:cNvPr>
          <p:cNvPicPr>
            <a:picLocks noChangeAspect="1"/>
          </p:cNvPicPr>
          <p:nvPr/>
        </p:nvPicPr>
        <p:blipFill>
          <a:blip r:embed="rId2"/>
          <a:stretch>
            <a:fillRect/>
          </a:stretch>
        </p:blipFill>
        <p:spPr>
          <a:xfrm>
            <a:off x="7376553" y="721082"/>
            <a:ext cx="3822736" cy="5422322"/>
          </a:xfrm>
          <a:prstGeom prst="rect">
            <a:avLst/>
          </a:prstGeom>
        </p:spPr>
      </p:pic>
    </p:spTree>
    <p:extLst>
      <p:ext uri="{BB962C8B-B14F-4D97-AF65-F5344CB8AC3E}">
        <p14:creationId xmlns:p14="http://schemas.microsoft.com/office/powerpoint/2010/main" val="4218403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ndview"/>
              <a:ea typeface="+mn-ea"/>
              <a:cs typeface="+mn-cs"/>
            </a:endParaRPr>
          </a:p>
        </p:txBody>
      </p:sp>
      <p:grpSp>
        <p:nvGrpSpPr>
          <p:cNvPr id="16" name="Group 15">
            <a:extLst>
              <a:ext uri="{FF2B5EF4-FFF2-40B4-BE49-F238E27FC236}">
                <a16:creationId xmlns:a16="http://schemas.microsoft.com/office/drawing/2014/main" id="{DA5BFA78-F064-495B-9429-2A3A39752B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7" name="Straight Connector 16">
              <a:extLst>
                <a:ext uri="{FF2B5EF4-FFF2-40B4-BE49-F238E27FC236}">
                  <a16:creationId xmlns:a16="http://schemas.microsoft.com/office/drawing/2014/main" id="{F41B1524-8773-41A2-B60B-9FA5BEE4F3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775004F-FDFC-4383-B54C-D65D6A2B0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A6C393-7CAE-4BAA-BBC4-AD4AC11815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51E448-3E8F-4E69-A38D-5D31FD0A4B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7ABD22A-40A7-4044-A756-3C6189B56AF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DA5C758-DD4D-4B80-A019-C989ECAA6A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27E4F7-B754-45A3-AD68-BDBAA49B78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B202238-36BC-4D59-8366-4F57A8847B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EAB59A7-231B-419D-AF8E-A9BFD2519E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5B74688-C5D4-4726-9F69-5D7EFB3C69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4CDE69-E5F5-4127-A77E-3FFBCA0B80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0A978B3-1951-44B6-B358-1A1E4C9444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EC89324-57E9-45FE-9B4B-CD77D32C90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C1F3405-91FD-4101-BB4B-165FBD4BE2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D46845C-08AC-4F0D-A4ED-D3CF3B5553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7B461D1-432A-4182-8C40-95A183AA91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4DABEA8-1DC0-4829-BC3E-582A0C49B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A785BB3-494F-4AAA-9266-8C53FB3A1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B1FF74D-6739-4FD1-A90C-C638E15A7E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A5719DE-505B-4BDC-8323-F3AB5F2FF5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C7CAB2F-C32D-49D2-B296-65A7F1F32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67C5F73-3394-4E71-9C4E-F0BE61E312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1F20981-D782-46DE-A5DC-A6BCBD3F3B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8EFCF63-B4F1-4640-9EE7-D1833B97FA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D26414C-D6F5-45BB-8AA5-61C025DB60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986DDAE-1F6A-45A4-9058-6FE32B29A0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98B1832-7574-4F28-9ECB-6861B232FA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CBCC0AE-6EA9-47F6-A34F-FE955E4DBF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44">
              <a:extLst>
                <a:ext uri="{FF2B5EF4-FFF2-40B4-BE49-F238E27FC236}">
                  <a16:creationId xmlns:a16="http://schemas.microsoft.com/office/drawing/2014/main" id="{2C638F1F-AB51-4137-B516-65EB761A8B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1B67BDB-612F-406E-A8AB-D45B6A142F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46">
              <a:extLst>
                <a:ext uri="{FF2B5EF4-FFF2-40B4-BE49-F238E27FC236}">
                  <a16:creationId xmlns:a16="http://schemas.microsoft.com/office/drawing/2014/main" id="{5866D459-90C2-4A99-9E01-AC8AC01B15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6" name="Right Triangle 48">
            <a:extLst>
              <a:ext uri="{FF2B5EF4-FFF2-40B4-BE49-F238E27FC236}">
                <a16:creationId xmlns:a16="http://schemas.microsoft.com/office/drawing/2014/main" id="{9393BED8-F65C-448E-B531-7CB732AE90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7301149" y="-283148"/>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ndview"/>
              <a:ea typeface="+mn-ea"/>
              <a:cs typeface="+mn-cs"/>
            </a:endParaRPr>
          </a:p>
        </p:txBody>
      </p:sp>
      <p:sp>
        <p:nvSpPr>
          <p:cNvPr id="2" name="Title 1">
            <a:extLst>
              <a:ext uri="{FF2B5EF4-FFF2-40B4-BE49-F238E27FC236}">
                <a16:creationId xmlns:a16="http://schemas.microsoft.com/office/drawing/2014/main" id="{4489C667-5FD5-462F-952D-9666175FBA36}"/>
              </a:ext>
            </a:extLst>
          </p:cNvPr>
          <p:cNvSpPr>
            <a:spLocks noGrp="1"/>
          </p:cNvSpPr>
          <p:nvPr>
            <p:ph type="title"/>
          </p:nvPr>
        </p:nvSpPr>
        <p:spPr>
          <a:xfrm>
            <a:off x="7073123" y="725951"/>
            <a:ext cx="3893761" cy="1442463"/>
          </a:xfrm>
        </p:spPr>
        <p:txBody>
          <a:bodyPr>
            <a:normAutofit/>
          </a:bodyPr>
          <a:lstStyle/>
          <a:p>
            <a:pPr>
              <a:lnSpc>
                <a:spcPct val="90000"/>
              </a:lnSpc>
            </a:pPr>
            <a:r>
              <a:rPr lang="en-AU" sz="3100" dirty="0"/>
              <a:t>Is its natural, cultural or mixed site?</a:t>
            </a:r>
          </a:p>
        </p:txBody>
      </p:sp>
      <p:sp>
        <p:nvSpPr>
          <p:cNvPr id="11" name="Content Placeholder 10">
            <a:extLst>
              <a:ext uri="{FF2B5EF4-FFF2-40B4-BE49-F238E27FC236}">
                <a16:creationId xmlns:a16="http://schemas.microsoft.com/office/drawing/2014/main" id="{1EC54225-4EEC-ED30-CAB5-1096C71D8BD3}"/>
              </a:ext>
            </a:extLst>
          </p:cNvPr>
          <p:cNvSpPr>
            <a:spLocks noGrp="1"/>
          </p:cNvSpPr>
          <p:nvPr>
            <p:ph idx="1"/>
          </p:nvPr>
        </p:nvSpPr>
        <p:spPr>
          <a:xfrm>
            <a:off x="7073123" y="2340131"/>
            <a:ext cx="3893761" cy="3564436"/>
          </a:xfrm>
        </p:spPr>
        <p:txBody>
          <a:bodyPr>
            <a:normAutofit/>
          </a:bodyPr>
          <a:lstStyle/>
          <a:p>
            <a:r>
              <a:rPr lang="en-US" dirty="0"/>
              <a:t>Shark bay is one of 19 world heritage sites and only one in WA to meet all 4 natural criteria. Shark bay has a coverage of the Hy</a:t>
            </a:r>
            <a:r>
              <a:rPr lang="en-AU" b="0" i="0" dirty="0">
                <a:solidFill>
                  <a:srgbClr val="202124"/>
                </a:solidFill>
                <a:effectLst/>
                <a:latin typeface="arial" panose="020B0604020202020204" pitchFamily="34" charset="0"/>
              </a:rPr>
              <a:t>drologic structure which was formatted by the Faure Sill of evaporation. It also has </a:t>
            </a:r>
            <a:r>
              <a:rPr lang="en-AU" b="0" i="0" dirty="0">
                <a:solidFill>
                  <a:srgbClr val="212121"/>
                </a:solidFill>
                <a:effectLst/>
                <a:latin typeface="Arial" panose="020B0604020202020204" pitchFamily="34" charset="0"/>
                <a:cs typeface="Arial" panose="020B0604020202020204" pitchFamily="34" charset="0"/>
              </a:rPr>
              <a:t>one of the largest and most diverse seagrass beds in the world.</a:t>
            </a:r>
            <a:endParaRPr lang="en-US"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3EBBBF4F-D999-42D9-8A47-397AE8FE0E0E}"/>
              </a:ext>
            </a:extLst>
          </p:cNvPr>
          <p:cNvPicPr>
            <a:picLocks noChangeAspect="1"/>
          </p:cNvPicPr>
          <p:nvPr/>
        </p:nvPicPr>
        <p:blipFill rotWithShape="1">
          <a:blip r:embed="rId2"/>
          <a:srcRect b="23648"/>
          <a:stretch/>
        </p:blipFill>
        <p:spPr>
          <a:xfrm>
            <a:off x="-767" y="-1"/>
            <a:ext cx="5938005" cy="3422994"/>
          </a:xfrm>
          <a:custGeom>
            <a:avLst/>
            <a:gdLst/>
            <a:ahLst/>
            <a:cxnLst/>
            <a:rect l="l" t="t" r="r" b="b"/>
            <a:pathLst>
              <a:path w="5932752" h="3427250">
                <a:moveTo>
                  <a:pt x="0" y="0"/>
                </a:moveTo>
                <a:lnTo>
                  <a:pt x="5615779" y="0"/>
                </a:lnTo>
                <a:lnTo>
                  <a:pt x="5695822" y="275137"/>
                </a:lnTo>
                <a:cubicBezTo>
                  <a:pt x="6060670" y="1612190"/>
                  <a:pt x="5954458" y="2401982"/>
                  <a:pt x="5710666" y="3123366"/>
                </a:cubicBezTo>
                <a:lnTo>
                  <a:pt x="5599642" y="3427250"/>
                </a:lnTo>
                <a:lnTo>
                  <a:pt x="0" y="3427250"/>
                </a:lnTo>
                <a:close/>
              </a:path>
            </a:pathLst>
          </a:custGeom>
        </p:spPr>
      </p:pic>
      <p:pic>
        <p:nvPicPr>
          <p:cNvPr id="7" name="Picture 6">
            <a:extLst>
              <a:ext uri="{FF2B5EF4-FFF2-40B4-BE49-F238E27FC236}">
                <a16:creationId xmlns:a16="http://schemas.microsoft.com/office/drawing/2014/main" id="{F1FE33F7-F134-4AD2-809E-F60C1C8661D7}"/>
              </a:ext>
            </a:extLst>
          </p:cNvPr>
          <p:cNvPicPr>
            <a:picLocks noChangeAspect="1"/>
          </p:cNvPicPr>
          <p:nvPr/>
        </p:nvPicPr>
        <p:blipFill rotWithShape="1">
          <a:blip r:embed="rId3"/>
          <a:srcRect t="14786" r="-1" b="3143"/>
          <a:stretch/>
        </p:blipFill>
        <p:spPr>
          <a:xfrm>
            <a:off x="-766" y="3422993"/>
            <a:ext cx="5600062" cy="3446973"/>
          </a:xfrm>
          <a:custGeom>
            <a:avLst/>
            <a:gdLst/>
            <a:ahLst/>
            <a:cxnLst/>
            <a:rect l="l" t="t" r="r" b="b"/>
            <a:pathLst>
              <a:path w="5594459" h="3427815">
                <a:moveTo>
                  <a:pt x="0" y="0"/>
                </a:moveTo>
                <a:lnTo>
                  <a:pt x="5594459" y="0"/>
                </a:lnTo>
                <a:lnTo>
                  <a:pt x="5592520" y="5308"/>
                </a:lnTo>
                <a:cubicBezTo>
                  <a:pt x="5276755" y="818579"/>
                  <a:pt x="4843516" y="1631850"/>
                  <a:pt x="4790594" y="3159910"/>
                </a:cubicBezTo>
                <a:lnTo>
                  <a:pt x="4786036" y="3427815"/>
                </a:lnTo>
                <a:lnTo>
                  <a:pt x="0" y="3427815"/>
                </a:lnTo>
                <a:close/>
              </a:path>
            </a:pathLst>
          </a:custGeom>
        </p:spPr>
      </p:pic>
    </p:spTree>
    <p:extLst>
      <p:ext uri="{BB962C8B-B14F-4D97-AF65-F5344CB8AC3E}">
        <p14:creationId xmlns:p14="http://schemas.microsoft.com/office/powerpoint/2010/main" val="288689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11">
            <a:extLst>
              <a:ext uri="{FF2B5EF4-FFF2-40B4-BE49-F238E27FC236}">
                <a16:creationId xmlns:a16="http://schemas.microsoft.com/office/drawing/2014/main" id="{107134A1-6E23-4417-8A0E-6B7013EE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ndview"/>
              <a:ea typeface="+mn-ea"/>
              <a:cs typeface="+mn-cs"/>
            </a:endParaRPr>
          </a:p>
        </p:txBody>
      </p:sp>
      <p:grpSp>
        <p:nvGrpSpPr>
          <p:cNvPr id="50" name="Group 13">
            <a:extLst>
              <a:ext uri="{FF2B5EF4-FFF2-40B4-BE49-F238E27FC236}">
                <a16:creationId xmlns:a16="http://schemas.microsoft.com/office/drawing/2014/main" id="{48A25454-0DC9-46B6-B384-D91E12BADD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4F414637-7E01-4526-8150-3CD7567A7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50218B2-D57E-446B-989C-1762F2F29A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699E4D3-348D-4104-9BEB-8DEDBB2471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BC8F865-086C-4425-BE52-3809C31218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90F2888-14CA-416E-8FEC-95DE5491CF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C00D1C-7471-42E1-9EFD-B98A7833BC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282C300-D058-460C-9163-5591008757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3344294-474A-4890-A2FF-4BCA2D9C03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4666E3F-61F1-4C4A-9039-B5595C1E3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F2DE1DA-0012-4917-955B-64079390C1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CDA7450-77F1-4AA0-B4E8-AAF677E682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E4AECA-460E-4B7B-8F4D-81144A153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14A404F-84D0-4665-9006-25D2977B3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7C8B78C-183B-4E78-8C61-4A5E69ABD2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8B739F6-7B26-4C60-97BB-589CDD78BC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75D0C90-6AF4-4D07-83BD-AFFB6932F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F428431-B9C8-4C3B-813D-0E699E07CF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425A4C9-444C-465B-9A62-D2C3397C61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E3FFD67-A463-42E0-A7EB-8592FB78A01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445C4B0-FF3F-41BC-8B4A-3941687E8A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8FF16FB-F344-403A-BD66-3BFFAEC8D9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274B9A6-4845-4552-8A5E-293C01D592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B17A3E2-0561-4C5B-897B-B57DE7CEB9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AD6CFA0-2BC8-4D6B-834C-FED765DB5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DAB0D9F-0B59-4CC4-8691-093234E462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E3A5D38-D8B2-4BA5-8182-0F4F18CC53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EF29FE6-30F8-41BA-95AF-F7AB418469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DCE1658-0A2F-4B34-B153-0173D1E759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EDDFEB6-C41E-4F92-B21F-15FE0CDB6E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32C260E-1203-483F-ADA6-D36C101C0F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696FB77-0CE6-4C13-B9FB-1518F19209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1" name="Flowchart: Document 46">
            <a:extLst>
              <a:ext uri="{FF2B5EF4-FFF2-40B4-BE49-F238E27FC236}">
                <a16:creationId xmlns:a16="http://schemas.microsoft.com/office/drawing/2014/main" id="{485F3864-E416-439F-893D-ADD4B8E84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491298"/>
          </a:xfrm>
          <a:prstGeom prst="flowChartDocumen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ndview"/>
              <a:ea typeface="+mn-ea"/>
              <a:cs typeface="+mn-cs"/>
            </a:endParaRPr>
          </a:p>
        </p:txBody>
      </p:sp>
      <p:pic>
        <p:nvPicPr>
          <p:cNvPr id="7" name="Picture 6">
            <a:extLst>
              <a:ext uri="{FF2B5EF4-FFF2-40B4-BE49-F238E27FC236}">
                <a16:creationId xmlns:a16="http://schemas.microsoft.com/office/drawing/2014/main" id="{DFBC4B3E-9520-4EE7-9F14-9B56463A28CB}"/>
              </a:ext>
            </a:extLst>
          </p:cNvPr>
          <p:cNvPicPr>
            <a:picLocks noChangeAspect="1"/>
          </p:cNvPicPr>
          <p:nvPr/>
        </p:nvPicPr>
        <p:blipFill rotWithShape="1">
          <a:blip r:embed="rId2">
            <a:alphaModFix amt="60000"/>
          </a:blip>
          <a:srcRect r="-1" b="26535"/>
          <a:stretch/>
        </p:blipFill>
        <p:spPr>
          <a:xfrm>
            <a:off x="-6331" y="-10603"/>
            <a:ext cx="12188952" cy="6424896"/>
          </a:xfrm>
          <a:custGeom>
            <a:avLst/>
            <a:gdLst/>
            <a:ahLst/>
            <a:cxnLst/>
            <a:rect l="l" t="t" r="r" b="b"/>
            <a:pathLst>
              <a:path w="12205236" h="6424896">
                <a:moveTo>
                  <a:pt x="0" y="0"/>
                </a:moveTo>
                <a:lnTo>
                  <a:pt x="12205236" y="0"/>
                </a:lnTo>
                <a:lnTo>
                  <a:pt x="12205236" y="5218929"/>
                </a:lnTo>
                <a:cubicBezTo>
                  <a:pt x="6290213" y="5218929"/>
                  <a:pt x="6105369" y="7085096"/>
                  <a:pt x="548482" y="6174545"/>
                </a:cubicBezTo>
                <a:lnTo>
                  <a:pt x="0" y="6078725"/>
                </a:lnTo>
                <a:close/>
              </a:path>
            </a:pathLst>
          </a:custGeom>
        </p:spPr>
      </p:pic>
      <p:sp>
        <p:nvSpPr>
          <p:cNvPr id="2" name="Title 1">
            <a:extLst>
              <a:ext uri="{FF2B5EF4-FFF2-40B4-BE49-F238E27FC236}">
                <a16:creationId xmlns:a16="http://schemas.microsoft.com/office/drawing/2014/main" id="{2789D6B0-B716-40E7-A9C2-C9D1246D3459}"/>
              </a:ext>
            </a:extLst>
          </p:cNvPr>
          <p:cNvSpPr>
            <a:spLocks noGrp="1"/>
          </p:cNvSpPr>
          <p:nvPr>
            <p:ph type="title"/>
          </p:nvPr>
        </p:nvSpPr>
        <p:spPr>
          <a:xfrm>
            <a:off x="691079" y="725951"/>
            <a:ext cx="5897115" cy="4338044"/>
          </a:xfrm>
        </p:spPr>
        <p:txBody>
          <a:bodyPr anchor="t">
            <a:normAutofit/>
          </a:bodyPr>
          <a:lstStyle/>
          <a:p>
            <a:r>
              <a:rPr lang="en-AU" dirty="0">
                <a:solidFill>
                  <a:srgbClr val="FFFFFF"/>
                </a:solidFill>
              </a:rPr>
              <a:t>Why is this site significant?</a:t>
            </a:r>
          </a:p>
        </p:txBody>
      </p:sp>
      <p:sp>
        <p:nvSpPr>
          <p:cNvPr id="3" name="Content Placeholder 2">
            <a:extLst>
              <a:ext uri="{FF2B5EF4-FFF2-40B4-BE49-F238E27FC236}">
                <a16:creationId xmlns:a16="http://schemas.microsoft.com/office/drawing/2014/main" id="{2F082944-09DE-454D-B665-E443BC3C2558}"/>
              </a:ext>
            </a:extLst>
          </p:cNvPr>
          <p:cNvSpPr>
            <a:spLocks noGrp="1"/>
          </p:cNvSpPr>
          <p:nvPr>
            <p:ph idx="1"/>
          </p:nvPr>
        </p:nvSpPr>
        <p:spPr>
          <a:xfrm>
            <a:off x="7086743" y="720948"/>
            <a:ext cx="4421032" cy="4343047"/>
          </a:xfrm>
        </p:spPr>
        <p:txBody>
          <a:bodyPr anchor="t">
            <a:normAutofit fontScale="92500" lnSpcReduction="20000"/>
          </a:bodyPr>
          <a:lstStyle/>
          <a:p>
            <a:r>
              <a:rPr lang="en-AU" dirty="0">
                <a:solidFill>
                  <a:srgbClr val="FFFFFF"/>
                </a:solidFill>
              </a:rPr>
              <a:t>Shark bay is Significant because of its protection of Dugong ( sea- cow) which has a population of 11 thousand, and increasing numbers of Humpback Whales and Southern Right Whales that use Shark Bay as a relocating staging post. Shark Bay has an outgrowing population of bottlenose dolphins that live in the bay. Shark bay has a significant of having</a:t>
            </a:r>
            <a:r>
              <a:rPr lang="en-AU" b="0" i="0" dirty="0">
                <a:solidFill>
                  <a:schemeClr val="tx1"/>
                </a:solidFill>
                <a:effectLst/>
                <a:latin typeface="Arial" panose="020B0604020202020204" pitchFamily="34" charset="0"/>
                <a:cs typeface="Arial" panose="020B0604020202020204" pitchFamily="34" charset="0"/>
              </a:rPr>
              <a:t> its stromatolites (colonies of algae which form hard that are the one of the oldest forms of life on earth</a:t>
            </a:r>
            <a:r>
              <a:rPr lang="en-AU" dirty="0">
                <a:solidFill>
                  <a:schemeClr val="tx1"/>
                </a:solidFill>
                <a:latin typeface="Arial" panose="020B0604020202020204" pitchFamily="34" charset="0"/>
                <a:cs typeface="Arial" panose="020B0604020202020204" pitchFamily="34" charset="0"/>
              </a:rPr>
              <a:t>. </a:t>
            </a:r>
            <a:r>
              <a:rPr lang="en-AU" dirty="0">
                <a:solidFill>
                  <a:srgbClr val="FFFFFF"/>
                </a:solidFill>
              </a:rPr>
              <a:t>Shark Bay has a </a:t>
            </a:r>
            <a:r>
              <a:rPr lang="en-AU" dirty="0" err="1">
                <a:solidFill>
                  <a:srgbClr val="FFFFFF"/>
                </a:solidFill>
              </a:rPr>
              <a:t>currenta</a:t>
            </a:r>
            <a:r>
              <a:rPr lang="en-AU" dirty="0">
                <a:solidFill>
                  <a:srgbClr val="FFFFFF"/>
                </a:solidFill>
              </a:rPr>
              <a:t> population of 28 different spices of sharks within the bay as well.</a:t>
            </a:r>
          </a:p>
        </p:txBody>
      </p:sp>
    </p:spTree>
    <p:extLst>
      <p:ext uri="{BB962C8B-B14F-4D97-AF65-F5344CB8AC3E}">
        <p14:creationId xmlns:p14="http://schemas.microsoft.com/office/powerpoint/2010/main" val="3390659343"/>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8" name="Rectangle 103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ndview"/>
              <a:ea typeface="+mn-ea"/>
              <a:cs typeface="+mn-cs"/>
            </a:endParaRPr>
          </a:p>
        </p:txBody>
      </p:sp>
      <p:grpSp>
        <p:nvGrpSpPr>
          <p:cNvPr id="1069" name="Group 103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034" name="Straight Connector 103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5" name="Straight Connector 103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6" name="Straight Connector 103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7" name="Straight Connector 103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0" name="Straight Connector 103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2" name="Straight Connector 104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4" name="Straight Connector 104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5" name="Straight Connector 104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6" name="Straight Connector 104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7" name="Straight Connector 104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8" name="Straight Connector 104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9" name="Straight Connector 104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0" name="Straight Connector 104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1" name="Straight Connector 105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2" name="Straight Connector 105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3" name="Straight Connector 105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4" name="Straight Connector 105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5" name="Straight Connector 105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6" name="Straight Connector 105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7" name="Straight Connector 105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8" name="Straight Connector 105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9" name="Straight Connector 105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1" name="Straight Connector 106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3" name="Straight Connector 106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4" name="Straight Connector 106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070" name="Right Triangle 106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ndview"/>
              <a:ea typeface="+mn-ea"/>
              <a:cs typeface="+mn-cs"/>
            </a:endParaRPr>
          </a:p>
        </p:txBody>
      </p:sp>
      <p:sp>
        <p:nvSpPr>
          <p:cNvPr id="2" name="Title 1">
            <a:extLst>
              <a:ext uri="{FF2B5EF4-FFF2-40B4-BE49-F238E27FC236}">
                <a16:creationId xmlns:a16="http://schemas.microsoft.com/office/drawing/2014/main" id="{98A1A223-D441-4875-A31E-894BCDFE071D}"/>
              </a:ext>
            </a:extLst>
          </p:cNvPr>
          <p:cNvSpPr>
            <a:spLocks noGrp="1"/>
          </p:cNvSpPr>
          <p:nvPr>
            <p:ph type="title"/>
          </p:nvPr>
        </p:nvSpPr>
        <p:spPr>
          <a:xfrm>
            <a:off x="691079" y="725952"/>
            <a:ext cx="4038652" cy="1881178"/>
          </a:xfrm>
        </p:spPr>
        <p:txBody>
          <a:bodyPr>
            <a:normAutofit/>
          </a:bodyPr>
          <a:lstStyle/>
          <a:p>
            <a:pPr>
              <a:lnSpc>
                <a:spcPct val="90000"/>
              </a:lnSpc>
            </a:pPr>
            <a:r>
              <a:rPr lang="en-AU" sz="4100"/>
              <a:t>Are there any threats to the site?</a:t>
            </a:r>
          </a:p>
        </p:txBody>
      </p:sp>
      <p:sp>
        <p:nvSpPr>
          <p:cNvPr id="3" name="Content Placeholder 2">
            <a:extLst>
              <a:ext uri="{FF2B5EF4-FFF2-40B4-BE49-F238E27FC236}">
                <a16:creationId xmlns:a16="http://schemas.microsoft.com/office/drawing/2014/main" id="{9FEA8DF0-3F4D-40CE-9C79-05D0313D4825}"/>
              </a:ext>
            </a:extLst>
          </p:cNvPr>
          <p:cNvSpPr>
            <a:spLocks noGrp="1"/>
          </p:cNvSpPr>
          <p:nvPr>
            <p:ph idx="1"/>
          </p:nvPr>
        </p:nvSpPr>
        <p:spPr>
          <a:xfrm>
            <a:off x="691079" y="2886117"/>
            <a:ext cx="4038652" cy="3276824"/>
          </a:xfrm>
        </p:spPr>
        <p:txBody>
          <a:bodyPr>
            <a:normAutofit/>
          </a:bodyPr>
          <a:lstStyle/>
          <a:p>
            <a:pPr>
              <a:lnSpc>
                <a:spcPct val="100000"/>
              </a:lnSpc>
            </a:pPr>
            <a:r>
              <a:rPr lang="en-AU" sz="1700" dirty="0"/>
              <a:t>Shark Bay is under threats of climate change , including marine heat waves and increased storms. Shark bay also has a population of 5 globally threatened mammals, plants and reptile species that they have to take good care of. Gypsum mining and slat activity may comprised a threat if not taken care of and also tourism and recreational boating is also in this care.</a:t>
            </a:r>
            <a:r>
              <a:rPr lang="en-AU" sz="1700" b="0" i="0" dirty="0">
                <a:effectLst/>
                <a:latin typeface="Inter"/>
              </a:rPr>
              <a:t> </a:t>
            </a:r>
            <a:endParaRPr lang="en-AU" sz="1700" dirty="0"/>
          </a:p>
        </p:txBody>
      </p:sp>
      <p:pic>
        <p:nvPicPr>
          <p:cNvPr id="1026" name="Picture 2" descr="Shark Bay stromatolites under threat from runoff - ABC News">
            <a:extLst>
              <a:ext uri="{FF2B5EF4-FFF2-40B4-BE49-F238E27FC236}">
                <a16:creationId xmlns:a16="http://schemas.microsoft.com/office/drawing/2014/main" id="{A67CD8EE-63D8-4C6E-B004-398CA9ABED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06333" y="1635968"/>
            <a:ext cx="6401443" cy="3600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690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ndview"/>
              <a:ea typeface="+mn-ea"/>
              <a:cs typeface="+mn-cs"/>
            </a:endParaRPr>
          </a:p>
        </p:txBody>
      </p:sp>
      <p:sp useBgFill="1">
        <p:nvSpPr>
          <p:cNvPr id="1033" name="Freeform: Shape 1032">
            <a:extLst>
              <a:ext uri="{FF2B5EF4-FFF2-40B4-BE49-F238E27FC236}">
                <a16:creationId xmlns:a16="http://schemas.microsoft.com/office/drawing/2014/main" id="{1517B3A5-1BB5-4C60-B65A-E4D6CA0207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9" y="2882524"/>
            <a:ext cx="12184765" cy="3975477"/>
          </a:xfrm>
          <a:custGeom>
            <a:avLst/>
            <a:gdLst>
              <a:gd name="connsiteX0" fmla="*/ 8942254 w 12188952"/>
              <a:gd name="connsiteY0" fmla="*/ 34 h 3975477"/>
              <a:gd name="connsiteX1" fmla="*/ 11642906 w 12188952"/>
              <a:gd name="connsiteY1" fmla="*/ 225257 h 3975477"/>
              <a:gd name="connsiteX2" fmla="*/ 12188952 w 12188952"/>
              <a:gd name="connsiteY2" fmla="*/ 311174 h 3975477"/>
              <a:gd name="connsiteX3" fmla="*/ 12188952 w 12188952"/>
              <a:gd name="connsiteY3" fmla="*/ 3975477 h 3975477"/>
              <a:gd name="connsiteX4" fmla="*/ 0 w 12188952"/>
              <a:gd name="connsiteY4" fmla="*/ 3975477 h 3975477"/>
              <a:gd name="connsiteX5" fmla="*/ 0 w 12188952"/>
              <a:gd name="connsiteY5" fmla="*/ 1085061 h 3975477"/>
              <a:gd name="connsiteX6" fmla="*/ 552141 w 12188952"/>
              <a:gd name="connsiteY6" fmla="*/ 1079980 h 3975477"/>
              <a:gd name="connsiteX7" fmla="*/ 8942254 w 12188952"/>
              <a:gd name="connsiteY7" fmla="*/ 34 h 3975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3975477">
                <a:moveTo>
                  <a:pt x="8942254" y="34"/>
                </a:moveTo>
                <a:cubicBezTo>
                  <a:pt x="9695041" y="1709"/>
                  <a:pt x="10568453" y="66687"/>
                  <a:pt x="11642906" y="225257"/>
                </a:cubicBezTo>
                <a:lnTo>
                  <a:pt x="12188952" y="311174"/>
                </a:lnTo>
                <a:lnTo>
                  <a:pt x="12188952" y="3975477"/>
                </a:lnTo>
                <a:lnTo>
                  <a:pt x="0" y="3975477"/>
                </a:lnTo>
                <a:lnTo>
                  <a:pt x="0" y="1085061"/>
                </a:lnTo>
                <a:lnTo>
                  <a:pt x="552141" y="1079980"/>
                </a:lnTo>
                <a:cubicBezTo>
                  <a:pt x="4849952" y="999477"/>
                  <a:pt x="5931106" y="-6667"/>
                  <a:pt x="8942254" y="34"/>
                </a:cubicBez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ndview"/>
              <a:ea typeface="+mn-ea"/>
              <a:cs typeface="+mn-cs"/>
            </a:endParaRPr>
          </a:p>
        </p:txBody>
      </p:sp>
      <p:grpSp>
        <p:nvGrpSpPr>
          <p:cNvPr id="1035" name="Group 1034">
            <a:extLst>
              <a:ext uri="{FF2B5EF4-FFF2-40B4-BE49-F238E27FC236}">
                <a16:creationId xmlns:a16="http://schemas.microsoft.com/office/drawing/2014/main" id="{4B74A58D-C788-4F75-B5D1-921E78FF29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036" name="Straight Connector 1035">
              <a:extLst>
                <a:ext uri="{FF2B5EF4-FFF2-40B4-BE49-F238E27FC236}">
                  <a16:creationId xmlns:a16="http://schemas.microsoft.com/office/drawing/2014/main" id="{C27BC05A-659D-4294-B1DB-0412C6A1E3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7" name="Straight Connector 1036">
              <a:extLst>
                <a:ext uri="{FF2B5EF4-FFF2-40B4-BE49-F238E27FC236}">
                  <a16:creationId xmlns:a16="http://schemas.microsoft.com/office/drawing/2014/main" id="{32A8233F-A451-46B4-BED4-27DD64582D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78A4F6C4-FDB0-4115-ABAE-9A5A8CED03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D1C99737-F794-494E-8C0C-76B75CC9D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0" name="Straight Connector 1039">
              <a:extLst>
                <a:ext uri="{FF2B5EF4-FFF2-40B4-BE49-F238E27FC236}">
                  <a16:creationId xmlns:a16="http://schemas.microsoft.com/office/drawing/2014/main" id="{98F02DA6-DBA7-462E-82AD-42EEDC2808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4DE71D6B-949D-4D9E-9EEA-56A8D498A5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2" name="Straight Connector 1041">
              <a:extLst>
                <a:ext uri="{FF2B5EF4-FFF2-40B4-BE49-F238E27FC236}">
                  <a16:creationId xmlns:a16="http://schemas.microsoft.com/office/drawing/2014/main" id="{24EFD95D-F204-41B7-9C56-DBF1155EC8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A53D25B4-D3D4-4B6C-A740-E8FD4409B9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4" name="Straight Connector 1043">
              <a:extLst>
                <a:ext uri="{FF2B5EF4-FFF2-40B4-BE49-F238E27FC236}">
                  <a16:creationId xmlns:a16="http://schemas.microsoft.com/office/drawing/2014/main" id="{43FB8D2F-FC2D-463E-A588-218B5ED1F9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5" name="Straight Connector 1044">
              <a:extLst>
                <a:ext uri="{FF2B5EF4-FFF2-40B4-BE49-F238E27FC236}">
                  <a16:creationId xmlns:a16="http://schemas.microsoft.com/office/drawing/2014/main" id="{F21BB6B9-EAEA-43A1-9449-A10294E4F9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6" name="Straight Connector 1045">
              <a:extLst>
                <a:ext uri="{FF2B5EF4-FFF2-40B4-BE49-F238E27FC236}">
                  <a16:creationId xmlns:a16="http://schemas.microsoft.com/office/drawing/2014/main" id="{90C62509-6F9A-4A66-AE78-EF71FE7D45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7" name="Straight Connector 1046">
              <a:extLst>
                <a:ext uri="{FF2B5EF4-FFF2-40B4-BE49-F238E27FC236}">
                  <a16:creationId xmlns:a16="http://schemas.microsoft.com/office/drawing/2014/main" id="{DF0D677E-8866-4D5C-91F9-90001EBE8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8" name="Straight Connector 1047">
              <a:extLst>
                <a:ext uri="{FF2B5EF4-FFF2-40B4-BE49-F238E27FC236}">
                  <a16:creationId xmlns:a16="http://schemas.microsoft.com/office/drawing/2014/main" id="{A6C1C222-FB70-4063-9BF6-25E5394546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9" name="Straight Connector 1048">
              <a:extLst>
                <a:ext uri="{FF2B5EF4-FFF2-40B4-BE49-F238E27FC236}">
                  <a16:creationId xmlns:a16="http://schemas.microsoft.com/office/drawing/2014/main" id="{348C3B78-3424-4DF2-AE25-BC08956E2B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0" name="Straight Connector 1049">
              <a:extLst>
                <a:ext uri="{FF2B5EF4-FFF2-40B4-BE49-F238E27FC236}">
                  <a16:creationId xmlns:a16="http://schemas.microsoft.com/office/drawing/2014/main" id="{189169EC-7A8F-439B-BDD2-669CDE6D91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1" name="Straight Connector 1050">
              <a:extLst>
                <a:ext uri="{FF2B5EF4-FFF2-40B4-BE49-F238E27FC236}">
                  <a16:creationId xmlns:a16="http://schemas.microsoft.com/office/drawing/2014/main" id="{E625A96E-5FA1-467F-8929-E9F3A4D423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2" name="Straight Connector 1051">
              <a:extLst>
                <a:ext uri="{FF2B5EF4-FFF2-40B4-BE49-F238E27FC236}">
                  <a16:creationId xmlns:a16="http://schemas.microsoft.com/office/drawing/2014/main" id="{A4167E38-35D8-4680-8EF9-67045C8AA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3" name="Straight Connector 1052">
              <a:extLst>
                <a:ext uri="{FF2B5EF4-FFF2-40B4-BE49-F238E27FC236}">
                  <a16:creationId xmlns:a16="http://schemas.microsoft.com/office/drawing/2014/main" id="{B9E9F9CA-B0D2-4D5B-BA3E-D9F5817AF6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4" name="Straight Connector 1053">
              <a:extLst>
                <a:ext uri="{FF2B5EF4-FFF2-40B4-BE49-F238E27FC236}">
                  <a16:creationId xmlns:a16="http://schemas.microsoft.com/office/drawing/2014/main" id="{41909765-556E-4AA4-8CA8-34ABA30EB6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5" name="Straight Connector 1054">
              <a:extLst>
                <a:ext uri="{FF2B5EF4-FFF2-40B4-BE49-F238E27FC236}">
                  <a16:creationId xmlns:a16="http://schemas.microsoft.com/office/drawing/2014/main" id="{3D9E7D9C-D2A0-4C04-AC8C-CC796A5757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6" name="Straight Connector 1055">
              <a:extLst>
                <a:ext uri="{FF2B5EF4-FFF2-40B4-BE49-F238E27FC236}">
                  <a16:creationId xmlns:a16="http://schemas.microsoft.com/office/drawing/2014/main" id="{1513C351-6AD8-4CC8-85E6-1382AA235C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7" name="Straight Connector 1056">
              <a:extLst>
                <a:ext uri="{FF2B5EF4-FFF2-40B4-BE49-F238E27FC236}">
                  <a16:creationId xmlns:a16="http://schemas.microsoft.com/office/drawing/2014/main" id="{2190FC97-7BCE-42C2-9768-14559A44A0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8" name="Straight Connector 1057">
              <a:extLst>
                <a:ext uri="{FF2B5EF4-FFF2-40B4-BE49-F238E27FC236}">
                  <a16:creationId xmlns:a16="http://schemas.microsoft.com/office/drawing/2014/main" id="{932B857D-BE14-48CD-8F4D-0E882D328E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9" name="Straight Connector 1058">
              <a:extLst>
                <a:ext uri="{FF2B5EF4-FFF2-40B4-BE49-F238E27FC236}">
                  <a16:creationId xmlns:a16="http://schemas.microsoft.com/office/drawing/2014/main" id="{7F2E92CD-7175-484E-B557-CF29951C2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3B179EA7-0CFA-4FE9-BEF1-462C0ED396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1" name="Straight Connector 1060">
              <a:extLst>
                <a:ext uri="{FF2B5EF4-FFF2-40B4-BE49-F238E27FC236}">
                  <a16:creationId xmlns:a16="http://schemas.microsoft.com/office/drawing/2014/main" id="{D66676B7-1322-4E27-9218-6D5E8B0EC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2026F347-76EB-45F8-9B81-653E64A004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3" name="Straight Connector 1062">
              <a:extLst>
                <a:ext uri="{FF2B5EF4-FFF2-40B4-BE49-F238E27FC236}">
                  <a16:creationId xmlns:a16="http://schemas.microsoft.com/office/drawing/2014/main" id="{71E93AAC-F0A9-4B35-A413-A322DB9FC9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4" name="Straight Connector 1063">
              <a:extLst>
                <a:ext uri="{FF2B5EF4-FFF2-40B4-BE49-F238E27FC236}">
                  <a16:creationId xmlns:a16="http://schemas.microsoft.com/office/drawing/2014/main" id="{0145F376-7C0E-4F7E-816B-48D485A8CD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5" name="Straight Connector 1064">
              <a:extLst>
                <a:ext uri="{FF2B5EF4-FFF2-40B4-BE49-F238E27FC236}">
                  <a16:creationId xmlns:a16="http://schemas.microsoft.com/office/drawing/2014/main" id="{65F4E9A3-2521-4838-9AA2-A5D5020D46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6" name="Straight Connector 1065">
              <a:extLst>
                <a:ext uri="{FF2B5EF4-FFF2-40B4-BE49-F238E27FC236}">
                  <a16:creationId xmlns:a16="http://schemas.microsoft.com/office/drawing/2014/main" id="{9D0F8335-C6C7-4994-9ECB-54F0EB8C50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068" name="Right Triangle 1067">
            <a:extLst>
              <a:ext uri="{FF2B5EF4-FFF2-40B4-BE49-F238E27FC236}">
                <a16:creationId xmlns:a16="http://schemas.microsoft.com/office/drawing/2014/main" id="{17D11638-D7E0-4D85-B1A6-AF57358C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89" y="15123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ndview"/>
              <a:ea typeface="+mn-ea"/>
              <a:cs typeface="+mn-cs"/>
            </a:endParaRPr>
          </a:p>
        </p:txBody>
      </p:sp>
      <p:sp>
        <p:nvSpPr>
          <p:cNvPr id="2" name="Title 1">
            <a:extLst>
              <a:ext uri="{FF2B5EF4-FFF2-40B4-BE49-F238E27FC236}">
                <a16:creationId xmlns:a16="http://schemas.microsoft.com/office/drawing/2014/main" id="{6CDAD85F-F7FA-48B7-B51C-710F5B648DF6}"/>
              </a:ext>
            </a:extLst>
          </p:cNvPr>
          <p:cNvSpPr>
            <a:spLocks noGrp="1"/>
          </p:cNvSpPr>
          <p:nvPr>
            <p:ph type="title"/>
          </p:nvPr>
        </p:nvSpPr>
        <p:spPr>
          <a:xfrm>
            <a:off x="684223" y="968990"/>
            <a:ext cx="10611627" cy="1651379"/>
          </a:xfrm>
        </p:spPr>
        <p:txBody>
          <a:bodyPr anchor="ctr">
            <a:normAutofit/>
          </a:bodyPr>
          <a:lstStyle/>
          <a:p>
            <a:r>
              <a:rPr lang="en-AU" dirty="0"/>
              <a:t>How is the site being protected?</a:t>
            </a:r>
          </a:p>
        </p:txBody>
      </p:sp>
      <p:sp>
        <p:nvSpPr>
          <p:cNvPr id="3" name="Content Placeholder 2">
            <a:extLst>
              <a:ext uri="{FF2B5EF4-FFF2-40B4-BE49-F238E27FC236}">
                <a16:creationId xmlns:a16="http://schemas.microsoft.com/office/drawing/2014/main" id="{A949111F-7713-4FBD-8EF9-662F14BB612B}"/>
              </a:ext>
            </a:extLst>
          </p:cNvPr>
          <p:cNvSpPr>
            <a:spLocks noGrp="1"/>
          </p:cNvSpPr>
          <p:nvPr>
            <p:ph idx="1"/>
          </p:nvPr>
        </p:nvSpPr>
        <p:spPr>
          <a:xfrm>
            <a:off x="6577738" y="2893475"/>
            <a:ext cx="4914058" cy="3242577"/>
          </a:xfrm>
        </p:spPr>
        <p:txBody>
          <a:bodyPr anchor="ctr">
            <a:normAutofit/>
          </a:bodyPr>
          <a:lstStyle/>
          <a:p>
            <a:r>
              <a:rPr lang="en-AU" dirty="0"/>
              <a:t>Shark bay is currently being protected by </a:t>
            </a:r>
            <a:r>
              <a:rPr lang="en-AU" b="0" i="0" dirty="0">
                <a:effectLst/>
                <a:latin typeface="Lato" panose="020B0604020202020204" pitchFamily="34" charset="0"/>
              </a:rPr>
              <a:t>Shark Bay World Heritage Advisory Committee</a:t>
            </a:r>
            <a:r>
              <a:rPr lang="en-AU" dirty="0"/>
              <a:t> that have a bunch of strategies and management plans. They also have the state government helping with </a:t>
            </a:r>
            <a:r>
              <a:rPr lang="en-AU"/>
              <a:t>this.Shark</a:t>
            </a:r>
            <a:r>
              <a:rPr lang="en-AU" dirty="0"/>
              <a:t> Bay are also working towards protecting all their pools/beaches etc so no threats happen to appear.</a:t>
            </a:r>
          </a:p>
        </p:txBody>
      </p:sp>
      <p:pic>
        <p:nvPicPr>
          <p:cNvPr id="1026" name="Picture 2" descr="Shark ark best way for Shark Bay to protect local community, campaigner  says - ABC News">
            <a:extLst>
              <a:ext uri="{FF2B5EF4-FFF2-40B4-BE49-F238E27FC236}">
                <a16:creationId xmlns:a16="http://schemas.microsoft.com/office/drawing/2014/main" id="{B834B875-D337-4FD1-B03D-C372D2832187}"/>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tretch>
            <a:fillRect/>
          </a:stretch>
        </p:blipFill>
        <p:spPr bwMode="auto">
          <a:xfrm>
            <a:off x="691078" y="2989808"/>
            <a:ext cx="5412274" cy="3041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527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p:txBody>
          <a:bodyPr/>
          <a:lstStyle/>
          <a:p>
            <a:r>
              <a:rPr lang="en-US" dirty="0"/>
              <a:t>Dinosaur Provincial Park</a:t>
            </a:r>
            <a:br>
              <a:rPr lang="en-US" dirty="0"/>
            </a:br>
            <a:r>
              <a:rPr lang="en-US" sz="2000" dirty="0"/>
              <a:t>in Canada </a:t>
            </a:r>
            <a:endParaRPr lang="en-US" dirty="0"/>
          </a:p>
        </p:txBody>
      </p:sp>
      <p:sp>
        <p:nvSpPr>
          <p:cNvPr id="3" name="Subtitle 2">
            <a:extLst>
              <a:ext uri="{FF2B5EF4-FFF2-40B4-BE49-F238E27FC236}">
                <a16:creationId xmlns:a16="http://schemas.microsoft.com/office/drawing/2014/main" id="{EF5D29EF-CFED-41EF-9138-BE844655F339}"/>
              </a:ext>
            </a:extLst>
          </p:cNvPr>
          <p:cNvSpPr>
            <a:spLocks noGrp="1"/>
          </p:cNvSpPr>
          <p:nvPr>
            <p:ph type="subTitle" idx="1"/>
          </p:nvPr>
        </p:nvSpPr>
        <p:spPr/>
        <p:txBody>
          <a:bodyPr/>
          <a:lstStyle/>
          <a:p>
            <a:r>
              <a:rPr lang="en-US" dirty="0"/>
              <a:t>By cora </a:t>
            </a:r>
          </a:p>
        </p:txBody>
      </p:sp>
    </p:spTree>
    <p:extLst>
      <p:ext uri="{BB962C8B-B14F-4D97-AF65-F5344CB8AC3E}">
        <p14:creationId xmlns:p14="http://schemas.microsoft.com/office/powerpoint/2010/main" val="2074766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A picture containing nature, rock, mountain&#10;&#10;Description automatically generated">
            <a:extLst>
              <a:ext uri="{FF2B5EF4-FFF2-40B4-BE49-F238E27FC236}">
                <a16:creationId xmlns:a16="http://schemas.microsoft.com/office/drawing/2014/main" id="{DB6CC382-3940-4AF9-BC96-8928596621FE}"/>
              </a:ext>
            </a:extLst>
          </p:cNvPr>
          <p:cNvPicPr>
            <a:picLocks noGrp="1" noChangeAspect="1"/>
          </p:cNvPicPr>
          <p:nvPr>
            <p:ph type="pic" sz="quarter" idx="15"/>
          </p:nvPr>
        </p:nvPicPr>
        <p:blipFill rotWithShape="1">
          <a:blip r:embed="rId2"/>
          <a:srcRect l="7899" r="-1" b="-1"/>
          <a:stretch/>
        </p:blipFill>
        <p:spPr>
          <a:xfrm>
            <a:off x="4726728" y="3802958"/>
            <a:ext cx="4228282" cy="3055043"/>
          </a:xfrm>
          <a:noFill/>
        </p:spPr>
      </p:pic>
      <p:pic>
        <p:nvPicPr>
          <p:cNvPr id="21" name="Picture Placeholder 20" descr="A picture containing stone&#10;&#10;Description automatically generated">
            <a:extLst>
              <a:ext uri="{FF2B5EF4-FFF2-40B4-BE49-F238E27FC236}">
                <a16:creationId xmlns:a16="http://schemas.microsoft.com/office/drawing/2014/main" id="{9330D18D-07B7-4B96-BDF9-9F4DD1454987}"/>
              </a:ext>
            </a:extLst>
          </p:cNvPr>
          <p:cNvPicPr>
            <a:picLocks noGrp="1" noChangeAspect="1"/>
          </p:cNvPicPr>
          <p:nvPr>
            <p:ph type="pic" sz="quarter" idx="16"/>
          </p:nvPr>
        </p:nvPicPr>
        <p:blipFill>
          <a:blip r:embed="rId3"/>
          <a:srcRect l="11909" r="11909"/>
          <a:stretch>
            <a:fillRect/>
          </a:stretch>
        </p:blipFill>
        <p:spPr>
          <a:xfrm>
            <a:off x="4725988" y="0"/>
            <a:ext cx="4229100" cy="3694113"/>
          </a:xfrm>
        </p:spPr>
      </p:pic>
      <p:sp>
        <p:nvSpPr>
          <p:cNvPr id="4" name="Title 3">
            <a:extLst>
              <a:ext uri="{FF2B5EF4-FFF2-40B4-BE49-F238E27FC236}">
                <a16:creationId xmlns:a16="http://schemas.microsoft.com/office/drawing/2014/main" id="{65A85D8F-96DF-414F-96F0-8F01B9758670}"/>
              </a:ext>
            </a:extLst>
          </p:cNvPr>
          <p:cNvSpPr>
            <a:spLocks noGrp="1"/>
          </p:cNvSpPr>
          <p:nvPr>
            <p:ph type="title"/>
          </p:nvPr>
        </p:nvSpPr>
        <p:spPr>
          <a:xfrm>
            <a:off x="838200" y="365125"/>
            <a:ext cx="3200400" cy="2103436"/>
          </a:xfrm>
        </p:spPr>
        <p:txBody>
          <a:bodyPr anchor="ctr">
            <a:normAutofit/>
          </a:bodyPr>
          <a:lstStyle/>
          <a:p>
            <a:r>
              <a:rPr lang="en-US" sz="3400"/>
              <a:t>Is it a natural, cultural or mixed site </a:t>
            </a:r>
          </a:p>
        </p:txBody>
      </p:sp>
      <p:sp>
        <p:nvSpPr>
          <p:cNvPr id="5" name="Content Placeholder 4">
            <a:extLst>
              <a:ext uri="{FF2B5EF4-FFF2-40B4-BE49-F238E27FC236}">
                <a16:creationId xmlns:a16="http://schemas.microsoft.com/office/drawing/2014/main" id="{07F79409-2936-4FDC-BF6F-45FC9FDA836A}"/>
              </a:ext>
            </a:extLst>
          </p:cNvPr>
          <p:cNvSpPr>
            <a:spLocks noGrp="1"/>
          </p:cNvSpPr>
          <p:nvPr>
            <p:ph idx="1"/>
          </p:nvPr>
        </p:nvSpPr>
        <p:spPr>
          <a:xfrm>
            <a:off x="838200" y="2643186"/>
            <a:ext cx="3816096" cy="3529014"/>
          </a:xfrm>
        </p:spPr>
        <p:txBody>
          <a:bodyPr>
            <a:normAutofit/>
          </a:bodyPr>
          <a:lstStyle/>
          <a:p>
            <a:r>
              <a:rPr lang="en-US" dirty="0"/>
              <a:t>The dinosaur provincial park is a natural site </a:t>
            </a:r>
          </a:p>
        </p:txBody>
      </p:sp>
      <p:sp>
        <p:nvSpPr>
          <p:cNvPr id="26" name="Footer Placeholder 25">
            <a:extLst>
              <a:ext uri="{FF2B5EF4-FFF2-40B4-BE49-F238E27FC236}">
                <a16:creationId xmlns:a16="http://schemas.microsoft.com/office/drawing/2014/main" id="{0E469817-940E-4A7E-82D2-9FC9B4D3AA33}"/>
              </a:ext>
            </a:extLst>
          </p:cNvPr>
          <p:cNvSpPr>
            <a:spLocks noGrp="1"/>
          </p:cNvSpPr>
          <p:nvPr>
            <p:ph type="ftr" sz="quarter" idx="11"/>
          </p:nvPr>
        </p:nvSpPr>
        <p:spPr>
          <a:xfrm>
            <a:off x="838200" y="6356350"/>
            <a:ext cx="4114800" cy="365125"/>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rPr>
              <a:t>Presentation Title</a:t>
            </a:r>
            <a:endParaRPr kumimoji="0" lang="en-US" sz="1200" b="0" i="0" u="none" strike="noStrike" kern="1200" cap="none" spc="0" normalizeH="0" baseline="0" noProof="0">
              <a:ln>
                <a:noFill/>
              </a:ln>
              <a:solidFill>
                <a:prstClr val="black">
                  <a:tint val="75000"/>
                </a:prstClr>
              </a:solidFill>
              <a:effectLst/>
              <a:uLnTx/>
              <a:uFillTx/>
              <a:latin typeface="Century Gothic"/>
              <a:ea typeface="+mn-ea"/>
              <a:cs typeface="+mn-cs"/>
            </a:endParaRPr>
          </a:p>
        </p:txBody>
      </p:sp>
      <p:pic>
        <p:nvPicPr>
          <p:cNvPr id="23" name="Picture Placeholder 22" descr="A picture containing clipart, vector graphics&#10;&#10;Description automatically generated">
            <a:extLst>
              <a:ext uri="{FF2B5EF4-FFF2-40B4-BE49-F238E27FC236}">
                <a16:creationId xmlns:a16="http://schemas.microsoft.com/office/drawing/2014/main" id="{9D8FB324-3C33-4380-B0C0-F83E5620D5E8}"/>
              </a:ext>
            </a:extLst>
          </p:cNvPr>
          <p:cNvPicPr>
            <a:picLocks noGrp="1" noChangeAspect="1"/>
          </p:cNvPicPr>
          <p:nvPr>
            <p:ph type="pic" sz="quarter" idx="13"/>
          </p:nvPr>
        </p:nvPicPr>
        <p:blipFill>
          <a:blip r:embed="rId4"/>
          <a:srcRect l="7907" r="7907"/>
          <a:stretch>
            <a:fillRect/>
          </a:stretch>
        </p:blipFill>
        <p:spPr>
          <a:xfrm>
            <a:off x="9082088" y="0"/>
            <a:ext cx="3109912" cy="3694113"/>
          </a:xfrm>
        </p:spPr>
      </p:pic>
      <p:pic>
        <p:nvPicPr>
          <p:cNvPr id="16" name="Picture Placeholder 15" descr="A picture containing text, reptile, dinosaur&#10;&#10;Description automatically generated">
            <a:extLst>
              <a:ext uri="{FF2B5EF4-FFF2-40B4-BE49-F238E27FC236}">
                <a16:creationId xmlns:a16="http://schemas.microsoft.com/office/drawing/2014/main" id="{BE50AF45-C5AA-4158-8325-54555AED3F63}"/>
              </a:ext>
            </a:extLst>
          </p:cNvPr>
          <p:cNvPicPr>
            <a:picLocks noGrp="1" noChangeAspect="1"/>
          </p:cNvPicPr>
          <p:nvPr>
            <p:ph type="pic" sz="quarter" idx="14"/>
          </p:nvPr>
        </p:nvPicPr>
        <p:blipFill rotWithShape="1">
          <a:blip r:embed="rId5"/>
          <a:srcRect l="14342" r="17927" b="-1"/>
          <a:stretch/>
        </p:blipFill>
        <p:spPr>
          <a:xfrm>
            <a:off x="9081588" y="3802957"/>
            <a:ext cx="3109415" cy="3055044"/>
          </a:xfrm>
          <a:noFill/>
        </p:spPr>
      </p:pic>
      <p:sp>
        <p:nvSpPr>
          <p:cNvPr id="33" name="Slide Number Placeholder 6" hidden="1">
            <a:extLst>
              <a:ext uri="{FF2B5EF4-FFF2-40B4-BE49-F238E27FC236}">
                <a16:creationId xmlns:a16="http://schemas.microsoft.com/office/drawing/2014/main" id="{72BEE6A7-F9D5-EA0B-BA62-D9C02F7E1B9A}"/>
              </a:ext>
            </a:extLst>
          </p:cNvPr>
          <p:cNvSpPr>
            <a:spLocks noGrp="1"/>
          </p:cNvSpPr>
          <p:nvPr>
            <p:ph type="sldNum" sz="quarter" idx="4294967295"/>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B9713C8C-8E70-45D5-AE59-23E60168254E}" type="slidenum">
              <a:rPr kumimoji="0" lang="en-US" sz="1200" b="0" i="0" u="none" strike="noStrike" kern="1200" cap="none" spc="0" normalizeH="0" baseline="0" noProof="0" smtClean="0">
                <a:ln>
                  <a:noFill/>
                </a:ln>
                <a:solidFill>
                  <a:prstClr val="black">
                    <a:tint val="75000"/>
                  </a:prstClr>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entury Gothic"/>
              <a:ea typeface="+mn-ea"/>
              <a:cs typeface="+mn-cs"/>
            </a:endParaRPr>
          </a:p>
        </p:txBody>
      </p:sp>
    </p:spTree>
    <p:extLst>
      <p:ext uri="{BB962C8B-B14F-4D97-AF65-F5344CB8AC3E}">
        <p14:creationId xmlns:p14="http://schemas.microsoft.com/office/powerpoint/2010/main" val="1912948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67F229A-48C3-4BE7-96EC-3C05DC7FB720}"/>
              </a:ext>
            </a:extLst>
          </p:cNvPr>
          <p:cNvSpPr>
            <a:spLocks noGrp="1"/>
          </p:cNvSpPr>
          <p:nvPr>
            <p:ph type="title"/>
          </p:nvPr>
        </p:nvSpPr>
        <p:spPr/>
        <p:txBody>
          <a:bodyPr/>
          <a:lstStyle/>
          <a:p>
            <a:r>
              <a:rPr lang="en-US" dirty="0"/>
              <a:t>Why is it significant </a:t>
            </a:r>
          </a:p>
        </p:txBody>
      </p:sp>
      <p:sp>
        <p:nvSpPr>
          <p:cNvPr id="11" name="Content Placeholder 10">
            <a:extLst>
              <a:ext uri="{FF2B5EF4-FFF2-40B4-BE49-F238E27FC236}">
                <a16:creationId xmlns:a16="http://schemas.microsoft.com/office/drawing/2014/main" id="{7041F48D-F184-4F9F-B5AC-F127F0898F39}"/>
              </a:ext>
            </a:extLst>
          </p:cNvPr>
          <p:cNvSpPr>
            <a:spLocks noGrp="1"/>
          </p:cNvSpPr>
          <p:nvPr>
            <p:ph sz="quarter" idx="13"/>
          </p:nvPr>
        </p:nvSpPr>
        <p:spPr/>
        <p:txBody>
          <a:bodyPr/>
          <a:lstStyle/>
          <a:p>
            <a:r>
              <a:rPr lang="en-AU" sz="1800" dirty="0"/>
              <a:t>Dinosaur Provincial Park contains some of the most important fossil specimens discovered from the “Age of Dinosaurs” period of Earth’s history. The property is unmatched in terms of the number and variety of high-quality specimens which, to date, represent more than 44 species, 34 genera and 10 families of dinosaurs, dating back 75-77 million years. The park contains exceptional riparian habitat features as well as Badlands of outstanding aesthetic value.</a:t>
            </a:r>
            <a:endParaRPr lang="en-US" sz="1800" dirty="0"/>
          </a:p>
        </p:txBody>
      </p:sp>
      <p:sp>
        <p:nvSpPr>
          <p:cNvPr id="12" name="Date Placeholder 11">
            <a:extLst>
              <a:ext uri="{FF2B5EF4-FFF2-40B4-BE49-F238E27FC236}">
                <a16:creationId xmlns:a16="http://schemas.microsoft.com/office/drawing/2014/main" id="{9C693BAD-6B4E-48AD-88BF-D933B374A1F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rPr>
              <a:t>9/3/20XX</a:t>
            </a:r>
          </a:p>
        </p:txBody>
      </p:sp>
      <p:sp>
        <p:nvSpPr>
          <p:cNvPr id="13" name="Footer Placeholder 12">
            <a:extLst>
              <a:ext uri="{FF2B5EF4-FFF2-40B4-BE49-F238E27FC236}">
                <a16:creationId xmlns:a16="http://schemas.microsoft.com/office/drawing/2014/main" id="{1B9E4CF7-70FB-40DF-BE47-6E5AE315475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rPr>
              <a:t>Presentation Title</a:t>
            </a:r>
          </a:p>
        </p:txBody>
      </p:sp>
      <p:sp>
        <p:nvSpPr>
          <p:cNvPr id="14" name="Slide Number Placeholder 13">
            <a:extLst>
              <a:ext uri="{FF2B5EF4-FFF2-40B4-BE49-F238E27FC236}">
                <a16:creationId xmlns:a16="http://schemas.microsoft.com/office/drawing/2014/main" id="{C1EA167B-7079-4284-997F-7309C510B7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13C8C-8E70-45D5-AE59-23E60168254E}" type="slidenum">
              <a:rPr kumimoji="0" lang="en-US" sz="1200" b="0" i="0" u="none" strike="noStrike" kern="1200" cap="none" spc="0" normalizeH="0" baseline="0" noProof="0" smtClean="0">
                <a:ln>
                  <a:noFill/>
                </a:ln>
                <a:solidFill>
                  <a:prstClr val="black">
                    <a:tint val="75000"/>
                  </a:prstClr>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endParaRPr>
          </a:p>
        </p:txBody>
      </p:sp>
    </p:spTree>
    <p:extLst>
      <p:ext uri="{BB962C8B-B14F-4D97-AF65-F5344CB8AC3E}">
        <p14:creationId xmlns:p14="http://schemas.microsoft.com/office/powerpoint/2010/main" val="2849151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AC3F-4F4E-42A7-85C6-609F4962BC9D}"/>
              </a:ext>
            </a:extLst>
          </p:cNvPr>
          <p:cNvSpPr>
            <a:spLocks noGrp="1"/>
          </p:cNvSpPr>
          <p:nvPr>
            <p:ph type="title"/>
          </p:nvPr>
        </p:nvSpPr>
        <p:spPr/>
        <p:txBody>
          <a:bodyPr/>
          <a:lstStyle/>
          <a:p>
            <a:r>
              <a:rPr lang="en-AU" dirty="0"/>
              <a:t>Is there any threats to this park </a:t>
            </a:r>
          </a:p>
        </p:txBody>
      </p:sp>
      <p:sp>
        <p:nvSpPr>
          <p:cNvPr id="3" name="Date Placeholder 2">
            <a:extLst>
              <a:ext uri="{FF2B5EF4-FFF2-40B4-BE49-F238E27FC236}">
                <a16:creationId xmlns:a16="http://schemas.microsoft.com/office/drawing/2014/main" id="{D0F4C27C-C9D7-4B64-8D27-5C68683F05E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entury Gothic"/>
                <a:ea typeface="+mn-ea"/>
                <a:cs typeface="+mn-cs"/>
              </a:rPr>
              <a:t>9/3/20XX</a:t>
            </a:r>
            <a:endPar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endParaRPr>
          </a:p>
        </p:txBody>
      </p:sp>
      <p:sp>
        <p:nvSpPr>
          <p:cNvPr id="4" name="Footer Placeholder 3">
            <a:extLst>
              <a:ext uri="{FF2B5EF4-FFF2-40B4-BE49-F238E27FC236}">
                <a16:creationId xmlns:a16="http://schemas.microsoft.com/office/drawing/2014/main" id="{F17315E7-FA9D-42B7-857B-E0211AECC14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entury Gothic"/>
                <a:ea typeface="+mn-ea"/>
                <a:cs typeface="+mn-cs"/>
              </a:rPr>
              <a:t>Presentation Title</a:t>
            </a:r>
            <a:endPar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endParaRPr>
          </a:p>
        </p:txBody>
      </p:sp>
      <p:sp>
        <p:nvSpPr>
          <p:cNvPr id="5" name="Slide Number Placeholder 4">
            <a:extLst>
              <a:ext uri="{FF2B5EF4-FFF2-40B4-BE49-F238E27FC236}">
                <a16:creationId xmlns:a16="http://schemas.microsoft.com/office/drawing/2014/main" id="{6D7104A3-AC6D-4BAD-AA29-02F56046C6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13C8C-8E70-45D5-AE59-23E60168254E}" type="slidenum">
              <a:rPr kumimoji="0" lang="en-US" sz="1200" b="0" i="0" u="none" strike="noStrike" kern="1200" cap="none" spc="0" normalizeH="0" baseline="0" noProof="0" smtClean="0">
                <a:ln>
                  <a:noFill/>
                </a:ln>
                <a:solidFill>
                  <a:prstClr val="black">
                    <a:tint val="75000"/>
                  </a:prstClr>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endParaRPr>
          </a:p>
        </p:txBody>
      </p:sp>
      <p:sp>
        <p:nvSpPr>
          <p:cNvPr id="6" name="Content Placeholder 5">
            <a:extLst>
              <a:ext uri="{FF2B5EF4-FFF2-40B4-BE49-F238E27FC236}">
                <a16:creationId xmlns:a16="http://schemas.microsoft.com/office/drawing/2014/main" id="{FC0756C2-EBB7-4E53-8550-461151266094}"/>
              </a:ext>
            </a:extLst>
          </p:cNvPr>
          <p:cNvSpPr>
            <a:spLocks noGrp="1"/>
          </p:cNvSpPr>
          <p:nvPr>
            <p:ph sz="quarter" idx="13"/>
          </p:nvPr>
        </p:nvSpPr>
        <p:spPr/>
        <p:txBody>
          <a:bodyPr/>
          <a:lstStyle/>
          <a:p>
            <a:r>
              <a:rPr lang="en-AU" dirty="0"/>
              <a:t>There are a number of current threats, including illegal removal of fossils, gas exploration and development at the perimeter of the site, and invasive plant species.</a:t>
            </a:r>
          </a:p>
        </p:txBody>
      </p:sp>
    </p:spTree>
    <p:extLst>
      <p:ext uri="{BB962C8B-B14F-4D97-AF65-F5344CB8AC3E}">
        <p14:creationId xmlns:p14="http://schemas.microsoft.com/office/powerpoint/2010/main" val="1686355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0680-5B87-476C-899E-0F24CDD3A33D}"/>
              </a:ext>
            </a:extLst>
          </p:cNvPr>
          <p:cNvSpPr>
            <a:spLocks noGrp="1"/>
          </p:cNvSpPr>
          <p:nvPr>
            <p:ph type="title"/>
          </p:nvPr>
        </p:nvSpPr>
        <p:spPr/>
        <p:txBody>
          <a:bodyPr/>
          <a:lstStyle/>
          <a:p>
            <a:r>
              <a:rPr lang="en-AU" dirty="0"/>
              <a:t>How is it being protected </a:t>
            </a:r>
          </a:p>
        </p:txBody>
      </p:sp>
      <p:sp>
        <p:nvSpPr>
          <p:cNvPr id="3" name="Date Placeholder 2">
            <a:extLst>
              <a:ext uri="{FF2B5EF4-FFF2-40B4-BE49-F238E27FC236}">
                <a16:creationId xmlns:a16="http://schemas.microsoft.com/office/drawing/2014/main" id="{50636D16-3C46-454A-88A8-FA2B66C73A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entury Gothic"/>
                <a:ea typeface="+mn-ea"/>
                <a:cs typeface="+mn-cs"/>
              </a:rPr>
              <a:t>9/3/20XX</a:t>
            </a:r>
            <a:endPar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endParaRPr>
          </a:p>
        </p:txBody>
      </p:sp>
      <p:sp>
        <p:nvSpPr>
          <p:cNvPr id="4" name="Footer Placeholder 3">
            <a:extLst>
              <a:ext uri="{FF2B5EF4-FFF2-40B4-BE49-F238E27FC236}">
                <a16:creationId xmlns:a16="http://schemas.microsoft.com/office/drawing/2014/main" id="{7A018A15-AF2A-4CCC-ABE8-F77DDC55543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entury Gothic"/>
                <a:ea typeface="+mn-ea"/>
                <a:cs typeface="+mn-cs"/>
              </a:rPr>
              <a:t>Presentation Title</a:t>
            </a:r>
            <a:endPar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endParaRPr>
          </a:p>
        </p:txBody>
      </p:sp>
      <p:sp>
        <p:nvSpPr>
          <p:cNvPr id="5" name="Slide Number Placeholder 4">
            <a:extLst>
              <a:ext uri="{FF2B5EF4-FFF2-40B4-BE49-F238E27FC236}">
                <a16:creationId xmlns:a16="http://schemas.microsoft.com/office/drawing/2014/main" id="{805ABF13-4AA9-409F-9187-80B3CC1344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13C8C-8E70-45D5-AE59-23E60168254E}" type="slidenum">
              <a:rPr kumimoji="0" lang="en-US" sz="1200" b="0" i="0" u="none" strike="noStrike" kern="1200" cap="none" spc="0" normalizeH="0" baseline="0" noProof="0" smtClean="0">
                <a:ln>
                  <a:noFill/>
                </a:ln>
                <a:solidFill>
                  <a:prstClr val="black">
                    <a:tint val="75000"/>
                  </a:prstClr>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tint val="75000"/>
                </a:prstClr>
              </a:solidFill>
              <a:effectLst/>
              <a:uLnTx/>
              <a:uFillTx/>
              <a:latin typeface="Century Gothic"/>
              <a:ea typeface="+mn-ea"/>
              <a:cs typeface="+mn-cs"/>
            </a:endParaRPr>
          </a:p>
        </p:txBody>
      </p:sp>
      <p:sp>
        <p:nvSpPr>
          <p:cNvPr id="6" name="Content Placeholder 5">
            <a:extLst>
              <a:ext uri="{FF2B5EF4-FFF2-40B4-BE49-F238E27FC236}">
                <a16:creationId xmlns:a16="http://schemas.microsoft.com/office/drawing/2014/main" id="{A4DE62AB-4DB1-483A-B8B8-544E8D3DD984}"/>
              </a:ext>
            </a:extLst>
          </p:cNvPr>
          <p:cNvSpPr>
            <a:spLocks noGrp="1"/>
          </p:cNvSpPr>
          <p:nvPr>
            <p:ph sz="quarter" idx="13"/>
          </p:nvPr>
        </p:nvSpPr>
        <p:spPr/>
        <p:txBody>
          <a:bodyPr/>
          <a:lstStyle/>
          <a:p>
            <a:r>
              <a:rPr lang="en-AU" dirty="0"/>
              <a:t>The protection and management of the property is enabled through a number of different statutes of the Province of Alberta, notably the Provincial Parks Act and the Historic Resources Act. Strong collaboration with stakeholders and local landowners in relation to management issues is occurring on an ongoing basis.</a:t>
            </a:r>
          </a:p>
        </p:txBody>
      </p:sp>
    </p:spTree>
    <p:extLst>
      <p:ext uri="{BB962C8B-B14F-4D97-AF65-F5344CB8AC3E}">
        <p14:creationId xmlns:p14="http://schemas.microsoft.com/office/powerpoint/2010/main" val="36512234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180B-35BA-C28E-820F-59C84FBDD99A}"/>
              </a:ext>
            </a:extLst>
          </p:cNvPr>
          <p:cNvSpPr>
            <a:spLocks noGrp="1"/>
          </p:cNvSpPr>
          <p:nvPr>
            <p:ph type="ctrTitle"/>
          </p:nvPr>
        </p:nvSpPr>
        <p:spPr/>
        <p:txBody>
          <a:bodyPr/>
          <a:lstStyle/>
          <a:p>
            <a:r>
              <a:rPr lang="en-US" dirty="0"/>
              <a:t>World Heritage Site</a:t>
            </a:r>
          </a:p>
        </p:txBody>
      </p:sp>
      <p:sp>
        <p:nvSpPr>
          <p:cNvPr id="3" name="Subtitle 2">
            <a:extLst>
              <a:ext uri="{FF2B5EF4-FFF2-40B4-BE49-F238E27FC236}">
                <a16:creationId xmlns:a16="http://schemas.microsoft.com/office/drawing/2014/main" id="{626260E8-21BF-1371-4767-5E86248A7A7B}"/>
              </a:ext>
            </a:extLst>
          </p:cNvPr>
          <p:cNvSpPr>
            <a:spLocks noGrp="1"/>
          </p:cNvSpPr>
          <p:nvPr>
            <p:ph type="subTitle" idx="1"/>
          </p:nvPr>
        </p:nvSpPr>
        <p:spPr/>
        <p:txBody>
          <a:bodyPr/>
          <a:lstStyle/>
          <a:p>
            <a:r>
              <a:rPr lang="en-US" dirty="0"/>
              <a:t>Lourisse Asuncion</a:t>
            </a:r>
          </a:p>
        </p:txBody>
      </p:sp>
    </p:spTree>
    <p:extLst>
      <p:ext uri="{BB962C8B-B14F-4D97-AF65-F5344CB8AC3E}">
        <p14:creationId xmlns:p14="http://schemas.microsoft.com/office/powerpoint/2010/main" val="3563884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8C670-43E6-43EA-9E3D-3CCB44937E6F}"/>
              </a:ext>
            </a:extLst>
          </p:cNvPr>
          <p:cNvSpPr>
            <a:spLocks noGrp="1"/>
          </p:cNvSpPr>
          <p:nvPr>
            <p:ph type="title"/>
          </p:nvPr>
        </p:nvSpPr>
        <p:spPr>
          <a:xfrm>
            <a:off x="5269994" y="136525"/>
            <a:ext cx="5872703" cy="1012054"/>
          </a:xfrm>
        </p:spPr>
        <p:txBody>
          <a:bodyPr>
            <a:normAutofit fontScale="90000"/>
          </a:bodyPr>
          <a:lstStyle/>
          <a:p>
            <a:r>
              <a:rPr lang="en-AU" i="0" dirty="0">
                <a:solidFill>
                  <a:srgbClr val="212121"/>
                </a:solidFill>
                <a:effectLst/>
                <a:latin typeface="Baskerville Old Face (Headings)"/>
              </a:rPr>
              <a:t>Macquarie Island, Australia</a:t>
            </a:r>
            <a:endParaRPr lang="en-AU" dirty="0">
              <a:latin typeface="Baskerville Old Face (Headings)"/>
            </a:endParaRPr>
          </a:p>
        </p:txBody>
      </p:sp>
      <p:sp>
        <p:nvSpPr>
          <p:cNvPr id="3" name="Footer Placeholder 2">
            <a:extLst>
              <a:ext uri="{FF2B5EF4-FFF2-40B4-BE49-F238E27FC236}">
                <a16:creationId xmlns:a16="http://schemas.microsoft.com/office/drawing/2014/main" id="{85384DDA-E16A-4DAD-8564-73BB35F3C48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4" name="Slide Number Placeholder 3">
            <a:extLst>
              <a:ext uri="{FF2B5EF4-FFF2-40B4-BE49-F238E27FC236}">
                <a16:creationId xmlns:a16="http://schemas.microsoft.com/office/drawing/2014/main" id="{8A2D2A4B-D9AB-4A63-9779-90C64EABBE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6" name="Content Placeholder 5">
            <a:extLst>
              <a:ext uri="{FF2B5EF4-FFF2-40B4-BE49-F238E27FC236}">
                <a16:creationId xmlns:a16="http://schemas.microsoft.com/office/drawing/2014/main" id="{C4635BA4-E310-4669-93C9-6EDBAE67631B}"/>
              </a:ext>
            </a:extLst>
          </p:cNvPr>
          <p:cNvSpPr>
            <a:spLocks noGrp="1"/>
          </p:cNvSpPr>
          <p:nvPr>
            <p:ph sz="half" idx="2"/>
          </p:nvPr>
        </p:nvSpPr>
        <p:spPr>
          <a:xfrm>
            <a:off x="5269994" y="1043245"/>
            <a:ext cx="6455662" cy="5814755"/>
          </a:xfrm>
        </p:spPr>
        <p:txBody>
          <a:bodyPr>
            <a:normAutofit lnSpcReduction="10000"/>
          </a:bodyPr>
          <a:lstStyle/>
          <a:p>
            <a:pPr marL="0" indent="0">
              <a:buNone/>
            </a:pPr>
            <a:r>
              <a:rPr lang="en-AU" b="1" dirty="0"/>
              <a:t>Where is the site located?</a:t>
            </a:r>
          </a:p>
          <a:p>
            <a:pPr marL="0" indent="0">
              <a:buNone/>
            </a:pPr>
            <a:r>
              <a:rPr lang="en-AU" dirty="0"/>
              <a:t>The island is an oceanic island in the Southern Ocean lying east of Tasmania and approximately halfway between Australia and the Antarctic continent.</a:t>
            </a:r>
          </a:p>
          <a:p>
            <a:pPr marL="0" indent="0">
              <a:buNone/>
            </a:pPr>
            <a:r>
              <a:rPr lang="en-AU" b="1" dirty="0"/>
              <a:t>Is it a natural, cultural, or mixed site?</a:t>
            </a:r>
          </a:p>
          <a:p>
            <a:pPr marL="0" indent="0">
              <a:buNone/>
            </a:pPr>
            <a:r>
              <a:rPr lang="en-AU" dirty="0"/>
              <a:t>The Macquarie Island is a natural site.</a:t>
            </a:r>
          </a:p>
          <a:p>
            <a:pPr marL="0" indent="0">
              <a:buNone/>
            </a:pPr>
            <a:r>
              <a:rPr lang="en-AU" b="1" dirty="0"/>
              <a:t>Why is the site significant?</a:t>
            </a:r>
          </a:p>
          <a:p>
            <a:pPr marL="0" indent="0">
              <a:buNone/>
            </a:pPr>
            <a:r>
              <a:rPr lang="en-AU" dirty="0"/>
              <a:t>The site is significant as it contains rocks from the earth’s mantle that are being actively exposed above sea level. The unique exposures provide a complete section of the structure and composition of both the oceanic crust and the upper mantle. It provides evidence of ‘sea floor spreading’ and tectonic processes that have operated for hundreds of millions of years.</a:t>
            </a:r>
          </a:p>
          <a:p>
            <a:pPr marL="0" indent="0">
              <a:buNone/>
            </a:pPr>
            <a:r>
              <a:rPr lang="en-AU" b="1" dirty="0"/>
              <a:t>Are there any threats to the site? </a:t>
            </a:r>
          </a:p>
          <a:p>
            <a:pPr marL="0" indent="0">
              <a:buNone/>
            </a:pPr>
            <a:r>
              <a:rPr lang="en-AU" dirty="0"/>
              <a:t>Human impacts, the exploitation of seals and penguins, along with the introduction of alien species and pathogens have resulted in the extinction of native species and threatens to contribute to further decrease in other species. The site is also vulnerable to the consequences of anthropogenic climate change.</a:t>
            </a:r>
          </a:p>
          <a:p>
            <a:pPr marL="0" indent="0">
              <a:buNone/>
            </a:pPr>
            <a:r>
              <a:rPr lang="en-AU" b="1" dirty="0"/>
              <a:t>How is the site being protected?</a:t>
            </a:r>
          </a:p>
          <a:p>
            <a:pPr marL="0" indent="0">
              <a:buNone/>
            </a:pPr>
            <a:r>
              <a:rPr lang="en-AU" dirty="0"/>
              <a:t>The introduction of new species and pathogens is being monitored and managed. A project was undertook to eradicate the remaining mammalian pest species. Its surrounding waters is managed as a  nature reserve by the Tasmanian Parks and Wildlife Service (PSW).</a:t>
            </a:r>
          </a:p>
        </p:txBody>
      </p:sp>
      <p:sp>
        <p:nvSpPr>
          <p:cNvPr id="9" name="Text Placeholder 8">
            <a:extLst>
              <a:ext uri="{FF2B5EF4-FFF2-40B4-BE49-F238E27FC236}">
                <a16:creationId xmlns:a16="http://schemas.microsoft.com/office/drawing/2014/main" id="{07AC340D-F755-4C8C-B2E6-D8885787492A}"/>
              </a:ext>
            </a:extLst>
          </p:cNvPr>
          <p:cNvSpPr>
            <a:spLocks noGrp="1"/>
          </p:cNvSpPr>
          <p:nvPr>
            <p:ph type="body" sz="quarter" idx="13"/>
          </p:nvPr>
        </p:nvSpPr>
        <p:spPr/>
        <p:txBody>
          <a:bodyPr/>
          <a:lstStyle/>
          <a:p>
            <a:r>
              <a:rPr lang="en-AU" dirty="0"/>
              <a:t>A</a:t>
            </a:r>
          </a:p>
        </p:txBody>
      </p:sp>
    </p:spTree>
    <p:extLst>
      <p:ext uri="{BB962C8B-B14F-4D97-AF65-F5344CB8AC3E}">
        <p14:creationId xmlns:p14="http://schemas.microsoft.com/office/powerpoint/2010/main" val="32077791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098" name="Picture 2" descr="Macquarie Island | island, Tasmania, Australia | Britannica">
            <a:extLst>
              <a:ext uri="{FF2B5EF4-FFF2-40B4-BE49-F238E27FC236}">
                <a16:creationId xmlns:a16="http://schemas.microsoft.com/office/drawing/2014/main" id="{34853C03-B481-47BE-AF4C-DEAD29F1B9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20" r="1" b="8123"/>
          <a:stretch/>
        </p:blipFill>
        <p:spPr bwMode="auto">
          <a:xfrm>
            <a:off x="196850" y="173518"/>
            <a:ext cx="11798300" cy="6512763"/>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276E7EC8-A265-45EE-A9EC-0560F2EBA3DA}"/>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rgbClr val="FFFFFF"/>
                </a:solidFill>
              </a:rPr>
              <a:t>Presentation title</a:t>
            </a:r>
          </a:p>
        </p:txBody>
      </p:sp>
      <p:sp>
        <p:nvSpPr>
          <p:cNvPr id="4" name="Slide Number Placeholder 3">
            <a:extLst>
              <a:ext uri="{FF2B5EF4-FFF2-40B4-BE49-F238E27FC236}">
                <a16:creationId xmlns:a16="http://schemas.microsoft.com/office/drawing/2014/main" id="{2450E53E-6E10-4979-A060-0945169AD738}"/>
              </a:ext>
            </a:extLst>
          </p:cNvPr>
          <p:cNvSpPr>
            <a:spLocks noGrp="1"/>
          </p:cNvSpPr>
          <p:nvPr>
            <p:ph type="sldNum" sz="quarter" idx="12"/>
          </p:nvPr>
        </p:nvSpPr>
        <p:spPr>
          <a:xfrm>
            <a:off x="8610600" y="6356350"/>
            <a:ext cx="2743200" cy="365125"/>
          </a:xfrm>
        </p:spPr>
        <p:txBody>
          <a:bodyPr>
            <a:normAutofit/>
          </a:bodyPr>
          <a:lstStyle/>
          <a:p>
            <a:pPr>
              <a:spcAft>
                <a:spcPts val="600"/>
              </a:spcAft>
            </a:pPr>
            <a:fld id="{294A09A9-5501-47C1-A89A-A340965A2BE2}" type="slidenum">
              <a:rPr lang="en-US">
                <a:solidFill>
                  <a:srgbClr val="FFFFFF"/>
                </a:solidFill>
              </a:rPr>
              <a:pPr>
                <a:spcAft>
                  <a:spcPts val="600"/>
                </a:spcAft>
              </a:pPr>
              <a:t>42</a:t>
            </a:fld>
            <a:endParaRPr lang="en-US">
              <a:solidFill>
                <a:srgbClr val="FFFFFF"/>
              </a:solidFill>
            </a:endParaRPr>
          </a:p>
        </p:txBody>
      </p:sp>
    </p:spTree>
    <p:extLst>
      <p:ext uri="{BB962C8B-B14F-4D97-AF65-F5344CB8AC3E}">
        <p14:creationId xmlns:p14="http://schemas.microsoft.com/office/powerpoint/2010/main" val="6581004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BB64363-453F-4167-AFA9-D852CCE6D68E}"/>
              </a:ext>
            </a:extLst>
          </p:cNvPr>
          <p:cNvSpPr>
            <a:spLocks noGrp="1"/>
          </p:cNvSpPr>
          <p:nvPr>
            <p:ph type="title"/>
          </p:nvPr>
        </p:nvSpPr>
        <p:spPr>
          <a:xfrm>
            <a:off x="1099321" y="2183818"/>
            <a:ext cx="3703498" cy="2490364"/>
          </a:xfrm>
        </p:spPr>
        <p:txBody>
          <a:bodyPr>
            <a:normAutofit/>
          </a:bodyPr>
          <a:lstStyle/>
          <a:p>
            <a:r>
              <a:rPr lang="en-AU" i="0" dirty="0">
                <a:solidFill>
                  <a:srgbClr val="212121"/>
                </a:solidFill>
                <a:effectLst/>
                <a:latin typeface="Baskerville Old Face (Headings)"/>
              </a:rPr>
              <a:t>Bordeaux, Port of the Moon, France</a:t>
            </a:r>
            <a:endParaRPr lang="en-AU" dirty="0"/>
          </a:p>
        </p:txBody>
      </p:sp>
      <p:sp>
        <p:nvSpPr>
          <p:cNvPr id="3" name="Footer Placeholder 2">
            <a:extLst>
              <a:ext uri="{FF2B5EF4-FFF2-40B4-BE49-F238E27FC236}">
                <a16:creationId xmlns:a16="http://schemas.microsoft.com/office/drawing/2014/main" id="{94BF1A52-1567-48BA-AC82-805B5AAB827E}"/>
              </a:ext>
            </a:extLst>
          </p:cNvPr>
          <p:cNvSpPr>
            <a:spLocks noGrp="1"/>
          </p:cNvSpPr>
          <p:nvPr>
            <p:ph type="ftr" sz="quarter" idx="4294967295"/>
          </p:nvPr>
        </p:nvSpPr>
        <p:spPr>
          <a:xfrm>
            <a:off x="0" y="6356350"/>
            <a:ext cx="41148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rPr>
              <a:t>Presentation title</a:t>
            </a:r>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4" name="Slide Number Placeholder 3">
            <a:extLst>
              <a:ext uri="{FF2B5EF4-FFF2-40B4-BE49-F238E27FC236}">
                <a16:creationId xmlns:a16="http://schemas.microsoft.com/office/drawing/2014/main" id="{3E831063-DBDC-48B7-BCAB-CC0F65A0D431}"/>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srgbClr val="000000"/>
              </a:solidFill>
              <a:effectLst/>
              <a:uLnTx/>
              <a:uFillTx/>
              <a:latin typeface="Gill Sans Nova Light" panose="020F0302020204030204" pitchFamily="34" charset="0"/>
              <a:ea typeface="+mn-ea"/>
            </a:endParaRPr>
          </a:p>
        </p:txBody>
      </p:sp>
      <p:sp>
        <p:nvSpPr>
          <p:cNvPr id="12" name="Content Placeholder 5">
            <a:extLst>
              <a:ext uri="{FF2B5EF4-FFF2-40B4-BE49-F238E27FC236}">
                <a16:creationId xmlns:a16="http://schemas.microsoft.com/office/drawing/2014/main" id="{BF34094A-54BE-45BA-A0A5-C561BC46CC7C}"/>
              </a:ext>
            </a:extLst>
          </p:cNvPr>
          <p:cNvSpPr txBox="1">
            <a:spLocks/>
          </p:cNvSpPr>
          <p:nvPr/>
        </p:nvSpPr>
        <p:spPr>
          <a:xfrm>
            <a:off x="7074023" y="618236"/>
            <a:ext cx="4749553" cy="5621528"/>
          </a:xfrm>
          <a:prstGeom prst="rect">
            <a:avLst/>
          </a:prstGeom>
        </p:spPr>
        <p:txBody>
          <a:bodyPr/>
          <a:lst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1" i="0" u="none" strike="noStrike" kern="1200" cap="none" spc="0" normalizeH="0" baseline="0" noProof="0" dirty="0">
                <a:ln>
                  <a:noFill/>
                </a:ln>
                <a:solidFill>
                  <a:srgbClr val="4A3A1C"/>
                </a:solidFill>
                <a:effectLst/>
                <a:uLnTx/>
                <a:uFillTx/>
                <a:latin typeface="Gill Sans Nova Light"/>
                <a:ea typeface="+mn-ea"/>
                <a:cs typeface="+mn-cs"/>
              </a:rPr>
              <a:t>Where is the site located?</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0" i="0" u="none" strike="noStrike" kern="1200" cap="none" spc="0" normalizeH="0" baseline="0" noProof="0" dirty="0">
                <a:ln>
                  <a:noFill/>
                </a:ln>
                <a:solidFill>
                  <a:srgbClr val="4A3A1C"/>
                </a:solidFill>
                <a:effectLst/>
                <a:uLnTx/>
                <a:uFillTx/>
                <a:latin typeface="Gill Sans Nova Light"/>
                <a:ea typeface="+mn-ea"/>
                <a:cs typeface="+mn-cs"/>
              </a:rPr>
              <a:t>The Port of the Moon is a city of Bordeaux in south-west France.</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1" i="0" u="none" strike="noStrike" kern="1200" cap="none" spc="0" normalizeH="0" baseline="0" noProof="0" dirty="0">
                <a:ln>
                  <a:noFill/>
                </a:ln>
                <a:solidFill>
                  <a:srgbClr val="4A3A1C"/>
                </a:solidFill>
                <a:effectLst/>
                <a:uLnTx/>
                <a:uFillTx/>
                <a:latin typeface="Gill Sans Nova Light"/>
                <a:ea typeface="+mn-ea"/>
                <a:cs typeface="+mn-cs"/>
              </a:rPr>
              <a:t>Is it a natural, cultural, or mixed site?</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0" i="0" u="none" strike="noStrike" kern="1200" cap="none" spc="0" normalizeH="0" baseline="0" noProof="0" dirty="0">
                <a:ln>
                  <a:noFill/>
                </a:ln>
                <a:solidFill>
                  <a:srgbClr val="4A3A1C"/>
                </a:solidFill>
                <a:effectLst/>
                <a:uLnTx/>
                <a:uFillTx/>
                <a:latin typeface="Gill Sans Nova Light"/>
                <a:ea typeface="+mn-ea"/>
                <a:cs typeface="+mn-cs"/>
              </a:rPr>
              <a:t>The Port of the Moon is a cultural site. </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1" i="0" u="none" strike="noStrike" kern="1200" cap="none" spc="0" normalizeH="0" baseline="0" noProof="0" dirty="0">
                <a:ln>
                  <a:noFill/>
                </a:ln>
                <a:solidFill>
                  <a:srgbClr val="4A3A1C"/>
                </a:solidFill>
                <a:effectLst/>
                <a:uLnTx/>
                <a:uFillTx/>
                <a:latin typeface="Gill Sans Nova Light"/>
                <a:ea typeface="+mn-ea"/>
                <a:cs typeface="+mn-cs"/>
              </a:rPr>
              <a:t>Why is the site significant?</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0" i="0" u="none" strike="noStrike" kern="1200" cap="none" spc="0" normalizeH="0" baseline="0" noProof="0" dirty="0">
                <a:ln>
                  <a:noFill/>
                </a:ln>
                <a:solidFill>
                  <a:srgbClr val="4A3A1C"/>
                </a:solidFill>
                <a:effectLst/>
                <a:uLnTx/>
                <a:uFillTx/>
                <a:latin typeface="Gill Sans Nova Light"/>
                <a:ea typeface="+mn-ea"/>
                <a:cs typeface="+mn-cs"/>
              </a:rPr>
              <a:t>The city is inscribed as an inhabited historic city. It is an example of the exchange of human values for over two thousand years due to its role as capital city of a world famous wine production region and the importance of its port in commerce at regional and international regions.</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1" i="0" u="none" strike="noStrike" kern="1200" cap="none" spc="0" normalizeH="0" baseline="0" noProof="0" dirty="0">
                <a:ln>
                  <a:noFill/>
                </a:ln>
                <a:solidFill>
                  <a:srgbClr val="4A3A1C"/>
                </a:solidFill>
                <a:effectLst/>
                <a:uLnTx/>
                <a:uFillTx/>
                <a:latin typeface="Gill Sans Nova Light"/>
                <a:ea typeface="+mn-ea"/>
                <a:cs typeface="+mn-cs"/>
              </a:rPr>
              <a:t>Are there any threats to the site? </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0" i="0" u="none" strike="noStrike" kern="1200" cap="none" spc="0" normalizeH="0" baseline="0" noProof="0" dirty="0">
                <a:ln>
                  <a:noFill/>
                </a:ln>
                <a:solidFill>
                  <a:srgbClr val="4A3A1C"/>
                </a:solidFill>
                <a:effectLst/>
                <a:uLnTx/>
                <a:uFillTx/>
                <a:latin typeface="Gill Sans Nova Light"/>
                <a:ea typeface="+mn-ea"/>
                <a:cs typeface="+mn-cs"/>
              </a:rPr>
              <a:t>There are no current known threats to the site.</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1" i="0" u="none" strike="noStrike" kern="1200" cap="none" spc="0" normalizeH="0" baseline="0" noProof="0" dirty="0">
                <a:ln>
                  <a:noFill/>
                </a:ln>
                <a:solidFill>
                  <a:srgbClr val="4A3A1C"/>
                </a:solidFill>
                <a:effectLst/>
                <a:uLnTx/>
                <a:uFillTx/>
                <a:latin typeface="Gill Sans Nova Light"/>
                <a:ea typeface="+mn-ea"/>
                <a:cs typeface="+mn-cs"/>
              </a:rPr>
              <a:t>How is the site being protected?</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r>
              <a:rPr kumimoji="0" lang="en-AU" sz="1600" b="0" i="0" u="none" strike="noStrike" kern="1200" cap="none" spc="0" normalizeH="0" baseline="0" noProof="0" dirty="0">
                <a:ln>
                  <a:noFill/>
                </a:ln>
                <a:solidFill>
                  <a:srgbClr val="4A3A1C"/>
                </a:solidFill>
                <a:effectLst/>
                <a:uLnTx/>
                <a:uFillTx/>
                <a:latin typeface="Gill Sans Nova Light"/>
                <a:ea typeface="+mn-ea"/>
                <a:cs typeface="+mn-cs"/>
              </a:rPr>
              <a:t>The historic town is being protected by the “Plan de sauvegarde et de mise valeur” (PSMV). A buffer zone has been established. Several plans ensure the conservation and management of the property, taking into account of historic preservation and heritage character. </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800" b="0" i="0" u="none" strike="noStrike" kern="1200" cap="none" spc="0" normalizeH="0" baseline="0" noProof="0" dirty="0">
              <a:ln>
                <a:noFill/>
              </a:ln>
              <a:solidFill>
                <a:srgbClr val="4A3A1C"/>
              </a:solidFill>
              <a:effectLst/>
              <a:uLnTx/>
              <a:uFillTx/>
              <a:latin typeface="Gill Sans Nova Light"/>
              <a:ea typeface="+mn-ea"/>
              <a:cs typeface="+mn-cs"/>
            </a:endParaRPr>
          </a:p>
        </p:txBody>
      </p:sp>
    </p:spTree>
    <p:extLst>
      <p:ext uri="{BB962C8B-B14F-4D97-AF65-F5344CB8AC3E}">
        <p14:creationId xmlns:p14="http://schemas.microsoft.com/office/powerpoint/2010/main" val="39390293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074" name="Picture 2" descr="Bordeaux Port de la lune | Bordeaux, Port of the Moon The Po… | Flickr">
            <a:extLst>
              <a:ext uri="{FF2B5EF4-FFF2-40B4-BE49-F238E27FC236}">
                <a16:creationId xmlns:a16="http://schemas.microsoft.com/office/drawing/2014/main" id="{45DD9BAB-2D7E-47D3-9BD9-5026EAF649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53" r="1" b="7900"/>
          <a:stretch/>
        </p:blipFill>
        <p:spPr bwMode="auto">
          <a:xfrm>
            <a:off x="196850" y="173518"/>
            <a:ext cx="11798300" cy="651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8625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Freeform 16">
            <a:extLst>
              <a:ext uri="{FF2B5EF4-FFF2-40B4-BE49-F238E27FC236}">
                <a16:creationId xmlns:a16="http://schemas.microsoft.com/office/drawing/2014/main" id="{A10C41F2-1746-4431-9B52-B9F147A89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13" name="Rectangle 12">
            <a:extLst>
              <a:ext uri="{FF2B5EF4-FFF2-40B4-BE49-F238E27FC236}">
                <a16:creationId xmlns:a16="http://schemas.microsoft.com/office/drawing/2014/main" id="{7984928E-D694-4849-BBAD-D7C7DC405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4020" y="643461"/>
            <a:ext cx="7654513" cy="5571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CA49196C-7C47-4B2C-888A-E75C50E3F41E}"/>
              </a:ext>
            </a:extLst>
          </p:cNvPr>
          <p:cNvSpPr>
            <a:spLocks noGrp="1"/>
          </p:cNvSpPr>
          <p:nvPr>
            <p:ph type="ctrTitle"/>
          </p:nvPr>
        </p:nvSpPr>
        <p:spPr>
          <a:xfrm>
            <a:off x="4219803" y="4735775"/>
            <a:ext cx="7006998" cy="1245732"/>
          </a:xfrm>
        </p:spPr>
        <p:txBody>
          <a:bodyPr vert="horz" lIns="91440" tIns="45720" rIns="91440" bIns="45720" rtlCol="0" anchor="t">
            <a:normAutofit/>
          </a:bodyPr>
          <a:lstStyle/>
          <a:p>
            <a:pPr algn="l"/>
            <a:r>
              <a:rPr lang="en-US" spc="100">
                <a:solidFill>
                  <a:srgbClr val="FFFFFF"/>
                </a:solidFill>
              </a:rPr>
              <a:t>World heritage sites </a:t>
            </a:r>
          </a:p>
        </p:txBody>
      </p:sp>
      <p:sp>
        <p:nvSpPr>
          <p:cNvPr id="15" name="Freeform 18">
            <a:extLst>
              <a:ext uri="{FF2B5EF4-FFF2-40B4-BE49-F238E27FC236}">
                <a16:creationId xmlns:a16="http://schemas.microsoft.com/office/drawing/2014/main" id="{A24A153C-9BEC-46E7-9AA4-DFC65A2B1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69400" y="1910808"/>
            <a:ext cx="5571069" cy="3036377"/>
          </a:xfrm>
          <a:custGeom>
            <a:avLst/>
            <a:gdLst>
              <a:gd name="connsiteX0" fmla="*/ 5215514 w 5851096"/>
              <a:gd name="connsiteY0" fmla="*/ 659222 h 3089525"/>
              <a:gd name="connsiteX1" fmla="*/ 5783878 w 5851096"/>
              <a:gd name="connsiteY1" fmla="*/ 1223782 h 3089525"/>
              <a:gd name="connsiteX2" fmla="*/ 5215514 w 5851096"/>
              <a:gd name="connsiteY2" fmla="*/ 659222 h 3089525"/>
              <a:gd name="connsiteX3" fmla="*/ 5215514 w 5851096"/>
              <a:gd name="connsiteY3" fmla="*/ 2417442 h 3089525"/>
              <a:gd name="connsiteX4" fmla="*/ 5783878 w 5851096"/>
              <a:gd name="connsiteY4" fmla="*/ 2982001 h 3089525"/>
              <a:gd name="connsiteX5" fmla="*/ 5215514 w 5851096"/>
              <a:gd name="connsiteY5" fmla="*/ 2417442 h 3089525"/>
              <a:gd name="connsiteX6" fmla="*/ 5215512 w 5851096"/>
              <a:gd name="connsiteY6" fmla="*/ 2107862 h 3089525"/>
              <a:gd name="connsiteX7" fmla="*/ 5783876 w 5851096"/>
              <a:gd name="connsiteY7" fmla="*/ 1547735 h 3089525"/>
              <a:gd name="connsiteX8" fmla="*/ 5215512 w 5851096"/>
              <a:gd name="connsiteY8" fmla="*/ 2107862 h 3089525"/>
              <a:gd name="connsiteX9" fmla="*/ 5065535 w 5851096"/>
              <a:gd name="connsiteY9" fmla="*/ 521483 h 3089525"/>
              <a:gd name="connsiteX10" fmla="*/ 5066157 w 5851096"/>
              <a:gd name="connsiteY10" fmla="*/ 509629 h 3089525"/>
              <a:gd name="connsiteX11" fmla="*/ 5066678 w 5851096"/>
              <a:gd name="connsiteY11" fmla="*/ 509663 h 3089525"/>
              <a:gd name="connsiteX12" fmla="*/ 5066705 w 5851096"/>
              <a:gd name="connsiteY12" fmla="*/ 509151 h 3089525"/>
              <a:gd name="connsiteX13" fmla="*/ 5084580 w 5851096"/>
              <a:gd name="connsiteY13" fmla="*/ 510833 h 3089525"/>
              <a:gd name="connsiteX14" fmla="*/ 5184444 w 5851096"/>
              <a:gd name="connsiteY14" fmla="*/ 520226 h 3089525"/>
              <a:gd name="connsiteX15" fmla="*/ 5201405 w 5851096"/>
              <a:gd name="connsiteY15" fmla="*/ 521820 h 3089525"/>
              <a:gd name="connsiteX16" fmla="*/ 5201527 w 5851096"/>
              <a:gd name="connsiteY16" fmla="*/ 523010 h 3089525"/>
              <a:gd name="connsiteX17" fmla="*/ 5841311 w 5851096"/>
              <a:gd name="connsiteY17" fmla="*/ 983324 h 3089525"/>
              <a:gd name="connsiteX18" fmla="*/ 5851096 w 5851096"/>
              <a:gd name="connsiteY18" fmla="*/ 1006985 h 3089525"/>
              <a:gd name="connsiteX19" fmla="*/ 5851096 w 5851096"/>
              <a:gd name="connsiteY19" fmla="*/ 1366179 h 3089525"/>
              <a:gd name="connsiteX20" fmla="*/ 5814952 w 5851096"/>
              <a:gd name="connsiteY20" fmla="*/ 1362779 h 3089525"/>
              <a:gd name="connsiteX21" fmla="*/ 5797987 w 5851096"/>
              <a:gd name="connsiteY21" fmla="*/ 1361184 h 3089525"/>
              <a:gd name="connsiteX22" fmla="*/ 5797866 w 5851096"/>
              <a:gd name="connsiteY22" fmla="*/ 1359994 h 3089525"/>
              <a:gd name="connsiteX23" fmla="*/ 5075873 w 5851096"/>
              <a:gd name="connsiteY23" fmla="*/ 641878 h 3089525"/>
              <a:gd name="connsiteX24" fmla="*/ 5075344 w 5851096"/>
              <a:gd name="connsiteY24" fmla="*/ 641812 h 3089525"/>
              <a:gd name="connsiteX25" fmla="*/ 5074781 w 5851096"/>
              <a:gd name="connsiteY25" fmla="*/ 634895 h 3089525"/>
              <a:gd name="connsiteX26" fmla="*/ 5066970 w 5851096"/>
              <a:gd name="connsiteY26" fmla="*/ 539073 h 3089525"/>
              <a:gd name="connsiteX27" fmla="*/ 5065535 w 5851096"/>
              <a:gd name="connsiteY27" fmla="*/ 521483 h 3089525"/>
              <a:gd name="connsiteX28" fmla="*/ 5065535 w 5851096"/>
              <a:gd name="connsiteY28" fmla="*/ 2279702 h 3089525"/>
              <a:gd name="connsiteX29" fmla="*/ 5066157 w 5851096"/>
              <a:gd name="connsiteY29" fmla="*/ 2267848 h 3089525"/>
              <a:gd name="connsiteX30" fmla="*/ 5066678 w 5851096"/>
              <a:gd name="connsiteY30" fmla="*/ 2267882 h 3089525"/>
              <a:gd name="connsiteX31" fmla="*/ 5066705 w 5851096"/>
              <a:gd name="connsiteY31" fmla="*/ 2267371 h 3089525"/>
              <a:gd name="connsiteX32" fmla="*/ 5084580 w 5851096"/>
              <a:gd name="connsiteY32" fmla="*/ 2269052 h 3089525"/>
              <a:gd name="connsiteX33" fmla="*/ 5184444 w 5851096"/>
              <a:gd name="connsiteY33" fmla="*/ 2278445 h 3089525"/>
              <a:gd name="connsiteX34" fmla="*/ 5201405 w 5851096"/>
              <a:gd name="connsiteY34" fmla="*/ 2280040 h 3089525"/>
              <a:gd name="connsiteX35" fmla="*/ 5201527 w 5851096"/>
              <a:gd name="connsiteY35" fmla="*/ 2281230 h 3089525"/>
              <a:gd name="connsiteX36" fmla="*/ 5841311 w 5851096"/>
              <a:gd name="connsiteY36" fmla="*/ 2741544 h 3089525"/>
              <a:gd name="connsiteX37" fmla="*/ 5851096 w 5851096"/>
              <a:gd name="connsiteY37" fmla="*/ 2765204 h 3089525"/>
              <a:gd name="connsiteX38" fmla="*/ 5851096 w 5851096"/>
              <a:gd name="connsiteY38" fmla="*/ 3089525 h 3089525"/>
              <a:gd name="connsiteX39" fmla="*/ 5680952 w 5851096"/>
              <a:gd name="connsiteY39" fmla="*/ 3089525 h 3089525"/>
              <a:gd name="connsiteX40" fmla="*/ 5661219 w 5851096"/>
              <a:gd name="connsiteY40" fmla="*/ 3084683 h 3089525"/>
              <a:gd name="connsiteX41" fmla="*/ 5075873 w 5851096"/>
              <a:gd name="connsiteY41" fmla="*/ 2400097 h 3089525"/>
              <a:gd name="connsiteX42" fmla="*/ 5075344 w 5851096"/>
              <a:gd name="connsiteY42" fmla="*/ 2400032 h 3089525"/>
              <a:gd name="connsiteX43" fmla="*/ 5074781 w 5851096"/>
              <a:gd name="connsiteY43" fmla="*/ 2393114 h 3089525"/>
              <a:gd name="connsiteX44" fmla="*/ 5066970 w 5851096"/>
              <a:gd name="connsiteY44" fmla="*/ 2297292 h 3089525"/>
              <a:gd name="connsiteX45" fmla="*/ 5065535 w 5851096"/>
              <a:gd name="connsiteY45" fmla="*/ 2279702 h 3089525"/>
              <a:gd name="connsiteX46" fmla="*/ 5065533 w 5851096"/>
              <a:gd name="connsiteY46" fmla="*/ 486299 h 3089525"/>
              <a:gd name="connsiteX47" fmla="*/ 5066968 w 5851096"/>
              <a:gd name="connsiteY47" fmla="*/ 468842 h 3089525"/>
              <a:gd name="connsiteX48" fmla="*/ 5074776 w 5851096"/>
              <a:gd name="connsiteY48" fmla="*/ 373792 h 3089525"/>
              <a:gd name="connsiteX49" fmla="*/ 5075341 w 5851096"/>
              <a:gd name="connsiteY49" fmla="*/ 366915 h 3089525"/>
              <a:gd name="connsiteX50" fmla="*/ 5075869 w 5851096"/>
              <a:gd name="connsiteY50" fmla="*/ 366850 h 3089525"/>
              <a:gd name="connsiteX51" fmla="*/ 5163966 w 5851096"/>
              <a:gd name="connsiteY51" fmla="*/ 100280 h 3089525"/>
              <a:gd name="connsiteX52" fmla="*/ 5229488 w 5851096"/>
              <a:gd name="connsiteY52" fmla="*/ 0 h 3089525"/>
              <a:gd name="connsiteX53" fmla="*/ 5405629 w 5851096"/>
              <a:gd name="connsiteY53" fmla="*/ 0 h 3089525"/>
              <a:gd name="connsiteX54" fmla="*/ 5334254 w 5851096"/>
              <a:gd name="connsiteY54" fmla="*/ 79433 h 3089525"/>
              <a:gd name="connsiteX55" fmla="*/ 5215512 w 5851096"/>
              <a:gd name="connsiteY55" fmla="*/ 349642 h 3089525"/>
              <a:gd name="connsiteX56" fmla="*/ 5674730 w 5851096"/>
              <a:gd name="connsiteY56" fmla="*/ 45955 h 3089525"/>
              <a:gd name="connsiteX57" fmla="*/ 5697983 w 5851096"/>
              <a:gd name="connsiteY57" fmla="*/ 0 h 3089525"/>
              <a:gd name="connsiteX58" fmla="*/ 5851096 w 5851096"/>
              <a:gd name="connsiteY58" fmla="*/ 0 h 3089525"/>
              <a:gd name="connsiteX59" fmla="*/ 5851096 w 5851096"/>
              <a:gd name="connsiteY59" fmla="*/ 4349 h 3089525"/>
              <a:gd name="connsiteX60" fmla="*/ 5799246 w 5851096"/>
              <a:gd name="connsiteY60" fmla="*/ 99096 h 3089525"/>
              <a:gd name="connsiteX61" fmla="*/ 5201524 w 5851096"/>
              <a:gd name="connsiteY61" fmla="*/ 484784 h 3089525"/>
              <a:gd name="connsiteX62" fmla="*/ 5201403 w 5851096"/>
              <a:gd name="connsiteY62" fmla="*/ 485964 h 3089525"/>
              <a:gd name="connsiteX63" fmla="*/ 5184438 w 5851096"/>
              <a:gd name="connsiteY63" fmla="*/ 487548 h 3089525"/>
              <a:gd name="connsiteX64" fmla="*/ 5084610 w 5851096"/>
              <a:gd name="connsiteY64" fmla="*/ 496864 h 3089525"/>
              <a:gd name="connsiteX65" fmla="*/ 5066703 w 5851096"/>
              <a:gd name="connsiteY65" fmla="*/ 498535 h 3089525"/>
              <a:gd name="connsiteX66" fmla="*/ 5066676 w 5851096"/>
              <a:gd name="connsiteY66" fmla="*/ 498027 h 3089525"/>
              <a:gd name="connsiteX67" fmla="*/ 5066154 w 5851096"/>
              <a:gd name="connsiteY67" fmla="*/ 498061 h 3089525"/>
              <a:gd name="connsiteX68" fmla="*/ 5065533 w 5851096"/>
              <a:gd name="connsiteY68" fmla="*/ 486299 h 3089525"/>
              <a:gd name="connsiteX69" fmla="*/ 5065533 w 5851096"/>
              <a:gd name="connsiteY69" fmla="*/ 2244520 h 3089525"/>
              <a:gd name="connsiteX70" fmla="*/ 5066968 w 5851096"/>
              <a:gd name="connsiteY70" fmla="*/ 2227062 h 3089525"/>
              <a:gd name="connsiteX71" fmla="*/ 5074776 w 5851096"/>
              <a:gd name="connsiteY71" fmla="*/ 2132012 h 3089525"/>
              <a:gd name="connsiteX72" fmla="*/ 5075341 w 5851096"/>
              <a:gd name="connsiteY72" fmla="*/ 2125135 h 3089525"/>
              <a:gd name="connsiteX73" fmla="*/ 5075869 w 5851096"/>
              <a:gd name="connsiteY73" fmla="*/ 2125070 h 3089525"/>
              <a:gd name="connsiteX74" fmla="*/ 5797863 w 5851096"/>
              <a:gd name="connsiteY74" fmla="*/ 1412593 h 3089525"/>
              <a:gd name="connsiteX75" fmla="*/ 5797985 w 5851096"/>
              <a:gd name="connsiteY75" fmla="*/ 1411413 h 3089525"/>
              <a:gd name="connsiteX76" fmla="*/ 5814946 w 5851096"/>
              <a:gd name="connsiteY76" fmla="*/ 1409830 h 3089525"/>
              <a:gd name="connsiteX77" fmla="*/ 5851096 w 5851096"/>
              <a:gd name="connsiteY77" fmla="*/ 1406457 h 3089525"/>
              <a:gd name="connsiteX78" fmla="*/ 5851096 w 5851096"/>
              <a:gd name="connsiteY78" fmla="*/ 1762823 h 3089525"/>
              <a:gd name="connsiteX79" fmla="*/ 5841309 w 5851096"/>
              <a:gd name="connsiteY79" fmla="*/ 1786304 h 3089525"/>
              <a:gd name="connsiteX80" fmla="*/ 5201524 w 5851096"/>
              <a:gd name="connsiteY80" fmla="*/ 2243004 h 3089525"/>
              <a:gd name="connsiteX81" fmla="*/ 5201403 w 5851096"/>
              <a:gd name="connsiteY81" fmla="*/ 2244184 h 3089525"/>
              <a:gd name="connsiteX82" fmla="*/ 5184438 w 5851096"/>
              <a:gd name="connsiteY82" fmla="*/ 2245767 h 3089525"/>
              <a:gd name="connsiteX83" fmla="*/ 5084610 w 5851096"/>
              <a:gd name="connsiteY83" fmla="*/ 2255084 h 3089525"/>
              <a:gd name="connsiteX84" fmla="*/ 5066703 w 5851096"/>
              <a:gd name="connsiteY84" fmla="*/ 2256755 h 3089525"/>
              <a:gd name="connsiteX85" fmla="*/ 5066676 w 5851096"/>
              <a:gd name="connsiteY85" fmla="*/ 2256246 h 3089525"/>
              <a:gd name="connsiteX86" fmla="*/ 5066154 w 5851096"/>
              <a:gd name="connsiteY86" fmla="*/ 2256280 h 3089525"/>
              <a:gd name="connsiteX87" fmla="*/ 5065533 w 5851096"/>
              <a:gd name="connsiteY87" fmla="*/ 2244520 h 3089525"/>
              <a:gd name="connsiteX88" fmla="*/ 4325732 w 5851096"/>
              <a:gd name="connsiteY88" fmla="*/ 1223782 h 3089525"/>
              <a:gd name="connsiteX89" fmla="*/ 4894096 w 5851096"/>
              <a:gd name="connsiteY89" fmla="*/ 659222 h 3089525"/>
              <a:gd name="connsiteX90" fmla="*/ 4325732 w 5851096"/>
              <a:gd name="connsiteY90" fmla="*/ 1223782 h 3089525"/>
              <a:gd name="connsiteX91" fmla="*/ 4325732 w 5851096"/>
              <a:gd name="connsiteY91" fmla="*/ 1547735 h 3089525"/>
              <a:gd name="connsiteX92" fmla="*/ 4894096 w 5851096"/>
              <a:gd name="connsiteY92" fmla="*/ 2107862 h 3089525"/>
              <a:gd name="connsiteX93" fmla="*/ 4325732 w 5851096"/>
              <a:gd name="connsiteY93" fmla="*/ 1547735 h 3089525"/>
              <a:gd name="connsiteX94" fmla="*/ 4325732 w 5851096"/>
              <a:gd name="connsiteY94" fmla="*/ 2982001 h 3089525"/>
              <a:gd name="connsiteX95" fmla="*/ 4894096 w 5851096"/>
              <a:gd name="connsiteY95" fmla="*/ 2417442 h 3089525"/>
              <a:gd name="connsiteX96" fmla="*/ 4325732 w 5851096"/>
              <a:gd name="connsiteY96" fmla="*/ 2982001 h 3089525"/>
              <a:gd name="connsiteX97" fmla="*/ 4256134 w 5851096"/>
              <a:gd name="connsiteY97" fmla="*/ 0 h 3089525"/>
              <a:gd name="connsiteX98" fmla="*/ 4411625 w 5851096"/>
              <a:gd name="connsiteY98" fmla="*/ 0 h 3089525"/>
              <a:gd name="connsiteX99" fmla="*/ 4434878 w 5851096"/>
              <a:gd name="connsiteY99" fmla="*/ 45955 h 3089525"/>
              <a:gd name="connsiteX100" fmla="*/ 4894096 w 5851096"/>
              <a:gd name="connsiteY100" fmla="*/ 349642 h 3089525"/>
              <a:gd name="connsiteX101" fmla="*/ 4775353 w 5851096"/>
              <a:gd name="connsiteY101" fmla="*/ 79433 h 3089525"/>
              <a:gd name="connsiteX102" fmla="*/ 4703980 w 5851096"/>
              <a:gd name="connsiteY102" fmla="*/ 0 h 3089525"/>
              <a:gd name="connsiteX103" fmla="*/ 4880119 w 5851096"/>
              <a:gd name="connsiteY103" fmla="*/ 0 h 3089525"/>
              <a:gd name="connsiteX104" fmla="*/ 4945641 w 5851096"/>
              <a:gd name="connsiteY104" fmla="*/ 100280 h 3089525"/>
              <a:gd name="connsiteX105" fmla="*/ 5033738 w 5851096"/>
              <a:gd name="connsiteY105" fmla="*/ 366850 h 3089525"/>
              <a:gd name="connsiteX106" fmla="*/ 5034267 w 5851096"/>
              <a:gd name="connsiteY106" fmla="*/ 366915 h 3089525"/>
              <a:gd name="connsiteX107" fmla="*/ 5034832 w 5851096"/>
              <a:gd name="connsiteY107" fmla="*/ 373792 h 3089525"/>
              <a:gd name="connsiteX108" fmla="*/ 5042640 w 5851096"/>
              <a:gd name="connsiteY108" fmla="*/ 468842 h 3089525"/>
              <a:gd name="connsiteX109" fmla="*/ 5044074 w 5851096"/>
              <a:gd name="connsiteY109" fmla="*/ 486299 h 3089525"/>
              <a:gd name="connsiteX110" fmla="*/ 5043454 w 5851096"/>
              <a:gd name="connsiteY110" fmla="*/ 498061 h 3089525"/>
              <a:gd name="connsiteX111" fmla="*/ 5042932 w 5851096"/>
              <a:gd name="connsiteY111" fmla="*/ 498027 h 3089525"/>
              <a:gd name="connsiteX112" fmla="*/ 5042905 w 5851096"/>
              <a:gd name="connsiteY112" fmla="*/ 498535 h 3089525"/>
              <a:gd name="connsiteX113" fmla="*/ 5024997 w 5851096"/>
              <a:gd name="connsiteY113" fmla="*/ 496864 h 3089525"/>
              <a:gd name="connsiteX114" fmla="*/ 4925170 w 5851096"/>
              <a:gd name="connsiteY114" fmla="*/ 487548 h 3089525"/>
              <a:gd name="connsiteX115" fmla="*/ 4908205 w 5851096"/>
              <a:gd name="connsiteY115" fmla="*/ 485964 h 3089525"/>
              <a:gd name="connsiteX116" fmla="*/ 4908084 w 5851096"/>
              <a:gd name="connsiteY116" fmla="*/ 484784 h 3089525"/>
              <a:gd name="connsiteX117" fmla="*/ 4310363 w 5851096"/>
              <a:gd name="connsiteY117" fmla="*/ 99096 h 3089525"/>
              <a:gd name="connsiteX118" fmla="*/ 4178216 w 5851096"/>
              <a:gd name="connsiteY118" fmla="*/ 3089525 h 3089525"/>
              <a:gd name="connsiteX119" fmla="*/ 4184996 w 5851096"/>
              <a:gd name="connsiteY119" fmla="*/ 3006343 h 3089525"/>
              <a:gd name="connsiteX120" fmla="*/ 4185561 w 5851096"/>
              <a:gd name="connsiteY120" fmla="*/ 2999411 h 3089525"/>
              <a:gd name="connsiteX121" fmla="*/ 4186090 w 5851096"/>
              <a:gd name="connsiteY121" fmla="*/ 2999346 h 3089525"/>
              <a:gd name="connsiteX122" fmla="*/ 4908083 w 5851096"/>
              <a:gd name="connsiteY122" fmla="*/ 2281230 h 3089525"/>
              <a:gd name="connsiteX123" fmla="*/ 4908205 w 5851096"/>
              <a:gd name="connsiteY123" fmla="*/ 2280040 h 3089525"/>
              <a:gd name="connsiteX124" fmla="*/ 4925166 w 5851096"/>
              <a:gd name="connsiteY124" fmla="*/ 2278445 h 3089525"/>
              <a:gd name="connsiteX125" fmla="*/ 5025030 w 5851096"/>
              <a:gd name="connsiteY125" fmla="*/ 2269052 h 3089525"/>
              <a:gd name="connsiteX126" fmla="*/ 5042905 w 5851096"/>
              <a:gd name="connsiteY126" fmla="*/ 2267371 h 3089525"/>
              <a:gd name="connsiteX127" fmla="*/ 5042932 w 5851096"/>
              <a:gd name="connsiteY127" fmla="*/ 2267882 h 3089525"/>
              <a:gd name="connsiteX128" fmla="*/ 5043453 w 5851096"/>
              <a:gd name="connsiteY128" fmla="*/ 2267848 h 3089525"/>
              <a:gd name="connsiteX129" fmla="*/ 5044074 w 5851096"/>
              <a:gd name="connsiteY129" fmla="*/ 2279702 h 3089525"/>
              <a:gd name="connsiteX130" fmla="*/ 5042640 w 5851096"/>
              <a:gd name="connsiteY130" fmla="*/ 2297292 h 3089525"/>
              <a:gd name="connsiteX131" fmla="*/ 5034829 w 5851096"/>
              <a:gd name="connsiteY131" fmla="*/ 2393114 h 3089525"/>
              <a:gd name="connsiteX132" fmla="*/ 5034266 w 5851096"/>
              <a:gd name="connsiteY132" fmla="*/ 2400032 h 3089525"/>
              <a:gd name="connsiteX133" fmla="*/ 5033737 w 5851096"/>
              <a:gd name="connsiteY133" fmla="*/ 2400097 h 3089525"/>
              <a:gd name="connsiteX134" fmla="*/ 4448391 w 5851096"/>
              <a:gd name="connsiteY134" fmla="*/ 3084683 h 3089525"/>
              <a:gd name="connsiteX135" fmla="*/ 4428658 w 5851096"/>
              <a:gd name="connsiteY135" fmla="*/ 3089525 h 3089525"/>
              <a:gd name="connsiteX136" fmla="*/ 4175753 w 5851096"/>
              <a:gd name="connsiteY136" fmla="*/ 1361522 h 3089525"/>
              <a:gd name="connsiteX137" fmla="*/ 4177187 w 5851096"/>
              <a:gd name="connsiteY137" fmla="*/ 1343926 h 3089525"/>
              <a:gd name="connsiteX138" fmla="*/ 4184996 w 5851096"/>
              <a:gd name="connsiteY138" fmla="*/ 1248124 h 3089525"/>
              <a:gd name="connsiteX139" fmla="*/ 4185561 w 5851096"/>
              <a:gd name="connsiteY139" fmla="*/ 1241192 h 3089525"/>
              <a:gd name="connsiteX140" fmla="*/ 4186090 w 5851096"/>
              <a:gd name="connsiteY140" fmla="*/ 1241127 h 3089525"/>
              <a:gd name="connsiteX141" fmla="*/ 4908083 w 5851096"/>
              <a:gd name="connsiteY141" fmla="*/ 523010 h 3089525"/>
              <a:gd name="connsiteX142" fmla="*/ 4908205 w 5851096"/>
              <a:gd name="connsiteY142" fmla="*/ 521820 h 3089525"/>
              <a:gd name="connsiteX143" fmla="*/ 4925166 w 5851096"/>
              <a:gd name="connsiteY143" fmla="*/ 520226 h 3089525"/>
              <a:gd name="connsiteX144" fmla="*/ 5025030 w 5851096"/>
              <a:gd name="connsiteY144" fmla="*/ 510833 h 3089525"/>
              <a:gd name="connsiteX145" fmla="*/ 5042905 w 5851096"/>
              <a:gd name="connsiteY145" fmla="*/ 509151 h 3089525"/>
              <a:gd name="connsiteX146" fmla="*/ 5042932 w 5851096"/>
              <a:gd name="connsiteY146" fmla="*/ 509663 h 3089525"/>
              <a:gd name="connsiteX147" fmla="*/ 5043453 w 5851096"/>
              <a:gd name="connsiteY147" fmla="*/ 509629 h 3089525"/>
              <a:gd name="connsiteX148" fmla="*/ 5044074 w 5851096"/>
              <a:gd name="connsiteY148" fmla="*/ 521483 h 3089525"/>
              <a:gd name="connsiteX149" fmla="*/ 5042640 w 5851096"/>
              <a:gd name="connsiteY149" fmla="*/ 539073 h 3089525"/>
              <a:gd name="connsiteX150" fmla="*/ 5034829 w 5851096"/>
              <a:gd name="connsiteY150" fmla="*/ 634895 h 3089525"/>
              <a:gd name="connsiteX151" fmla="*/ 5034266 w 5851096"/>
              <a:gd name="connsiteY151" fmla="*/ 641812 h 3089525"/>
              <a:gd name="connsiteX152" fmla="*/ 5033737 w 5851096"/>
              <a:gd name="connsiteY152" fmla="*/ 641878 h 3089525"/>
              <a:gd name="connsiteX153" fmla="*/ 4311744 w 5851096"/>
              <a:gd name="connsiteY153" fmla="*/ 1359994 h 3089525"/>
              <a:gd name="connsiteX154" fmla="*/ 4311623 w 5851096"/>
              <a:gd name="connsiteY154" fmla="*/ 1361184 h 3089525"/>
              <a:gd name="connsiteX155" fmla="*/ 4294658 w 5851096"/>
              <a:gd name="connsiteY155" fmla="*/ 1362780 h 3089525"/>
              <a:gd name="connsiteX156" fmla="*/ 4194831 w 5851096"/>
              <a:gd name="connsiteY156" fmla="*/ 1372169 h 3089525"/>
              <a:gd name="connsiteX157" fmla="*/ 4176923 w 5851096"/>
              <a:gd name="connsiteY157" fmla="*/ 1373854 h 3089525"/>
              <a:gd name="connsiteX158" fmla="*/ 4176896 w 5851096"/>
              <a:gd name="connsiteY158" fmla="*/ 1373341 h 3089525"/>
              <a:gd name="connsiteX159" fmla="*/ 4176374 w 5851096"/>
              <a:gd name="connsiteY159" fmla="*/ 1373376 h 3089525"/>
              <a:gd name="connsiteX160" fmla="*/ 4175753 w 5851096"/>
              <a:gd name="connsiteY160" fmla="*/ 1361522 h 3089525"/>
              <a:gd name="connsiteX161" fmla="*/ 4175753 w 5851096"/>
              <a:gd name="connsiteY161" fmla="*/ 1411078 h 3089525"/>
              <a:gd name="connsiteX162" fmla="*/ 4176375 w 5851096"/>
              <a:gd name="connsiteY162" fmla="*/ 1399317 h 3089525"/>
              <a:gd name="connsiteX163" fmla="*/ 4176896 w 5851096"/>
              <a:gd name="connsiteY163" fmla="*/ 1399351 h 3089525"/>
              <a:gd name="connsiteX164" fmla="*/ 4176923 w 5851096"/>
              <a:gd name="connsiteY164" fmla="*/ 1398843 h 3089525"/>
              <a:gd name="connsiteX165" fmla="*/ 4194799 w 5851096"/>
              <a:gd name="connsiteY165" fmla="*/ 1400511 h 3089525"/>
              <a:gd name="connsiteX166" fmla="*/ 4294662 w 5851096"/>
              <a:gd name="connsiteY166" fmla="*/ 1409831 h 3089525"/>
              <a:gd name="connsiteX167" fmla="*/ 4311623 w 5851096"/>
              <a:gd name="connsiteY167" fmla="*/ 1411413 h 3089525"/>
              <a:gd name="connsiteX168" fmla="*/ 4311745 w 5851096"/>
              <a:gd name="connsiteY168" fmla="*/ 1412593 h 3089525"/>
              <a:gd name="connsiteX169" fmla="*/ 5033738 w 5851096"/>
              <a:gd name="connsiteY169" fmla="*/ 2125070 h 3089525"/>
              <a:gd name="connsiteX170" fmla="*/ 5034267 w 5851096"/>
              <a:gd name="connsiteY170" fmla="*/ 2125135 h 3089525"/>
              <a:gd name="connsiteX171" fmla="*/ 5034832 w 5851096"/>
              <a:gd name="connsiteY171" fmla="*/ 2132012 h 3089525"/>
              <a:gd name="connsiteX172" fmla="*/ 5042640 w 5851096"/>
              <a:gd name="connsiteY172" fmla="*/ 2227062 h 3089525"/>
              <a:gd name="connsiteX173" fmla="*/ 5044074 w 5851096"/>
              <a:gd name="connsiteY173" fmla="*/ 2244520 h 3089525"/>
              <a:gd name="connsiteX174" fmla="*/ 5043454 w 5851096"/>
              <a:gd name="connsiteY174" fmla="*/ 2256280 h 3089525"/>
              <a:gd name="connsiteX175" fmla="*/ 5042932 w 5851096"/>
              <a:gd name="connsiteY175" fmla="*/ 2256246 h 3089525"/>
              <a:gd name="connsiteX176" fmla="*/ 5042905 w 5851096"/>
              <a:gd name="connsiteY176" fmla="*/ 2256755 h 3089525"/>
              <a:gd name="connsiteX177" fmla="*/ 5024997 w 5851096"/>
              <a:gd name="connsiteY177" fmla="*/ 2255084 h 3089525"/>
              <a:gd name="connsiteX178" fmla="*/ 4925170 w 5851096"/>
              <a:gd name="connsiteY178" fmla="*/ 2245767 h 3089525"/>
              <a:gd name="connsiteX179" fmla="*/ 4908205 w 5851096"/>
              <a:gd name="connsiteY179" fmla="*/ 2244184 h 3089525"/>
              <a:gd name="connsiteX180" fmla="*/ 4908084 w 5851096"/>
              <a:gd name="connsiteY180" fmla="*/ 2243004 h 3089525"/>
              <a:gd name="connsiteX181" fmla="*/ 4186091 w 5851096"/>
              <a:gd name="connsiteY181" fmla="*/ 1530527 h 3089525"/>
              <a:gd name="connsiteX182" fmla="*/ 4185562 w 5851096"/>
              <a:gd name="connsiteY182" fmla="*/ 1530463 h 3089525"/>
              <a:gd name="connsiteX183" fmla="*/ 4184999 w 5851096"/>
              <a:gd name="connsiteY183" fmla="*/ 1523599 h 3089525"/>
              <a:gd name="connsiteX184" fmla="*/ 4177187 w 5851096"/>
              <a:gd name="connsiteY184" fmla="*/ 1428529 h 3089525"/>
              <a:gd name="connsiteX185" fmla="*/ 4175753 w 5851096"/>
              <a:gd name="connsiteY185" fmla="*/ 1411078 h 3089525"/>
              <a:gd name="connsiteX186" fmla="*/ 3445328 w 5851096"/>
              <a:gd name="connsiteY186" fmla="*/ 659222 h 3089525"/>
              <a:gd name="connsiteX187" fmla="*/ 4013692 w 5851096"/>
              <a:gd name="connsiteY187" fmla="*/ 1223782 h 3089525"/>
              <a:gd name="connsiteX188" fmla="*/ 3445328 w 5851096"/>
              <a:gd name="connsiteY188" fmla="*/ 659222 h 3089525"/>
              <a:gd name="connsiteX189" fmla="*/ 3445328 w 5851096"/>
              <a:gd name="connsiteY189" fmla="*/ 2417442 h 3089525"/>
              <a:gd name="connsiteX190" fmla="*/ 4013692 w 5851096"/>
              <a:gd name="connsiteY190" fmla="*/ 2982001 h 3089525"/>
              <a:gd name="connsiteX191" fmla="*/ 3445328 w 5851096"/>
              <a:gd name="connsiteY191" fmla="*/ 2417442 h 3089525"/>
              <a:gd name="connsiteX192" fmla="*/ 3445326 w 5851096"/>
              <a:gd name="connsiteY192" fmla="*/ 2107862 h 3089525"/>
              <a:gd name="connsiteX193" fmla="*/ 4013690 w 5851096"/>
              <a:gd name="connsiteY193" fmla="*/ 1547735 h 3089525"/>
              <a:gd name="connsiteX194" fmla="*/ 3445326 w 5851096"/>
              <a:gd name="connsiteY194" fmla="*/ 2107862 h 3089525"/>
              <a:gd name="connsiteX195" fmla="*/ 3295350 w 5851096"/>
              <a:gd name="connsiteY195" fmla="*/ 521483 h 3089525"/>
              <a:gd name="connsiteX196" fmla="*/ 3295971 w 5851096"/>
              <a:gd name="connsiteY196" fmla="*/ 509629 h 3089525"/>
              <a:gd name="connsiteX197" fmla="*/ 3296492 w 5851096"/>
              <a:gd name="connsiteY197" fmla="*/ 509663 h 3089525"/>
              <a:gd name="connsiteX198" fmla="*/ 3296519 w 5851096"/>
              <a:gd name="connsiteY198" fmla="*/ 509151 h 3089525"/>
              <a:gd name="connsiteX199" fmla="*/ 3314395 w 5851096"/>
              <a:gd name="connsiteY199" fmla="*/ 510833 h 3089525"/>
              <a:gd name="connsiteX200" fmla="*/ 3414258 w 5851096"/>
              <a:gd name="connsiteY200" fmla="*/ 520226 h 3089525"/>
              <a:gd name="connsiteX201" fmla="*/ 3431219 w 5851096"/>
              <a:gd name="connsiteY201" fmla="*/ 521820 h 3089525"/>
              <a:gd name="connsiteX202" fmla="*/ 3431341 w 5851096"/>
              <a:gd name="connsiteY202" fmla="*/ 523010 h 3089525"/>
              <a:gd name="connsiteX203" fmla="*/ 4153335 w 5851096"/>
              <a:gd name="connsiteY203" fmla="*/ 1241127 h 3089525"/>
              <a:gd name="connsiteX204" fmla="*/ 4153863 w 5851096"/>
              <a:gd name="connsiteY204" fmla="*/ 1241192 h 3089525"/>
              <a:gd name="connsiteX205" fmla="*/ 4154429 w 5851096"/>
              <a:gd name="connsiteY205" fmla="*/ 1248124 h 3089525"/>
              <a:gd name="connsiteX206" fmla="*/ 4162237 w 5851096"/>
              <a:gd name="connsiteY206" fmla="*/ 1343926 h 3089525"/>
              <a:gd name="connsiteX207" fmla="*/ 4163671 w 5851096"/>
              <a:gd name="connsiteY207" fmla="*/ 1361522 h 3089525"/>
              <a:gd name="connsiteX208" fmla="*/ 4163050 w 5851096"/>
              <a:gd name="connsiteY208" fmla="*/ 1373376 h 3089525"/>
              <a:gd name="connsiteX209" fmla="*/ 4162528 w 5851096"/>
              <a:gd name="connsiteY209" fmla="*/ 1373341 h 3089525"/>
              <a:gd name="connsiteX210" fmla="*/ 4162501 w 5851096"/>
              <a:gd name="connsiteY210" fmla="*/ 1373854 h 3089525"/>
              <a:gd name="connsiteX211" fmla="*/ 4144594 w 5851096"/>
              <a:gd name="connsiteY211" fmla="*/ 1372169 h 3089525"/>
              <a:gd name="connsiteX212" fmla="*/ 4044766 w 5851096"/>
              <a:gd name="connsiteY212" fmla="*/ 1362780 h 3089525"/>
              <a:gd name="connsiteX213" fmla="*/ 4027802 w 5851096"/>
              <a:gd name="connsiteY213" fmla="*/ 1361184 h 3089525"/>
              <a:gd name="connsiteX214" fmla="*/ 4027681 w 5851096"/>
              <a:gd name="connsiteY214" fmla="*/ 1359994 h 3089525"/>
              <a:gd name="connsiteX215" fmla="*/ 3305687 w 5851096"/>
              <a:gd name="connsiteY215" fmla="*/ 641878 h 3089525"/>
              <a:gd name="connsiteX216" fmla="*/ 3305158 w 5851096"/>
              <a:gd name="connsiteY216" fmla="*/ 641812 h 3089525"/>
              <a:gd name="connsiteX217" fmla="*/ 3304595 w 5851096"/>
              <a:gd name="connsiteY217" fmla="*/ 634895 h 3089525"/>
              <a:gd name="connsiteX218" fmla="*/ 3296784 w 5851096"/>
              <a:gd name="connsiteY218" fmla="*/ 539073 h 3089525"/>
              <a:gd name="connsiteX219" fmla="*/ 3295350 w 5851096"/>
              <a:gd name="connsiteY219" fmla="*/ 521483 h 3089525"/>
              <a:gd name="connsiteX220" fmla="*/ 3295350 w 5851096"/>
              <a:gd name="connsiteY220" fmla="*/ 2279702 h 3089525"/>
              <a:gd name="connsiteX221" fmla="*/ 3295971 w 5851096"/>
              <a:gd name="connsiteY221" fmla="*/ 2267848 h 3089525"/>
              <a:gd name="connsiteX222" fmla="*/ 3296492 w 5851096"/>
              <a:gd name="connsiteY222" fmla="*/ 2267882 h 3089525"/>
              <a:gd name="connsiteX223" fmla="*/ 3296519 w 5851096"/>
              <a:gd name="connsiteY223" fmla="*/ 2267371 h 3089525"/>
              <a:gd name="connsiteX224" fmla="*/ 3314395 w 5851096"/>
              <a:gd name="connsiteY224" fmla="*/ 2269052 h 3089525"/>
              <a:gd name="connsiteX225" fmla="*/ 3414258 w 5851096"/>
              <a:gd name="connsiteY225" fmla="*/ 2278445 h 3089525"/>
              <a:gd name="connsiteX226" fmla="*/ 3431219 w 5851096"/>
              <a:gd name="connsiteY226" fmla="*/ 2280040 h 3089525"/>
              <a:gd name="connsiteX227" fmla="*/ 3431341 w 5851096"/>
              <a:gd name="connsiteY227" fmla="*/ 2281230 h 3089525"/>
              <a:gd name="connsiteX228" fmla="*/ 4153335 w 5851096"/>
              <a:gd name="connsiteY228" fmla="*/ 2999346 h 3089525"/>
              <a:gd name="connsiteX229" fmla="*/ 4153863 w 5851096"/>
              <a:gd name="connsiteY229" fmla="*/ 2999411 h 3089525"/>
              <a:gd name="connsiteX230" fmla="*/ 4154429 w 5851096"/>
              <a:gd name="connsiteY230" fmla="*/ 3006343 h 3089525"/>
              <a:gd name="connsiteX231" fmla="*/ 4161209 w 5851096"/>
              <a:gd name="connsiteY231" fmla="*/ 3089525 h 3089525"/>
              <a:gd name="connsiteX232" fmla="*/ 3910768 w 5851096"/>
              <a:gd name="connsiteY232" fmla="*/ 3089525 h 3089525"/>
              <a:gd name="connsiteX233" fmla="*/ 3891034 w 5851096"/>
              <a:gd name="connsiteY233" fmla="*/ 3084683 h 3089525"/>
              <a:gd name="connsiteX234" fmla="*/ 3305687 w 5851096"/>
              <a:gd name="connsiteY234" fmla="*/ 2400097 h 3089525"/>
              <a:gd name="connsiteX235" fmla="*/ 3305158 w 5851096"/>
              <a:gd name="connsiteY235" fmla="*/ 2400032 h 3089525"/>
              <a:gd name="connsiteX236" fmla="*/ 3304595 w 5851096"/>
              <a:gd name="connsiteY236" fmla="*/ 2393114 h 3089525"/>
              <a:gd name="connsiteX237" fmla="*/ 3296784 w 5851096"/>
              <a:gd name="connsiteY237" fmla="*/ 2297292 h 3089525"/>
              <a:gd name="connsiteX238" fmla="*/ 3295350 w 5851096"/>
              <a:gd name="connsiteY238" fmla="*/ 2279702 h 3089525"/>
              <a:gd name="connsiteX239" fmla="*/ 3295347 w 5851096"/>
              <a:gd name="connsiteY239" fmla="*/ 486299 h 3089525"/>
              <a:gd name="connsiteX240" fmla="*/ 3296782 w 5851096"/>
              <a:gd name="connsiteY240" fmla="*/ 468842 h 3089525"/>
              <a:gd name="connsiteX241" fmla="*/ 3304590 w 5851096"/>
              <a:gd name="connsiteY241" fmla="*/ 373792 h 3089525"/>
              <a:gd name="connsiteX242" fmla="*/ 3305155 w 5851096"/>
              <a:gd name="connsiteY242" fmla="*/ 366915 h 3089525"/>
              <a:gd name="connsiteX243" fmla="*/ 3305684 w 5851096"/>
              <a:gd name="connsiteY243" fmla="*/ 366850 h 3089525"/>
              <a:gd name="connsiteX244" fmla="*/ 3393781 w 5851096"/>
              <a:gd name="connsiteY244" fmla="*/ 100280 h 3089525"/>
              <a:gd name="connsiteX245" fmla="*/ 3459303 w 5851096"/>
              <a:gd name="connsiteY245" fmla="*/ 0 h 3089525"/>
              <a:gd name="connsiteX246" fmla="*/ 3635443 w 5851096"/>
              <a:gd name="connsiteY246" fmla="*/ 0 h 3089525"/>
              <a:gd name="connsiteX247" fmla="*/ 3564068 w 5851096"/>
              <a:gd name="connsiteY247" fmla="*/ 79433 h 3089525"/>
              <a:gd name="connsiteX248" fmla="*/ 3445326 w 5851096"/>
              <a:gd name="connsiteY248" fmla="*/ 349642 h 3089525"/>
              <a:gd name="connsiteX249" fmla="*/ 3904544 w 5851096"/>
              <a:gd name="connsiteY249" fmla="*/ 45955 h 3089525"/>
              <a:gd name="connsiteX250" fmla="*/ 3927798 w 5851096"/>
              <a:gd name="connsiteY250" fmla="*/ 0 h 3089525"/>
              <a:gd name="connsiteX251" fmla="*/ 4083290 w 5851096"/>
              <a:gd name="connsiteY251" fmla="*/ 0 h 3089525"/>
              <a:gd name="connsiteX252" fmla="*/ 4029061 w 5851096"/>
              <a:gd name="connsiteY252" fmla="*/ 99096 h 3089525"/>
              <a:gd name="connsiteX253" fmla="*/ 3431338 w 5851096"/>
              <a:gd name="connsiteY253" fmla="*/ 484784 h 3089525"/>
              <a:gd name="connsiteX254" fmla="*/ 3431217 w 5851096"/>
              <a:gd name="connsiteY254" fmla="*/ 485964 h 3089525"/>
              <a:gd name="connsiteX255" fmla="*/ 3414252 w 5851096"/>
              <a:gd name="connsiteY255" fmla="*/ 487548 h 3089525"/>
              <a:gd name="connsiteX256" fmla="*/ 3314425 w 5851096"/>
              <a:gd name="connsiteY256" fmla="*/ 496864 h 3089525"/>
              <a:gd name="connsiteX257" fmla="*/ 3296517 w 5851096"/>
              <a:gd name="connsiteY257" fmla="*/ 498535 h 3089525"/>
              <a:gd name="connsiteX258" fmla="*/ 3296490 w 5851096"/>
              <a:gd name="connsiteY258" fmla="*/ 498027 h 3089525"/>
              <a:gd name="connsiteX259" fmla="*/ 3295968 w 5851096"/>
              <a:gd name="connsiteY259" fmla="*/ 498061 h 3089525"/>
              <a:gd name="connsiteX260" fmla="*/ 3295347 w 5851096"/>
              <a:gd name="connsiteY260" fmla="*/ 486299 h 3089525"/>
              <a:gd name="connsiteX261" fmla="*/ 3295347 w 5851096"/>
              <a:gd name="connsiteY261" fmla="*/ 2244520 h 3089525"/>
              <a:gd name="connsiteX262" fmla="*/ 3296782 w 5851096"/>
              <a:gd name="connsiteY262" fmla="*/ 2227062 h 3089525"/>
              <a:gd name="connsiteX263" fmla="*/ 3304590 w 5851096"/>
              <a:gd name="connsiteY263" fmla="*/ 2132012 h 3089525"/>
              <a:gd name="connsiteX264" fmla="*/ 3305155 w 5851096"/>
              <a:gd name="connsiteY264" fmla="*/ 2125135 h 3089525"/>
              <a:gd name="connsiteX265" fmla="*/ 3305684 w 5851096"/>
              <a:gd name="connsiteY265" fmla="*/ 2125070 h 3089525"/>
              <a:gd name="connsiteX266" fmla="*/ 4027678 w 5851096"/>
              <a:gd name="connsiteY266" fmla="*/ 1412593 h 3089525"/>
              <a:gd name="connsiteX267" fmla="*/ 4027800 w 5851096"/>
              <a:gd name="connsiteY267" fmla="*/ 1411413 h 3089525"/>
              <a:gd name="connsiteX268" fmla="*/ 4044760 w 5851096"/>
              <a:gd name="connsiteY268" fmla="*/ 1409831 h 3089525"/>
              <a:gd name="connsiteX269" fmla="*/ 4144624 w 5851096"/>
              <a:gd name="connsiteY269" fmla="*/ 1400511 h 3089525"/>
              <a:gd name="connsiteX270" fmla="*/ 4162499 w 5851096"/>
              <a:gd name="connsiteY270" fmla="*/ 1398843 h 3089525"/>
              <a:gd name="connsiteX271" fmla="*/ 4162526 w 5851096"/>
              <a:gd name="connsiteY271" fmla="*/ 1399351 h 3089525"/>
              <a:gd name="connsiteX272" fmla="*/ 4163047 w 5851096"/>
              <a:gd name="connsiteY272" fmla="*/ 1399317 h 3089525"/>
              <a:gd name="connsiteX273" fmla="*/ 4163669 w 5851096"/>
              <a:gd name="connsiteY273" fmla="*/ 1411078 h 3089525"/>
              <a:gd name="connsiteX274" fmla="*/ 4162235 w 5851096"/>
              <a:gd name="connsiteY274" fmla="*/ 1428529 h 3089525"/>
              <a:gd name="connsiteX275" fmla="*/ 4154424 w 5851096"/>
              <a:gd name="connsiteY275" fmla="*/ 1523599 h 3089525"/>
              <a:gd name="connsiteX276" fmla="*/ 4153860 w 5851096"/>
              <a:gd name="connsiteY276" fmla="*/ 1530463 h 3089525"/>
              <a:gd name="connsiteX277" fmla="*/ 4153332 w 5851096"/>
              <a:gd name="connsiteY277" fmla="*/ 1530527 h 3089525"/>
              <a:gd name="connsiteX278" fmla="*/ 3431338 w 5851096"/>
              <a:gd name="connsiteY278" fmla="*/ 2243004 h 3089525"/>
              <a:gd name="connsiteX279" fmla="*/ 3431217 w 5851096"/>
              <a:gd name="connsiteY279" fmla="*/ 2244184 h 3089525"/>
              <a:gd name="connsiteX280" fmla="*/ 3414252 w 5851096"/>
              <a:gd name="connsiteY280" fmla="*/ 2245767 h 3089525"/>
              <a:gd name="connsiteX281" fmla="*/ 3314425 w 5851096"/>
              <a:gd name="connsiteY281" fmla="*/ 2255084 h 3089525"/>
              <a:gd name="connsiteX282" fmla="*/ 3296517 w 5851096"/>
              <a:gd name="connsiteY282" fmla="*/ 2256755 h 3089525"/>
              <a:gd name="connsiteX283" fmla="*/ 3296490 w 5851096"/>
              <a:gd name="connsiteY283" fmla="*/ 2256246 h 3089525"/>
              <a:gd name="connsiteX284" fmla="*/ 3295968 w 5851096"/>
              <a:gd name="connsiteY284" fmla="*/ 2256280 h 3089525"/>
              <a:gd name="connsiteX285" fmla="*/ 3295347 w 5851096"/>
              <a:gd name="connsiteY285" fmla="*/ 2244520 h 3089525"/>
              <a:gd name="connsiteX286" fmla="*/ 2555546 w 5851096"/>
              <a:gd name="connsiteY286" fmla="*/ 1223782 h 3089525"/>
              <a:gd name="connsiteX287" fmla="*/ 3123910 w 5851096"/>
              <a:gd name="connsiteY287" fmla="*/ 659222 h 3089525"/>
              <a:gd name="connsiteX288" fmla="*/ 2555546 w 5851096"/>
              <a:gd name="connsiteY288" fmla="*/ 1223782 h 3089525"/>
              <a:gd name="connsiteX289" fmla="*/ 2555546 w 5851096"/>
              <a:gd name="connsiteY289" fmla="*/ 1547735 h 3089525"/>
              <a:gd name="connsiteX290" fmla="*/ 3123910 w 5851096"/>
              <a:gd name="connsiteY290" fmla="*/ 2107862 h 3089525"/>
              <a:gd name="connsiteX291" fmla="*/ 2555546 w 5851096"/>
              <a:gd name="connsiteY291" fmla="*/ 1547735 h 3089525"/>
              <a:gd name="connsiteX292" fmla="*/ 2555546 w 5851096"/>
              <a:gd name="connsiteY292" fmla="*/ 2982001 h 3089525"/>
              <a:gd name="connsiteX293" fmla="*/ 3123910 w 5851096"/>
              <a:gd name="connsiteY293" fmla="*/ 2417442 h 3089525"/>
              <a:gd name="connsiteX294" fmla="*/ 2555546 w 5851096"/>
              <a:gd name="connsiteY294" fmla="*/ 2982001 h 3089525"/>
              <a:gd name="connsiteX295" fmla="*/ 2485948 w 5851096"/>
              <a:gd name="connsiteY295" fmla="*/ 0 h 3089525"/>
              <a:gd name="connsiteX296" fmla="*/ 2641440 w 5851096"/>
              <a:gd name="connsiteY296" fmla="*/ 0 h 3089525"/>
              <a:gd name="connsiteX297" fmla="*/ 2664693 w 5851096"/>
              <a:gd name="connsiteY297" fmla="*/ 45955 h 3089525"/>
              <a:gd name="connsiteX298" fmla="*/ 3123910 w 5851096"/>
              <a:gd name="connsiteY298" fmla="*/ 349642 h 3089525"/>
              <a:gd name="connsiteX299" fmla="*/ 3005167 w 5851096"/>
              <a:gd name="connsiteY299" fmla="*/ 79433 h 3089525"/>
              <a:gd name="connsiteX300" fmla="*/ 2933794 w 5851096"/>
              <a:gd name="connsiteY300" fmla="*/ 0 h 3089525"/>
              <a:gd name="connsiteX301" fmla="*/ 3109934 w 5851096"/>
              <a:gd name="connsiteY301" fmla="*/ 0 h 3089525"/>
              <a:gd name="connsiteX302" fmla="*/ 3175456 w 5851096"/>
              <a:gd name="connsiteY302" fmla="*/ 100280 h 3089525"/>
              <a:gd name="connsiteX303" fmla="*/ 3263553 w 5851096"/>
              <a:gd name="connsiteY303" fmla="*/ 366850 h 3089525"/>
              <a:gd name="connsiteX304" fmla="*/ 3264081 w 5851096"/>
              <a:gd name="connsiteY304" fmla="*/ 366915 h 3089525"/>
              <a:gd name="connsiteX305" fmla="*/ 3264647 w 5851096"/>
              <a:gd name="connsiteY305" fmla="*/ 373792 h 3089525"/>
              <a:gd name="connsiteX306" fmla="*/ 3272455 w 5851096"/>
              <a:gd name="connsiteY306" fmla="*/ 468842 h 3089525"/>
              <a:gd name="connsiteX307" fmla="*/ 3273888 w 5851096"/>
              <a:gd name="connsiteY307" fmla="*/ 486299 h 3089525"/>
              <a:gd name="connsiteX308" fmla="*/ 3273268 w 5851096"/>
              <a:gd name="connsiteY308" fmla="*/ 498061 h 3089525"/>
              <a:gd name="connsiteX309" fmla="*/ 3272746 w 5851096"/>
              <a:gd name="connsiteY309" fmla="*/ 498027 h 3089525"/>
              <a:gd name="connsiteX310" fmla="*/ 3272719 w 5851096"/>
              <a:gd name="connsiteY310" fmla="*/ 498535 h 3089525"/>
              <a:gd name="connsiteX311" fmla="*/ 3254811 w 5851096"/>
              <a:gd name="connsiteY311" fmla="*/ 496864 h 3089525"/>
              <a:gd name="connsiteX312" fmla="*/ 3154984 w 5851096"/>
              <a:gd name="connsiteY312" fmla="*/ 487548 h 3089525"/>
              <a:gd name="connsiteX313" fmla="*/ 3138020 w 5851096"/>
              <a:gd name="connsiteY313" fmla="*/ 485964 h 3089525"/>
              <a:gd name="connsiteX314" fmla="*/ 3137899 w 5851096"/>
              <a:gd name="connsiteY314" fmla="*/ 484784 h 3089525"/>
              <a:gd name="connsiteX315" fmla="*/ 2540177 w 5851096"/>
              <a:gd name="connsiteY315" fmla="*/ 99096 h 3089525"/>
              <a:gd name="connsiteX316" fmla="*/ 2408030 w 5851096"/>
              <a:gd name="connsiteY316" fmla="*/ 3089525 h 3089525"/>
              <a:gd name="connsiteX317" fmla="*/ 2414810 w 5851096"/>
              <a:gd name="connsiteY317" fmla="*/ 3006343 h 3089525"/>
              <a:gd name="connsiteX318" fmla="*/ 2415375 w 5851096"/>
              <a:gd name="connsiteY318" fmla="*/ 2999411 h 3089525"/>
              <a:gd name="connsiteX319" fmla="*/ 2415904 w 5851096"/>
              <a:gd name="connsiteY319" fmla="*/ 2999346 h 3089525"/>
              <a:gd name="connsiteX320" fmla="*/ 3137898 w 5851096"/>
              <a:gd name="connsiteY320" fmla="*/ 2281230 h 3089525"/>
              <a:gd name="connsiteX321" fmla="*/ 3138020 w 5851096"/>
              <a:gd name="connsiteY321" fmla="*/ 2280040 h 3089525"/>
              <a:gd name="connsiteX322" fmla="*/ 3154980 w 5851096"/>
              <a:gd name="connsiteY322" fmla="*/ 2278445 h 3089525"/>
              <a:gd name="connsiteX323" fmla="*/ 3254844 w 5851096"/>
              <a:gd name="connsiteY323" fmla="*/ 2269052 h 3089525"/>
              <a:gd name="connsiteX324" fmla="*/ 3272719 w 5851096"/>
              <a:gd name="connsiteY324" fmla="*/ 2267371 h 3089525"/>
              <a:gd name="connsiteX325" fmla="*/ 3272746 w 5851096"/>
              <a:gd name="connsiteY325" fmla="*/ 2267882 h 3089525"/>
              <a:gd name="connsiteX326" fmla="*/ 3273267 w 5851096"/>
              <a:gd name="connsiteY326" fmla="*/ 2267848 h 3089525"/>
              <a:gd name="connsiteX327" fmla="*/ 3273888 w 5851096"/>
              <a:gd name="connsiteY327" fmla="*/ 2279702 h 3089525"/>
              <a:gd name="connsiteX328" fmla="*/ 3272455 w 5851096"/>
              <a:gd name="connsiteY328" fmla="*/ 2297292 h 3089525"/>
              <a:gd name="connsiteX329" fmla="*/ 3264644 w 5851096"/>
              <a:gd name="connsiteY329" fmla="*/ 2393114 h 3089525"/>
              <a:gd name="connsiteX330" fmla="*/ 3264080 w 5851096"/>
              <a:gd name="connsiteY330" fmla="*/ 2400032 h 3089525"/>
              <a:gd name="connsiteX331" fmla="*/ 3263552 w 5851096"/>
              <a:gd name="connsiteY331" fmla="*/ 2400097 h 3089525"/>
              <a:gd name="connsiteX332" fmla="*/ 2678205 w 5851096"/>
              <a:gd name="connsiteY332" fmla="*/ 3084683 h 3089525"/>
              <a:gd name="connsiteX333" fmla="*/ 2658472 w 5851096"/>
              <a:gd name="connsiteY333" fmla="*/ 3089525 h 3089525"/>
              <a:gd name="connsiteX334" fmla="*/ 2405567 w 5851096"/>
              <a:gd name="connsiteY334" fmla="*/ 1361522 h 3089525"/>
              <a:gd name="connsiteX335" fmla="*/ 2407002 w 5851096"/>
              <a:gd name="connsiteY335" fmla="*/ 1343926 h 3089525"/>
              <a:gd name="connsiteX336" fmla="*/ 2414810 w 5851096"/>
              <a:gd name="connsiteY336" fmla="*/ 1248124 h 3089525"/>
              <a:gd name="connsiteX337" fmla="*/ 2415375 w 5851096"/>
              <a:gd name="connsiteY337" fmla="*/ 1241192 h 3089525"/>
              <a:gd name="connsiteX338" fmla="*/ 2415904 w 5851096"/>
              <a:gd name="connsiteY338" fmla="*/ 1241127 h 3089525"/>
              <a:gd name="connsiteX339" fmla="*/ 3137898 w 5851096"/>
              <a:gd name="connsiteY339" fmla="*/ 523010 h 3089525"/>
              <a:gd name="connsiteX340" fmla="*/ 3138020 w 5851096"/>
              <a:gd name="connsiteY340" fmla="*/ 521820 h 3089525"/>
              <a:gd name="connsiteX341" fmla="*/ 3154980 w 5851096"/>
              <a:gd name="connsiteY341" fmla="*/ 520226 h 3089525"/>
              <a:gd name="connsiteX342" fmla="*/ 3254844 w 5851096"/>
              <a:gd name="connsiteY342" fmla="*/ 510833 h 3089525"/>
              <a:gd name="connsiteX343" fmla="*/ 3272719 w 5851096"/>
              <a:gd name="connsiteY343" fmla="*/ 509151 h 3089525"/>
              <a:gd name="connsiteX344" fmla="*/ 3272746 w 5851096"/>
              <a:gd name="connsiteY344" fmla="*/ 509663 h 3089525"/>
              <a:gd name="connsiteX345" fmla="*/ 3273267 w 5851096"/>
              <a:gd name="connsiteY345" fmla="*/ 509629 h 3089525"/>
              <a:gd name="connsiteX346" fmla="*/ 3273888 w 5851096"/>
              <a:gd name="connsiteY346" fmla="*/ 521483 h 3089525"/>
              <a:gd name="connsiteX347" fmla="*/ 3272455 w 5851096"/>
              <a:gd name="connsiteY347" fmla="*/ 539073 h 3089525"/>
              <a:gd name="connsiteX348" fmla="*/ 3264644 w 5851096"/>
              <a:gd name="connsiteY348" fmla="*/ 634895 h 3089525"/>
              <a:gd name="connsiteX349" fmla="*/ 3264080 w 5851096"/>
              <a:gd name="connsiteY349" fmla="*/ 641812 h 3089525"/>
              <a:gd name="connsiteX350" fmla="*/ 3263552 w 5851096"/>
              <a:gd name="connsiteY350" fmla="*/ 641878 h 3089525"/>
              <a:gd name="connsiteX351" fmla="*/ 2541558 w 5851096"/>
              <a:gd name="connsiteY351" fmla="*/ 1359994 h 3089525"/>
              <a:gd name="connsiteX352" fmla="*/ 2541437 w 5851096"/>
              <a:gd name="connsiteY352" fmla="*/ 1361184 h 3089525"/>
              <a:gd name="connsiteX353" fmla="*/ 2524472 w 5851096"/>
              <a:gd name="connsiteY353" fmla="*/ 1362780 h 3089525"/>
              <a:gd name="connsiteX354" fmla="*/ 2424645 w 5851096"/>
              <a:gd name="connsiteY354" fmla="*/ 1372169 h 3089525"/>
              <a:gd name="connsiteX355" fmla="*/ 2406737 w 5851096"/>
              <a:gd name="connsiteY355" fmla="*/ 1373854 h 3089525"/>
              <a:gd name="connsiteX356" fmla="*/ 2406710 w 5851096"/>
              <a:gd name="connsiteY356" fmla="*/ 1373341 h 3089525"/>
              <a:gd name="connsiteX357" fmla="*/ 2406188 w 5851096"/>
              <a:gd name="connsiteY357" fmla="*/ 1373376 h 3089525"/>
              <a:gd name="connsiteX358" fmla="*/ 2405567 w 5851096"/>
              <a:gd name="connsiteY358" fmla="*/ 1361522 h 3089525"/>
              <a:gd name="connsiteX359" fmla="*/ 2405567 w 5851096"/>
              <a:gd name="connsiteY359" fmla="*/ 1411078 h 3089525"/>
              <a:gd name="connsiteX360" fmla="*/ 2406189 w 5851096"/>
              <a:gd name="connsiteY360" fmla="*/ 1399317 h 3089525"/>
              <a:gd name="connsiteX361" fmla="*/ 2406710 w 5851096"/>
              <a:gd name="connsiteY361" fmla="*/ 1399351 h 3089525"/>
              <a:gd name="connsiteX362" fmla="*/ 2406737 w 5851096"/>
              <a:gd name="connsiteY362" fmla="*/ 1398843 h 3089525"/>
              <a:gd name="connsiteX363" fmla="*/ 2424613 w 5851096"/>
              <a:gd name="connsiteY363" fmla="*/ 1400511 h 3089525"/>
              <a:gd name="connsiteX364" fmla="*/ 2524476 w 5851096"/>
              <a:gd name="connsiteY364" fmla="*/ 1409831 h 3089525"/>
              <a:gd name="connsiteX365" fmla="*/ 2541437 w 5851096"/>
              <a:gd name="connsiteY365" fmla="*/ 1411413 h 3089525"/>
              <a:gd name="connsiteX366" fmla="*/ 2541559 w 5851096"/>
              <a:gd name="connsiteY366" fmla="*/ 1412593 h 3089525"/>
              <a:gd name="connsiteX367" fmla="*/ 3263553 w 5851096"/>
              <a:gd name="connsiteY367" fmla="*/ 2125070 h 3089525"/>
              <a:gd name="connsiteX368" fmla="*/ 3264081 w 5851096"/>
              <a:gd name="connsiteY368" fmla="*/ 2125135 h 3089525"/>
              <a:gd name="connsiteX369" fmla="*/ 3264647 w 5851096"/>
              <a:gd name="connsiteY369" fmla="*/ 2132012 h 3089525"/>
              <a:gd name="connsiteX370" fmla="*/ 3272455 w 5851096"/>
              <a:gd name="connsiteY370" fmla="*/ 2227062 h 3089525"/>
              <a:gd name="connsiteX371" fmla="*/ 3273888 w 5851096"/>
              <a:gd name="connsiteY371" fmla="*/ 2244520 h 3089525"/>
              <a:gd name="connsiteX372" fmla="*/ 3273268 w 5851096"/>
              <a:gd name="connsiteY372" fmla="*/ 2256280 h 3089525"/>
              <a:gd name="connsiteX373" fmla="*/ 3272746 w 5851096"/>
              <a:gd name="connsiteY373" fmla="*/ 2256246 h 3089525"/>
              <a:gd name="connsiteX374" fmla="*/ 3272719 w 5851096"/>
              <a:gd name="connsiteY374" fmla="*/ 2256755 h 3089525"/>
              <a:gd name="connsiteX375" fmla="*/ 3254811 w 5851096"/>
              <a:gd name="connsiteY375" fmla="*/ 2255084 h 3089525"/>
              <a:gd name="connsiteX376" fmla="*/ 3154984 w 5851096"/>
              <a:gd name="connsiteY376" fmla="*/ 2245767 h 3089525"/>
              <a:gd name="connsiteX377" fmla="*/ 3138020 w 5851096"/>
              <a:gd name="connsiteY377" fmla="*/ 2244184 h 3089525"/>
              <a:gd name="connsiteX378" fmla="*/ 3137899 w 5851096"/>
              <a:gd name="connsiteY378" fmla="*/ 2243004 h 3089525"/>
              <a:gd name="connsiteX379" fmla="*/ 2415905 w 5851096"/>
              <a:gd name="connsiteY379" fmla="*/ 1530527 h 3089525"/>
              <a:gd name="connsiteX380" fmla="*/ 2415376 w 5851096"/>
              <a:gd name="connsiteY380" fmla="*/ 1530463 h 3089525"/>
              <a:gd name="connsiteX381" fmla="*/ 2414813 w 5851096"/>
              <a:gd name="connsiteY381" fmla="*/ 1523599 h 3089525"/>
              <a:gd name="connsiteX382" fmla="*/ 2407002 w 5851096"/>
              <a:gd name="connsiteY382" fmla="*/ 1428529 h 3089525"/>
              <a:gd name="connsiteX383" fmla="*/ 2405567 w 5851096"/>
              <a:gd name="connsiteY383" fmla="*/ 1411078 h 3089525"/>
              <a:gd name="connsiteX384" fmla="*/ 1675142 w 5851096"/>
              <a:gd name="connsiteY384" fmla="*/ 659222 h 3089525"/>
              <a:gd name="connsiteX385" fmla="*/ 2243506 w 5851096"/>
              <a:gd name="connsiteY385" fmla="*/ 1223782 h 3089525"/>
              <a:gd name="connsiteX386" fmla="*/ 1675142 w 5851096"/>
              <a:gd name="connsiteY386" fmla="*/ 659222 h 3089525"/>
              <a:gd name="connsiteX387" fmla="*/ 1675142 w 5851096"/>
              <a:gd name="connsiteY387" fmla="*/ 2417442 h 3089525"/>
              <a:gd name="connsiteX388" fmla="*/ 2243506 w 5851096"/>
              <a:gd name="connsiteY388" fmla="*/ 2982001 h 3089525"/>
              <a:gd name="connsiteX389" fmla="*/ 1675142 w 5851096"/>
              <a:gd name="connsiteY389" fmla="*/ 2417442 h 3089525"/>
              <a:gd name="connsiteX390" fmla="*/ 1675140 w 5851096"/>
              <a:gd name="connsiteY390" fmla="*/ 2107862 h 3089525"/>
              <a:gd name="connsiteX391" fmla="*/ 2243504 w 5851096"/>
              <a:gd name="connsiteY391" fmla="*/ 1547735 h 3089525"/>
              <a:gd name="connsiteX392" fmla="*/ 1675140 w 5851096"/>
              <a:gd name="connsiteY392" fmla="*/ 2107862 h 3089525"/>
              <a:gd name="connsiteX393" fmla="*/ 1525164 w 5851096"/>
              <a:gd name="connsiteY393" fmla="*/ 521483 h 3089525"/>
              <a:gd name="connsiteX394" fmla="*/ 1525785 w 5851096"/>
              <a:gd name="connsiteY394" fmla="*/ 509629 h 3089525"/>
              <a:gd name="connsiteX395" fmla="*/ 1526306 w 5851096"/>
              <a:gd name="connsiteY395" fmla="*/ 509663 h 3089525"/>
              <a:gd name="connsiteX396" fmla="*/ 1526333 w 5851096"/>
              <a:gd name="connsiteY396" fmla="*/ 509151 h 3089525"/>
              <a:gd name="connsiteX397" fmla="*/ 1544208 w 5851096"/>
              <a:gd name="connsiteY397" fmla="*/ 510833 h 3089525"/>
              <a:gd name="connsiteX398" fmla="*/ 1644072 w 5851096"/>
              <a:gd name="connsiteY398" fmla="*/ 520226 h 3089525"/>
              <a:gd name="connsiteX399" fmla="*/ 1661032 w 5851096"/>
              <a:gd name="connsiteY399" fmla="*/ 521820 h 3089525"/>
              <a:gd name="connsiteX400" fmla="*/ 1661154 w 5851096"/>
              <a:gd name="connsiteY400" fmla="*/ 523010 h 3089525"/>
              <a:gd name="connsiteX401" fmla="*/ 2383148 w 5851096"/>
              <a:gd name="connsiteY401" fmla="*/ 1241127 h 3089525"/>
              <a:gd name="connsiteX402" fmla="*/ 2383678 w 5851096"/>
              <a:gd name="connsiteY402" fmla="*/ 1241192 h 3089525"/>
              <a:gd name="connsiteX403" fmla="*/ 2384242 w 5851096"/>
              <a:gd name="connsiteY403" fmla="*/ 1248124 h 3089525"/>
              <a:gd name="connsiteX404" fmla="*/ 2392051 w 5851096"/>
              <a:gd name="connsiteY404" fmla="*/ 1343926 h 3089525"/>
              <a:gd name="connsiteX405" fmla="*/ 2393485 w 5851096"/>
              <a:gd name="connsiteY405" fmla="*/ 1361522 h 3089525"/>
              <a:gd name="connsiteX406" fmla="*/ 2392864 w 5851096"/>
              <a:gd name="connsiteY406" fmla="*/ 1373376 h 3089525"/>
              <a:gd name="connsiteX407" fmla="*/ 2392342 w 5851096"/>
              <a:gd name="connsiteY407" fmla="*/ 1373341 h 3089525"/>
              <a:gd name="connsiteX408" fmla="*/ 2392315 w 5851096"/>
              <a:gd name="connsiteY408" fmla="*/ 1373854 h 3089525"/>
              <a:gd name="connsiteX409" fmla="*/ 2374407 w 5851096"/>
              <a:gd name="connsiteY409" fmla="*/ 1372169 h 3089525"/>
              <a:gd name="connsiteX410" fmla="*/ 2274580 w 5851096"/>
              <a:gd name="connsiteY410" fmla="*/ 1362780 h 3089525"/>
              <a:gd name="connsiteX411" fmla="*/ 2257615 w 5851096"/>
              <a:gd name="connsiteY411" fmla="*/ 1361184 h 3089525"/>
              <a:gd name="connsiteX412" fmla="*/ 2257494 w 5851096"/>
              <a:gd name="connsiteY412" fmla="*/ 1359994 h 3089525"/>
              <a:gd name="connsiteX413" fmla="*/ 1535500 w 5851096"/>
              <a:gd name="connsiteY413" fmla="*/ 641878 h 3089525"/>
              <a:gd name="connsiteX414" fmla="*/ 1534972 w 5851096"/>
              <a:gd name="connsiteY414" fmla="*/ 641812 h 3089525"/>
              <a:gd name="connsiteX415" fmla="*/ 1534408 w 5851096"/>
              <a:gd name="connsiteY415" fmla="*/ 634895 h 3089525"/>
              <a:gd name="connsiteX416" fmla="*/ 1526597 w 5851096"/>
              <a:gd name="connsiteY416" fmla="*/ 539073 h 3089525"/>
              <a:gd name="connsiteX417" fmla="*/ 1525164 w 5851096"/>
              <a:gd name="connsiteY417" fmla="*/ 521483 h 3089525"/>
              <a:gd name="connsiteX418" fmla="*/ 1525164 w 5851096"/>
              <a:gd name="connsiteY418" fmla="*/ 2279702 h 3089525"/>
              <a:gd name="connsiteX419" fmla="*/ 1525785 w 5851096"/>
              <a:gd name="connsiteY419" fmla="*/ 2267848 h 3089525"/>
              <a:gd name="connsiteX420" fmla="*/ 1526306 w 5851096"/>
              <a:gd name="connsiteY420" fmla="*/ 2267882 h 3089525"/>
              <a:gd name="connsiteX421" fmla="*/ 1526333 w 5851096"/>
              <a:gd name="connsiteY421" fmla="*/ 2267371 h 3089525"/>
              <a:gd name="connsiteX422" fmla="*/ 1544208 w 5851096"/>
              <a:gd name="connsiteY422" fmla="*/ 2269052 h 3089525"/>
              <a:gd name="connsiteX423" fmla="*/ 1644072 w 5851096"/>
              <a:gd name="connsiteY423" fmla="*/ 2278445 h 3089525"/>
              <a:gd name="connsiteX424" fmla="*/ 1661032 w 5851096"/>
              <a:gd name="connsiteY424" fmla="*/ 2280040 h 3089525"/>
              <a:gd name="connsiteX425" fmla="*/ 1661154 w 5851096"/>
              <a:gd name="connsiteY425" fmla="*/ 2281230 h 3089525"/>
              <a:gd name="connsiteX426" fmla="*/ 2383148 w 5851096"/>
              <a:gd name="connsiteY426" fmla="*/ 2999346 h 3089525"/>
              <a:gd name="connsiteX427" fmla="*/ 2383678 w 5851096"/>
              <a:gd name="connsiteY427" fmla="*/ 2999411 h 3089525"/>
              <a:gd name="connsiteX428" fmla="*/ 2384242 w 5851096"/>
              <a:gd name="connsiteY428" fmla="*/ 3006343 h 3089525"/>
              <a:gd name="connsiteX429" fmla="*/ 2391022 w 5851096"/>
              <a:gd name="connsiteY429" fmla="*/ 3089525 h 3089525"/>
              <a:gd name="connsiteX430" fmla="*/ 2140581 w 5851096"/>
              <a:gd name="connsiteY430" fmla="*/ 3089525 h 3089525"/>
              <a:gd name="connsiteX431" fmla="*/ 2120847 w 5851096"/>
              <a:gd name="connsiteY431" fmla="*/ 3084683 h 3089525"/>
              <a:gd name="connsiteX432" fmla="*/ 1535500 w 5851096"/>
              <a:gd name="connsiteY432" fmla="*/ 2400097 h 3089525"/>
              <a:gd name="connsiteX433" fmla="*/ 1534972 w 5851096"/>
              <a:gd name="connsiteY433" fmla="*/ 2400032 h 3089525"/>
              <a:gd name="connsiteX434" fmla="*/ 1534408 w 5851096"/>
              <a:gd name="connsiteY434" fmla="*/ 2393114 h 3089525"/>
              <a:gd name="connsiteX435" fmla="*/ 1526597 w 5851096"/>
              <a:gd name="connsiteY435" fmla="*/ 2297292 h 3089525"/>
              <a:gd name="connsiteX436" fmla="*/ 1525164 w 5851096"/>
              <a:gd name="connsiteY436" fmla="*/ 2279702 h 3089525"/>
              <a:gd name="connsiteX437" fmla="*/ 1525162 w 5851096"/>
              <a:gd name="connsiteY437" fmla="*/ 486299 h 3089525"/>
              <a:gd name="connsiteX438" fmla="*/ 1526595 w 5851096"/>
              <a:gd name="connsiteY438" fmla="*/ 468842 h 3089525"/>
              <a:gd name="connsiteX439" fmla="*/ 1534403 w 5851096"/>
              <a:gd name="connsiteY439" fmla="*/ 373792 h 3089525"/>
              <a:gd name="connsiteX440" fmla="*/ 1534969 w 5851096"/>
              <a:gd name="connsiteY440" fmla="*/ 366915 h 3089525"/>
              <a:gd name="connsiteX441" fmla="*/ 1535497 w 5851096"/>
              <a:gd name="connsiteY441" fmla="*/ 366850 h 3089525"/>
              <a:gd name="connsiteX442" fmla="*/ 1623594 w 5851096"/>
              <a:gd name="connsiteY442" fmla="*/ 100280 h 3089525"/>
              <a:gd name="connsiteX443" fmla="*/ 1689117 w 5851096"/>
              <a:gd name="connsiteY443" fmla="*/ 0 h 3089525"/>
              <a:gd name="connsiteX444" fmla="*/ 1865257 w 5851096"/>
              <a:gd name="connsiteY444" fmla="*/ 0 h 3089525"/>
              <a:gd name="connsiteX445" fmla="*/ 1793882 w 5851096"/>
              <a:gd name="connsiteY445" fmla="*/ 79433 h 3089525"/>
              <a:gd name="connsiteX446" fmla="*/ 1675140 w 5851096"/>
              <a:gd name="connsiteY446" fmla="*/ 349642 h 3089525"/>
              <a:gd name="connsiteX447" fmla="*/ 2134358 w 5851096"/>
              <a:gd name="connsiteY447" fmla="*/ 45955 h 3089525"/>
              <a:gd name="connsiteX448" fmla="*/ 2157611 w 5851096"/>
              <a:gd name="connsiteY448" fmla="*/ 0 h 3089525"/>
              <a:gd name="connsiteX449" fmla="*/ 2313103 w 5851096"/>
              <a:gd name="connsiteY449" fmla="*/ 0 h 3089525"/>
              <a:gd name="connsiteX450" fmla="*/ 2258874 w 5851096"/>
              <a:gd name="connsiteY450" fmla="*/ 99096 h 3089525"/>
              <a:gd name="connsiteX451" fmla="*/ 1661151 w 5851096"/>
              <a:gd name="connsiteY451" fmla="*/ 484784 h 3089525"/>
              <a:gd name="connsiteX452" fmla="*/ 1661030 w 5851096"/>
              <a:gd name="connsiteY452" fmla="*/ 485964 h 3089525"/>
              <a:gd name="connsiteX453" fmla="*/ 1644066 w 5851096"/>
              <a:gd name="connsiteY453" fmla="*/ 487548 h 3089525"/>
              <a:gd name="connsiteX454" fmla="*/ 1544239 w 5851096"/>
              <a:gd name="connsiteY454" fmla="*/ 496864 h 3089525"/>
              <a:gd name="connsiteX455" fmla="*/ 1526331 w 5851096"/>
              <a:gd name="connsiteY455" fmla="*/ 498535 h 3089525"/>
              <a:gd name="connsiteX456" fmla="*/ 1526304 w 5851096"/>
              <a:gd name="connsiteY456" fmla="*/ 498027 h 3089525"/>
              <a:gd name="connsiteX457" fmla="*/ 1525782 w 5851096"/>
              <a:gd name="connsiteY457" fmla="*/ 498061 h 3089525"/>
              <a:gd name="connsiteX458" fmla="*/ 1525162 w 5851096"/>
              <a:gd name="connsiteY458" fmla="*/ 486299 h 3089525"/>
              <a:gd name="connsiteX459" fmla="*/ 1525161 w 5851096"/>
              <a:gd name="connsiteY459" fmla="*/ 2244520 h 3089525"/>
              <a:gd name="connsiteX460" fmla="*/ 1526595 w 5851096"/>
              <a:gd name="connsiteY460" fmla="*/ 2227062 h 3089525"/>
              <a:gd name="connsiteX461" fmla="*/ 1534403 w 5851096"/>
              <a:gd name="connsiteY461" fmla="*/ 2132012 h 3089525"/>
              <a:gd name="connsiteX462" fmla="*/ 1534969 w 5851096"/>
              <a:gd name="connsiteY462" fmla="*/ 2125135 h 3089525"/>
              <a:gd name="connsiteX463" fmla="*/ 1535497 w 5851096"/>
              <a:gd name="connsiteY463" fmla="*/ 2125070 h 3089525"/>
              <a:gd name="connsiteX464" fmla="*/ 2257491 w 5851096"/>
              <a:gd name="connsiteY464" fmla="*/ 1412593 h 3089525"/>
              <a:gd name="connsiteX465" fmla="*/ 2257613 w 5851096"/>
              <a:gd name="connsiteY465" fmla="*/ 1411413 h 3089525"/>
              <a:gd name="connsiteX466" fmla="*/ 2274574 w 5851096"/>
              <a:gd name="connsiteY466" fmla="*/ 1409831 h 3089525"/>
              <a:gd name="connsiteX467" fmla="*/ 2374437 w 5851096"/>
              <a:gd name="connsiteY467" fmla="*/ 1400511 h 3089525"/>
              <a:gd name="connsiteX468" fmla="*/ 2392313 w 5851096"/>
              <a:gd name="connsiteY468" fmla="*/ 1398843 h 3089525"/>
              <a:gd name="connsiteX469" fmla="*/ 2392341 w 5851096"/>
              <a:gd name="connsiteY469" fmla="*/ 1399351 h 3089525"/>
              <a:gd name="connsiteX470" fmla="*/ 2392861 w 5851096"/>
              <a:gd name="connsiteY470" fmla="*/ 1399317 h 3089525"/>
              <a:gd name="connsiteX471" fmla="*/ 2393483 w 5851096"/>
              <a:gd name="connsiteY471" fmla="*/ 1411078 h 3089525"/>
              <a:gd name="connsiteX472" fmla="*/ 2392048 w 5851096"/>
              <a:gd name="connsiteY472" fmla="*/ 1428529 h 3089525"/>
              <a:gd name="connsiteX473" fmla="*/ 2384237 w 5851096"/>
              <a:gd name="connsiteY473" fmla="*/ 1523599 h 3089525"/>
              <a:gd name="connsiteX474" fmla="*/ 2383674 w 5851096"/>
              <a:gd name="connsiteY474" fmla="*/ 1530463 h 3089525"/>
              <a:gd name="connsiteX475" fmla="*/ 2383145 w 5851096"/>
              <a:gd name="connsiteY475" fmla="*/ 1530527 h 3089525"/>
              <a:gd name="connsiteX476" fmla="*/ 1661151 w 5851096"/>
              <a:gd name="connsiteY476" fmla="*/ 2243004 h 3089525"/>
              <a:gd name="connsiteX477" fmla="*/ 1661030 w 5851096"/>
              <a:gd name="connsiteY477" fmla="*/ 2244184 h 3089525"/>
              <a:gd name="connsiteX478" fmla="*/ 1644066 w 5851096"/>
              <a:gd name="connsiteY478" fmla="*/ 2245767 h 3089525"/>
              <a:gd name="connsiteX479" fmla="*/ 1544238 w 5851096"/>
              <a:gd name="connsiteY479" fmla="*/ 2255084 h 3089525"/>
              <a:gd name="connsiteX480" fmla="*/ 1526331 w 5851096"/>
              <a:gd name="connsiteY480" fmla="*/ 2256755 h 3089525"/>
              <a:gd name="connsiteX481" fmla="*/ 1526304 w 5851096"/>
              <a:gd name="connsiteY481" fmla="*/ 2256246 h 3089525"/>
              <a:gd name="connsiteX482" fmla="*/ 1525782 w 5851096"/>
              <a:gd name="connsiteY482" fmla="*/ 2256280 h 3089525"/>
              <a:gd name="connsiteX483" fmla="*/ 1525161 w 5851096"/>
              <a:gd name="connsiteY483" fmla="*/ 2244520 h 3089525"/>
              <a:gd name="connsiteX484" fmla="*/ 785360 w 5851096"/>
              <a:gd name="connsiteY484" fmla="*/ 1223782 h 3089525"/>
              <a:gd name="connsiteX485" fmla="*/ 1353724 w 5851096"/>
              <a:gd name="connsiteY485" fmla="*/ 659222 h 3089525"/>
              <a:gd name="connsiteX486" fmla="*/ 785360 w 5851096"/>
              <a:gd name="connsiteY486" fmla="*/ 1223782 h 3089525"/>
              <a:gd name="connsiteX487" fmla="*/ 785360 w 5851096"/>
              <a:gd name="connsiteY487" fmla="*/ 1547735 h 3089525"/>
              <a:gd name="connsiteX488" fmla="*/ 1353724 w 5851096"/>
              <a:gd name="connsiteY488" fmla="*/ 2107862 h 3089525"/>
              <a:gd name="connsiteX489" fmla="*/ 785360 w 5851096"/>
              <a:gd name="connsiteY489" fmla="*/ 1547735 h 3089525"/>
              <a:gd name="connsiteX490" fmla="*/ 785360 w 5851096"/>
              <a:gd name="connsiteY490" fmla="*/ 2982001 h 3089525"/>
              <a:gd name="connsiteX491" fmla="*/ 1353724 w 5851096"/>
              <a:gd name="connsiteY491" fmla="*/ 2417442 h 3089525"/>
              <a:gd name="connsiteX492" fmla="*/ 785360 w 5851096"/>
              <a:gd name="connsiteY492" fmla="*/ 2982001 h 3089525"/>
              <a:gd name="connsiteX493" fmla="*/ 715762 w 5851096"/>
              <a:gd name="connsiteY493" fmla="*/ 0 h 3089525"/>
              <a:gd name="connsiteX494" fmla="*/ 871255 w 5851096"/>
              <a:gd name="connsiteY494" fmla="*/ 0 h 3089525"/>
              <a:gd name="connsiteX495" fmla="*/ 894508 w 5851096"/>
              <a:gd name="connsiteY495" fmla="*/ 45955 h 3089525"/>
              <a:gd name="connsiteX496" fmla="*/ 1353724 w 5851096"/>
              <a:gd name="connsiteY496" fmla="*/ 349642 h 3089525"/>
              <a:gd name="connsiteX497" fmla="*/ 1234983 w 5851096"/>
              <a:gd name="connsiteY497" fmla="*/ 79433 h 3089525"/>
              <a:gd name="connsiteX498" fmla="*/ 1163608 w 5851096"/>
              <a:gd name="connsiteY498" fmla="*/ 0 h 3089525"/>
              <a:gd name="connsiteX499" fmla="*/ 1339748 w 5851096"/>
              <a:gd name="connsiteY499" fmla="*/ 0 h 3089525"/>
              <a:gd name="connsiteX500" fmla="*/ 1405271 w 5851096"/>
              <a:gd name="connsiteY500" fmla="*/ 100280 h 3089525"/>
              <a:gd name="connsiteX501" fmla="*/ 1493366 w 5851096"/>
              <a:gd name="connsiteY501" fmla="*/ 366850 h 3089525"/>
              <a:gd name="connsiteX502" fmla="*/ 1493895 w 5851096"/>
              <a:gd name="connsiteY502" fmla="*/ 366914 h 3089525"/>
              <a:gd name="connsiteX503" fmla="*/ 1494460 w 5851096"/>
              <a:gd name="connsiteY503" fmla="*/ 373792 h 3089525"/>
              <a:gd name="connsiteX504" fmla="*/ 1502268 w 5851096"/>
              <a:gd name="connsiteY504" fmla="*/ 468842 h 3089525"/>
              <a:gd name="connsiteX505" fmla="*/ 1503703 w 5851096"/>
              <a:gd name="connsiteY505" fmla="*/ 486299 h 3089525"/>
              <a:gd name="connsiteX506" fmla="*/ 1503082 w 5851096"/>
              <a:gd name="connsiteY506" fmla="*/ 498061 h 3089525"/>
              <a:gd name="connsiteX507" fmla="*/ 1502560 w 5851096"/>
              <a:gd name="connsiteY507" fmla="*/ 498027 h 3089525"/>
              <a:gd name="connsiteX508" fmla="*/ 1502533 w 5851096"/>
              <a:gd name="connsiteY508" fmla="*/ 498535 h 3089525"/>
              <a:gd name="connsiteX509" fmla="*/ 1484625 w 5851096"/>
              <a:gd name="connsiteY509" fmla="*/ 496864 h 3089525"/>
              <a:gd name="connsiteX510" fmla="*/ 1384798 w 5851096"/>
              <a:gd name="connsiteY510" fmla="*/ 487548 h 3089525"/>
              <a:gd name="connsiteX511" fmla="*/ 1367833 w 5851096"/>
              <a:gd name="connsiteY511" fmla="*/ 485964 h 3089525"/>
              <a:gd name="connsiteX512" fmla="*/ 1367712 w 5851096"/>
              <a:gd name="connsiteY512" fmla="*/ 484784 h 3089525"/>
              <a:gd name="connsiteX513" fmla="*/ 769992 w 5851096"/>
              <a:gd name="connsiteY513" fmla="*/ 99096 h 3089525"/>
              <a:gd name="connsiteX514" fmla="*/ 637843 w 5851096"/>
              <a:gd name="connsiteY514" fmla="*/ 3089525 h 3089525"/>
              <a:gd name="connsiteX515" fmla="*/ 644623 w 5851096"/>
              <a:gd name="connsiteY515" fmla="*/ 3006343 h 3089525"/>
              <a:gd name="connsiteX516" fmla="*/ 645189 w 5851096"/>
              <a:gd name="connsiteY516" fmla="*/ 2999411 h 3089525"/>
              <a:gd name="connsiteX517" fmla="*/ 645717 w 5851096"/>
              <a:gd name="connsiteY517" fmla="*/ 2999346 h 3089525"/>
              <a:gd name="connsiteX518" fmla="*/ 1367711 w 5851096"/>
              <a:gd name="connsiteY518" fmla="*/ 2281230 h 3089525"/>
              <a:gd name="connsiteX519" fmla="*/ 1367833 w 5851096"/>
              <a:gd name="connsiteY519" fmla="*/ 2280040 h 3089525"/>
              <a:gd name="connsiteX520" fmla="*/ 1384794 w 5851096"/>
              <a:gd name="connsiteY520" fmla="*/ 2278445 h 3089525"/>
              <a:gd name="connsiteX521" fmla="*/ 1484657 w 5851096"/>
              <a:gd name="connsiteY521" fmla="*/ 2269052 h 3089525"/>
              <a:gd name="connsiteX522" fmla="*/ 1502533 w 5851096"/>
              <a:gd name="connsiteY522" fmla="*/ 2267371 h 3089525"/>
              <a:gd name="connsiteX523" fmla="*/ 1502560 w 5851096"/>
              <a:gd name="connsiteY523" fmla="*/ 2267882 h 3089525"/>
              <a:gd name="connsiteX524" fmla="*/ 1503081 w 5851096"/>
              <a:gd name="connsiteY524" fmla="*/ 2267848 h 3089525"/>
              <a:gd name="connsiteX525" fmla="*/ 1503703 w 5851096"/>
              <a:gd name="connsiteY525" fmla="*/ 2279702 h 3089525"/>
              <a:gd name="connsiteX526" fmla="*/ 1502268 w 5851096"/>
              <a:gd name="connsiteY526" fmla="*/ 2297292 h 3089525"/>
              <a:gd name="connsiteX527" fmla="*/ 1494457 w 5851096"/>
              <a:gd name="connsiteY527" fmla="*/ 2393114 h 3089525"/>
              <a:gd name="connsiteX528" fmla="*/ 1493894 w 5851096"/>
              <a:gd name="connsiteY528" fmla="*/ 2400032 h 3089525"/>
              <a:gd name="connsiteX529" fmla="*/ 1493365 w 5851096"/>
              <a:gd name="connsiteY529" fmla="*/ 2400097 h 3089525"/>
              <a:gd name="connsiteX530" fmla="*/ 908018 w 5851096"/>
              <a:gd name="connsiteY530" fmla="*/ 3084683 h 3089525"/>
              <a:gd name="connsiteX531" fmla="*/ 888285 w 5851096"/>
              <a:gd name="connsiteY531" fmla="*/ 3089525 h 3089525"/>
              <a:gd name="connsiteX532" fmla="*/ 635382 w 5851096"/>
              <a:gd name="connsiteY532" fmla="*/ 1361522 h 3089525"/>
              <a:gd name="connsiteX533" fmla="*/ 636815 w 5851096"/>
              <a:gd name="connsiteY533" fmla="*/ 1343926 h 3089525"/>
              <a:gd name="connsiteX534" fmla="*/ 644623 w 5851096"/>
              <a:gd name="connsiteY534" fmla="*/ 1248124 h 3089525"/>
              <a:gd name="connsiteX535" fmla="*/ 645189 w 5851096"/>
              <a:gd name="connsiteY535" fmla="*/ 1241192 h 3089525"/>
              <a:gd name="connsiteX536" fmla="*/ 645717 w 5851096"/>
              <a:gd name="connsiteY536" fmla="*/ 1241127 h 3089525"/>
              <a:gd name="connsiteX537" fmla="*/ 1367711 w 5851096"/>
              <a:gd name="connsiteY537" fmla="*/ 523010 h 3089525"/>
              <a:gd name="connsiteX538" fmla="*/ 1367833 w 5851096"/>
              <a:gd name="connsiteY538" fmla="*/ 521820 h 3089525"/>
              <a:gd name="connsiteX539" fmla="*/ 1384794 w 5851096"/>
              <a:gd name="connsiteY539" fmla="*/ 520226 h 3089525"/>
              <a:gd name="connsiteX540" fmla="*/ 1484657 w 5851096"/>
              <a:gd name="connsiteY540" fmla="*/ 510833 h 3089525"/>
              <a:gd name="connsiteX541" fmla="*/ 1502533 w 5851096"/>
              <a:gd name="connsiteY541" fmla="*/ 509151 h 3089525"/>
              <a:gd name="connsiteX542" fmla="*/ 1502560 w 5851096"/>
              <a:gd name="connsiteY542" fmla="*/ 509663 h 3089525"/>
              <a:gd name="connsiteX543" fmla="*/ 1503081 w 5851096"/>
              <a:gd name="connsiteY543" fmla="*/ 509629 h 3089525"/>
              <a:gd name="connsiteX544" fmla="*/ 1503703 w 5851096"/>
              <a:gd name="connsiteY544" fmla="*/ 521483 h 3089525"/>
              <a:gd name="connsiteX545" fmla="*/ 1502268 w 5851096"/>
              <a:gd name="connsiteY545" fmla="*/ 539073 h 3089525"/>
              <a:gd name="connsiteX546" fmla="*/ 1494457 w 5851096"/>
              <a:gd name="connsiteY546" fmla="*/ 634895 h 3089525"/>
              <a:gd name="connsiteX547" fmla="*/ 1493894 w 5851096"/>
              <a:gd name="connsiteY547" fmla="*/ 641812 h 3089525"/>
              <a:gd name="connsiteX548" fmla="*/ 1493365 w 5851096"/>
              <a:gd name="connsiteY548" fmla="*/ 641878 h 3089525"/>
              <a:gd name="connsiteX549" fmla="*/ 771371 w 5851096"/>
              <a:gd name="connsiteY549" fmla="*/ 1359994 h 3089525"/>
              <a:gd name="connsiteX550" fmla="*/ 771250 w 5851096"/>
              <a:gd name="connsiteY550" fmla="*/ 1361184 h 3089525"/>
              <a:gd name="connsiteX551" fmla="*/ 754286 w 5851096"/>
              <a:gd name="connsiteY551" fmla="*/ 1362780 h 3089525"/>
              <a:gd name="connsiteX552" fmla="*/ 654458 w 5851096"/>
              <a:gd name="connsiteY552" fmla="*/ 1372169 h 3089525"/>
              <a:gd name="connsiteX553" fmla="*/ 636551 w 5851096"/>
              <a:gd name="connsiteY553" fmla="*/ 1373854 h 3089525"/>
              <a:gd name="connsiteX554" fmla="*/ 636524 w 5851096"/>
              <a:gd name="connsiteY554" fmla="*/ 1373341 h 3089525"/>
              <a:gd name="connsiteX555" fmla="*/ 636002 w 5851096"/>
              <a:gd name="connsiteY555" fmla="*/ 1373376 h 3089525"/>
              <a:gd name="connsiteX556" fmla="*/ 635382 w 5851096"/>
              <a:gd name="connsiteY556" fmla="*/ 1361522 h 3089525"/>
              <a:gd name="connsiteX557" fmla="*/ 635382 w 5851096"/>
              <a:gd name="connsiteY557" fmla="*/ 1411078 h 3089525"/>
              <a:gd name="connsiteX558" fmla="*/ 636003 w 5851096"/>
              <a:gd name="connsiteY558" fmla="*/ 1399317 h 3089525"/>
              <a:gd name="connsiteX559" fmla="*/ 636524 w 5851096"/>
              <a:gd name="connsiteY559" fmla="*/ 1399351 h 3089525"/>
              <a:gd name="connsiteX560" fmla="*/ 636551 w 5851096"/>
              <a:gd name="connsiteY560" fmla="*/ 1398843 h 3089525"/>
              <a:gd name="connsiteX561" fmla="*/ 654426 w 5851096"/>
              <a:gd name="connsiteY561" fmla="*/ 1400511 h 3089525"/>
              <a:gd name="connsiteX562" fmla="*/ 754290 w 5851096"/>
              <a:gd name="connsiteY562" fmla="*/ 1409831 h 3089525"/>
              <a:gd name="connsiteX563" fmla="*/ 771250 w 5851096"/>
              <a:gd name="connsiteY563" fmla="*/ 1411413 h 3089525"/>
              <a:gd name="connsiteX564" fmla="*/ 771372 w 5851096"/>
              <a:gd name="connsiteY564" fmla="*/ 1412593 h 3089525"/>
              <a:gd name="connsiteX565" fmla="*/ 1493366 w 5851096"/>
              <a:gd name="connsiteY565" fmla="*/ 2125070 h 3089525"/>
              <a:gd name="connsiteX566" fmla="*/ 1493895 w 5851096"/>
              <a:gd name="connsiteY566" fmla="*/ 2125135 h 3089525"/>
              <a:gd name="connsiteX567" fmla="*/ 1494460 w 5851096"/>
              <a:gd name="connsiteY567" fmla="*/ 2132012 h 3089525"/>
              <a:gd name="connsiteX568" fmla="*/ 1502268 w 5851096"/>
              <a:gd name="connsiteY568" fmla="*/ 2227062 h 3089525"/>
              <a:gd name="connsiteX569" fmla="*/ 1503703 w 5851096"/>
              <a:gd name="connsiteY569" fmla="*/ 2244520 h 3089525"/>
              <a:gd name="connsiteX570" fmla="*/ 1503082 w 5851096"/>
              <a:gd name="connsiteY570" fmla="*/ 2256280 h 3089525"/>
              <a:gd name="connsiteX571" fmla="*/ 1502560 w 5851096"/>
              <a:gd name="connsiteY571" fmla="*/ 2256246 h 3089525"/>
              <a:gd name="connsiteX572" fmla="*/ 1502533 w 5851096"/>
              <a:gd name="connsiteY572" fmla="*/ 2256755 h 3089525"/>
              <a:gd name="connsiteX573" fmla="*/ 1484625 w 5851096"/>
              <a:gd name="connsiteY573" fmla="*/ 2255084 h 3089525"/>
              <a:gd name="connsiteX574" fmla="*/ 1384798 w 5851096"/>
              <a:gd name="connsiteY574" fmla="*/ 2245767 h 3089525"/>
              <a:gd name="connsiteX575" fmla="*/ 1367833 w 5851096"/>
              <a:gd name="connsiteY575" fmla="*/ 2244184 h 3089525"/>
              <a:gd name="connsiteX576" fmla="*/ 1367712 w 5851096"/>
              <a:gd name="connsiteY576" fmla="*/ 2243004 h 3089525"/>
              <a:gd name="connsiteX577" fmla="*/ 645718 w 5851096"/>
              <a:gd name="connsiteY577" fmla="*/ 1530527 h 3089525"/>
              <a:gd name="connsiteX578" fmla="*/ 645190 w 5851096"/>
              <a:gd name="connsiteY578" fmla="*/ 1530463 h 3089525"/>
              <a:gd name="connsiteX579" fmla="*/ 644626 w 5851096"/>
              <a:gd name="connsiteY579" fmla="*/ 1523599 h 3089525"/>
              <a:gd name="connsiteX580" fmla="*/ 636815 w 5851096"/>
              <a:gd name="connsiteY580" fmla="*/ 1428529 h 3089525"/>
              <a:gd name="connsiteX581" fmla="*/ 635382 w 5851096"/>
              <a:gd name="connsiteY581" fmla="*/ 1411078 h 3089525"/>
              <a:gd name="connsiteX582" fmla="*/ 0 w 5851096"/>
              <a:gd name="connsiteY582" fmla="*/ 120584 h 3089525"/>
              <a:gd name="connsiteX583" fmla="*/ 0 w 5851096"/>
              <a:gd name="connsiteY583" fmla="*/ 0 h 3089525"/>
              <a:gd name="connsiteX584" fmla="*/ 95071 w 5851096"/>
              <a:gd name="connsiteY584" fmla="*/ 0 h 3089525"/>
              <a:gd name="connsiteX585" fmla="*/ 23697 w 5851096"/>
              <a:gd name="connsiteY585" fmla="*/ 79433 h 3089525"/>
              <a:gd name="connsiteX586" fmla="*/ 0 w 5851096"/>
              <a:gd name="connsiteY586" fmla="*/ 459154 h 3089525"/>
              <a:gd name="connsiteX587" fmla="*/ 0 w 5851096"/>
              <a:gd name="connsiteY587" fmla="*/ 322913 h 3089525"/>
              <a:gd name="connsiteX588" fmla="*/ 85961 w 5851096"/>
              <a:gd name="connsiteY588" fmla="*/ 286715 h 3089525"/>
              <a:gd name="connsiteX589" fmla="*/ 364172 w 5851096"/>
              <a:gd name="connsiteY589" fmla="*/ 45955 h 3089525"/>
              <a:gd name="connsiteX590" fmla="*/ 387426 w 5851096"/>
              <a:gd name="connsiteY590" fmla="*/ 0 h 3089525"/>
              <a:gd name="connsiteX591" fmla="*/ 542918 w 5851096"/>
              <a:gd name="connsiteY591" fmla="*/ 0 h 3089525"/>
              <a:gd name="connsiteX592" fmla="*/ 488688 w 5851096"/>
              <a:gd name="connsiteY592" fmla="*/ 99096 h 3089525"/>
              <a:gd name="connsiteX593" fmla="*/ 13938 w 5851096"/>
              <a:gd name="connsiteY593" fmla="*/ 455878 h 3089525"/>
              <a:gd name="connsiteX594" fmla="*/ 0 w 5851096"/>
              <a:gd name="connsiteY594" fmla="*/ 1108862 h 3089525"/>
              <a:gd name="connsiteX595" fmla="*/ 0 w 5851096"/>
              <a:gd name="connsiteY595" fmla="*/ 893255 h 3089525"/>
              <a:gd name="connsiteX596" fmla="*/ 33376 w 5851096"/>
              <a:gd name="connsiteY596" fmla="*/ 945052 h 3089525"/>
              <a:gd name="connsiteX597" fmla="*/ 473320 w 5851096"/>
              <a:gd name="connsiteY597" fmla="*/ 1223782 h 3089525"/>
              <a:gd name="connsiteX598" fmla="*/ 9746 w 5851096"/>
              <a:gd name="connsiteY598" fmla="*/ 689563 h 3089525"/>
              <a:gd name="connsiteX599" fmla="*/ 0 w 5851096"/>
              <a:gd name="connsiteY599" fmla="*/ 686740 h 3089525"/>
              <a:gd name="connsiteX600" fmla="*/ 0 w 5851096"/>
              <a:gd name="connsiteY600" fmla="*/ 549764 h 3089525"/>
              <a:gd name="connsiteX601" fmla="*/ 27617 w 5851096"/>
              <a:gd name="connsiteY601" fmla="*/ 556541 h 3089525"/>
              <a:gd name="connsiteX602" fmla="*/ 612962 w 5851096"/>
              <a:gd name="connsiteY602" fmla="*/ 1241127 h 3089525"/>
              <a:gd name="connsiteX603" fmla="*/ 613492 w 5851096"/>
              <a:gd name="connsiteY603" fmla="*/ 1241192 h 3089525"/>
              <a:gd name="connsiteX604" fmla="*/ 614057 w 5851096"/>
              <a:gd name="connsiteY604" fmla="*/ 1248124 h 3089525"/>
              <a:gd name="connsiteX605" fmla="*/ 621865 w 5851096"/>
              <a:gd name="connsiteY605" fmla="*/ 1343926 h 3089525"/>
              <a:gd name="connsiteX606" fmla="*/ 623299 w 5851096"/>
              <a:gd name="connsiteY606" fmla="*/ 1361522 h 3089525"/>
              <a:gd name="connsiteX607" fmla="*/ 622679 w 5851096"/>
              <a:gd name="connsiteY607" fmla="*/ 1373376 h 3089525"/>
              <a:gd name="connsiteX608" fmla="*/ 622157 w 5851096"/>
              <a:gd name="connsiteY608" fmla="*/ 1373341 h 3089525"/>
              <a:gd name="connsiteX609" fmla="*/ 622129 w 5851096"/>
              <a:gd name="connsiteY609" fmla="*/ 1373854 h 3089525"/>
              <a:gd name="connsiteX610" fmla="*/ 604221 w 5851096"/>
              <a:gd name="connsiteY610" fmla="*/ 1372169 h 3089525"/>
              <a:gd name="connsiteX611" fmla="*/ 504394 w 5851096"/>
              <a:gd name="connsiteY611" fmla="*/ 1362780 h 3089525"/>
              <a:gd name="connsiteX612" fmla="*/ 487429 w 5851096"/>
              <a:gd name="connsiteY612" fmla="*/ 1361184 h 3089525"/>
              <a:gd name="connsiteX613" fmla="*/ 487308 w 5851096"/>
              <a:gd name="connsiteY613" fmla="*/ 1359994 h 3089525"/>
              <a:gd name="connsiteX614" fmla="*/ 5260 w 5851096"/>
              <a:gd name="connsiteY614" fmla="*/ 1114967 h 3089525"/>
              <a:gd name="connsiteX615" fmla="*/ 0 w 5851096"/>
              <a:gd name="connsiteY615" fmla="*/ 2216459 h 3089525"/>
              <a:gd name="connsiteX616" fmla="*/ 0 w 5851096"/>
              <a:gd name="connsiteY616" fmla="*/ 2080559 h 3089525"/>
              <a:gd name="connsiteX617" fmla="*/ 9744 w 5851096"/>
              <a:gd name="connsiteY617" fmla="*/ 2077760 h 3089525"/>
              <a:gd name="connsiteX618" fmla="*/ 473318 w 5851096"/>
              <a:gd name="connsiteY618" fmla="*/ 1547735 h 3089525"/>
              <a:gd name="connsiteX619" fmla="*/ 33374 w 5851096"/>
              <a:gd name="connsiteY619" fmla="*/ 1824276 h 3089525"/>
              <a:gd name="connsiteX620" fmla="*/ 0 w 5851096"/>
              <a:gd name="connsiteY620" fmla="*/ 1875663 h 3089525"/>
              <a:gd name="connsiteX621" fmla="*/ 0 w 5851096"/>
              <a:gd name="connsiteY621" fmla="*/ 1661750 h 3089525"/>
              <a:gd name="connsiteX622" fmla="*/ 5257 w 5851096"/>
              <a:gd name="connsiteY622" fmla="*/ 1655695 h 3089525"/>
              <a:gd name="connsiteX623" fmla="*/ 487305 w 5851096"/>
              <a:gd name="connsiteY623" fmla="*/ 1412593 h 3089525"/>
              <a:gd name="connsiteX624" fmla="*/ 487427 w 5851096"/>
              <a:gd name="connsiteY624" fmla="*/ 1411413 h 3089525"/>
              <a:gd name="connsiteX625" fmla="*/ 504388 w 5851096"/>
              <a:gd name="connsiteY625" fmla="*/ 1409831 h 3089525"/>
              <a:gd name="connsiteX626" fmla="*/ 604251 w 5851096"/>
              <a:gd name="connsiteY626" fmla="*/ 1400511 h 3089525"/>
              <a:gd name="connsiteX627" fmla="*/ 622127 w 5851096"/>
              <a:gd name="connsiteY627" fmla="*/ 1398843 h 3089525"/>
              <a:gd name="connsiteX628" fmla="*/ 622154 w 5851096"/>
              <a:gd name="connsiteY628" fmla="*/ 1399351 h 3089525"/>
              <a:gd name="connsiteX629" fmla="*/ 622675 w 5851096"/>
              <a:gd name="connsiteY629" fmla="*/ 1399317 h 3089525"/>
              <a:gd name="connsiteX630" fmla="*/ 623297 w 5851096"/>
              <a:gd name="connsiteY630" fmla="*/ 1411078 h 3089525"/>
              <a:gd name="connsiteX631" fmla="*/ 621863 w 5851096"/>
              <a:gd name="connsiteY631" fmla="*/ 1428529 h 3089525"/>
              <a:gd name="connsiteX632" fmla="*/ 614051 w 5851096"/>
              <a:gd name="connsiteY632" fmla="*/ 1523599 h 3089525"/>
              <a:gd name="connsiteX633" fmla="*/ 613488 w 5851096"/>
              <a:gd name="connsiteY633" fmla="*/ 1530463 h 3089525"/>
              <a:gd name="connsiteX634" fmla="*/ 612959 w 5851096"/>
              <a:gd name="connsiteY634" fmla="*/ 1530527 h 3089525"/>
              <a:gd name="connsiteX635" fmla="*/ 27613 w 5851096"/>
              <a:gd name="connsiteY635" fmla="*/ 2209736 h 3089525"/>
              <a:gd name="connsiteX636" fmla="*/ 0 w 5851096"/>
              <a:gd name="connsiteY636" fmla="*/ 2867081 h 3089525"/>
              <a:gd name="connsiteX637" fmla="*/ 0 w 5851096"/>
              <a:gd name="connsiteY637" fmla="*/ 2651475 h 3089525"/>
              <a:gd name="connsiteX638" fmla="*/ 33376 w 5851096"/>
              <a:gd name="connsiteY638" fmla="*/ 2703272 h 3089525"/>
              <a:gd name="connsiteX639" fmla="*/ 473320 w 5851096"/>
              <a:gd name="connsiteY639" fmla="*/ 2982001 h 3089525"/>
              <a:gd name="connsiteX640" fmla="*/ 9746 w 5851096"/>
              <a:gd name="connsiteY640" fmla="*/ 2447782 h 3089525"/>
              <a:gd name="connsiteX641" fmla="*/ 0 w 5851096"/>
              <a:gd name="connsiteY641" fmla="*/ 2444960 h 3089525"/>
              <a:gd name="connsiteX642" fmla="*/ 0 w 5851096"/>
              <a:gd name="connsiteY642" fmla="*/ 2307984 h 3089525"/>
              <a:gd name="connsiteX643" fmla="*/ 27617 w 5851096"/>
              <a:gd name="connsiteY643" fmla="*/ 2314760 h 3089525"/>
              <a:gd name="connsiteX644" fmla="*/ 612962 w 5851096"/>
              <a:gd name="connsiteY644" fmla="*/ 2999346 h 3089525"/>
              <a:gd name="connsiteX645" fmla="*/ 613492 w 5851096"/>
              <a:gd name="connsiteY645" fmla="*/ 2999411 h 3089525"/>
              <a:gd name="connsiteX646" fmla="*/ 614056 w 5851096"/>
              <a:gd name="connsiteY646" fmla="*/ 3006343 h 3089525"/>
              <a:gd name="connsiteX647" fmla="*/ 620836 w 5851096"/>
              <a:gd name="connsiteY647" fmla="*/ 3089525 h 3089525"/>
              <a:gd name="connsiteX648" fmla="*/ 370396 w 5851096"/>
              <a:gd name="connsiteY648" fmla="*/ 3089525 h 3089525"/>
              <a:gd name="connsiteX649" fmla="*/ 350661 w 5851096"/>
              <a:gd name="connsiteY649" fmla="*/ 3084682 h 3089525"/>
              <a:gd name="connsiteX650" fmla="*/ 5260 w 5851096"/>
              <a:gd name="connsiteY650" fmla="*/ 2873187 h 308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Lst>
            <a:rect l="l" t="t" r="r" b="b"/>
            <a:pathLst>
              <a:path w="5851096" h="3089525">
                <a:moveTo>
                  <a:pt x="5215514" y="659222"/>
                </a:moveTo>
                <a:cubicBezTo>
                  <a:pt x="5271247" y="939930"/>
                  <a:pt x="5495997" y="1162499"/>
                  <a:pt x="5783878" y="1223782"/>
                </a:cubicBezTo>
                <a:cubicBezTo>
                  <a:pt x="5728146" y="943074"/>
                  <a:pt x="5503395" y="720505"/>
                  <a:pt x="5215514" y="659222"/>
                </a:cubicBezTo>
                <a:close/>
                <a:moveTo>
                  <a:pt x="5215514" y="2417442"/>
                </a:moveTo>
                <a:cubicBezTo>
                  <a:pt x="5271247" y="2698150"/>
                  <a:pt x="5495997" y="2920718"/>
                  <a:pt x="5783878" y="2982001"/>
                </a:cubicBezTo>
                <a:cubicBezTo>
                  <a:pt x="5728146" y="2701294"/>
                  <a:pt x="5503395" y="2478725"/>
                  <a:pt x="5215514" y="2417442"/>
                </a:cubicBezTo>
                <a:close/>
                <a:moveTo>
                  <a:pt x="5215512" y="2107862"/>
                </a:moveTo>
                <a:cubicBezTo>
                  <a:pt x="5503392" y="2047060"/>
                  <a:pt x="5728143" y="1826239"/>
                  <a:pt x="5783876" y="1547735"/>
                </a:cubicBezTo>
                <a:cubicBezTo>
                  <a:pt x="5495995" y="1608537"/>
                  <a:pt x="5271244" y="1829358"/>
                  <a:pt x="5215512" y="2107862"/>
                </a:cubicBezTo>
                <a:close/>
                <a:moveTo>
                  <a:pt x="5065535" y="521483"/>
                </a:moveTo>
                <a:lnTo>
                  <a:pt x="5066157" y="509629"/>
                </a:lnTo>
                <a:lnTo>
                  <a:pt x="5066678" y="509663"/>
                </a:lnTo>
                <a:lnTo>
                  <a:pt x="5066705" y="509151"/>
                </a:lnTo>
                <a:lnTo>
                  <a:pt x="5084580" y="510833"/>
                </a:lnTo>
                <a:cubicBezTo>
                  <a:pt x="5118460" y="511379"/>
                  <a:pt x="5151823" y="514468"/>
                  <a:pt x="5184444" y="520226"/>
                </a:cubicBezTo>
                <a:cubicBezTo>
                  <a:pt x="5190277" y="519792"/>
                  <a:pt x="5195851" y="520774"/>
                  <a:pt x="5201405" y="521820"/>
                </a:cubicBezTo>
                <a:lnTo>
                  <a:pt x="5201527" y="523010"/>
                </a:lnTo>
                <a:cubicBezTo>
                  <a:pt x="5483077" y="569171"/>
                  <a:pt x="5718838" y="744362"/>
                  <a:pt x="5841311" y="983324"/>
                </a:cubicBezTo>
                <a:lnTo>
                  <a:pt x="5851096" y="1006985"/>
                </a:lnTo>
                <a:lnTo>
                  <a:pt x="5851096" y="1366179"/>
                </a:lnTo>
                <a:lnTo>
                  <a:pt x="5814952" y="1362779"/>
                </a:lnTo>
                <a:cubicBezTo>
                  <a:pt x="5809118" y="1363214"/>
                  <a:pt x="5803543" y="1362231"/>
                  <a:pt x="5797987" y="1361184"/>
                </a:cubicBezTo>
                <a:lnTo>
                  <a:pt x="5797866" y="1359994"/>
                </a:lnTo>
                <a:cubicBezTo>
                  <a:pt x="5422466" y="1298446"/>
                  <a:pt x="5128467" y="1007510"/>
                  <a:pt x="5075873" y="641878"/>
                </a:cubicBezTo>
                <a:cubicBezTo>
                  <a:pt x="5075697" y="641823"/>
                  <a:pt x="5075522" y="641817"/>
                  <a:pt x="5075344" y="641812"/>
                </a:cubicBezTo>
                <a:lnTo>
                  <a:pt x="5074781" y="634895"/>
                </a:lnTo>
                <a:cubicBezTo>
                  <a:pt x="5069489" y="603550"/>
                  <a:pt x="5066925" y="571542"/>
                  <a:pt x="5066970" y="539073"/>
                </a:cubicBezTo>
                <a:cubicBezTo>
                  <a:pt x="5065597" y="533241"/>
                  <a:pt x="5065535" y="527369"/>
                  <a:pt x="5065535" y="521483"/>
                </a:cubicBezTo>
                <a:close/>
                <a:moveTo>
                  <a:pt x="5065535" y="2279702"/>
                </a:moveTo>
                <a:lnTo>
                  <a:pt x="5066157" y="2267848"/>
                </a:lnTo>
                <a:lnTo>
                  <a:pt x="5066678" y="2267882"/>
                </a:lnTo>
                <a:lnTo>
                  <a:pt x="5066705" y="2267371"/>
                </a:lnTo>
                <a:lnTo>
                  <a:pt x="5084580" y="2269052"/>
                </a:lnTo>
                <a:cubicBezTo>
                  <a:pt x="5118460" y="2269598"/>
                  <a:pt x="5151823" y="2272687"/>
                  <a:pt x="5184444" y="2278445"/>
                </a:cubicBezTo>
                <a:cubicBezTo>
                  <a:pt x="5190277" y="2278011"/>
                  <a:pt x="5195851" y="2278993"/>
                  <a:pt x="5201405" y="2280040"/>
                </a:cubicBezTo>
                <a:lnTo>
                  <a:pt x="5201527" y="2281230"/>
                </a:lnTo>
                <a:cubicBezTo>
                  <a:pt x="5483077" y="2327390"/>
                  <a:pt x="5718838" y="2502582"/>
                  <a:pt x="5841311" y="2741544"/>
                </a:cubicBezTo>
                <a:lnTo>
                  <a:pt x="5851096" y="2765204"/>
                </a:lnTo>
                <a:lnTo>
                  <a:pt x="5851096" y="3089525"/>
                </a:lnTo>
                <a:lnTo>
                  <a:pt x="5680952" y="3089525"/>
                </a:lnTo>
                <a:lnTo>
                  <a:pt x="5661219" y="3084683"/>
                </a:lnTo>
                <a:cubicBezTo>
                  <a:pt x="5352738" y="2982764"/>
                  <a:pt x="5121893" y="2720025"/>
                  <a:pt x="5075873" y="2400097"/>
                </a:cubicBezTo>
                <a:cubicBezTo>
                  <a:pt x="5075697" y="2400042"/>
                  <a:pt x="5075522" y="2400037"/>
                  <a:pt x="5075344" y="2400032"/>
                </a:cubicBezTo>
                <a:lnTo>
                  <a:pt x="5074781" y="2393114"/>
                </a:lnTo>
                <a:cubicBezTo>
                  <a:pt x="5069489" y="2361770"/>
                  <a:pt x="5066925" y="2329761"/>
                  <a:pt x="5066970" y="2297292"/>
                </a:cubicBezTo>
                <a:cubicBezTo>
                  <a:pt x="5065597" y="2291461"/>
                  <a:pt x="5065535" y="2285589"/>
                  <a:pt x="5065535" y="2279702"/>
                </a:cubicBezTo>
                <a:close/>
                <a:moveTo>
                  <a:pt x="5065533" y="486299"/>
                </a:moveTo>
                <a:cubicBezTo>
                  <a:pt x="5065533" y="480458"/>
                  <a:pt x="5065595" y="474631"/>
                  <a:pt x="5066968" y="468842"/>
                </a:cubicBezTo>
                <a:cubicBezTo>
                  <a:pt x="5066923" y="436636"/>
                  <a:pt x="5069486" y="404884"/>
                  <a:pt x="5074776" y="373792"/>
                </a:cubicBezTo>
                <a:lnTo>
                  <a:pt x="5075341" y="366915"/>
                </a:lnTo>
                <a:cubicBezTo>
                  <a:pt x="5075518" y="366910"/>
                  <a:pt x="5075694" y="366905"/>
                  <a:pt x="5075869" y="366850"/>
                </a:cubicBezTo>
                <a:cubicBezTo>
                  <a:pt x="5089628" y="271960"/>
                  <a:pt x="5119903" y="182140"/>
                  <a:pt x="5163966" y="100280"/>
                </a:cubicBezTo>
                <a:lnTo>
                  <a:pt x="5229488" y="0"/>
                </a:lnTo>
                <a:lnTo>
                  <a:pt x="5405629" y="0"/>
                </a:lnTo>
                <a:lnTo>
                  <a:pt x="5334254" y="79433"/>
                </a:lnTo>
                <a:cubicBezTo>
                  <a:pt x="5276439" y="159050"/>
                  <a:pt x="5235311" y="250706"/>
                  <a:pt x="5215512" y="349642"/>
                </a:cubicBezTo>
                <a:cubicBezTo>
                  <a:pt x="5406992" y="309201"/>
                  <a:pt x="5570544" y="197965"/>
                  <a:pt x="5674730" y="45955"/>
                </a:cubicBezTo>
                <a:lnTo>
                  <a:pt x="5697983" y="0"/>
                </a:lnTo>
                <a:lnTo>
                  <a:pt x="5851096" y="0"/>
                </a:lnTo>
                <a:lnTo>
                  <a:pt x="5851096" y="4349"/>
                </a:lnTo>
                <a:lnTo>
                  <a:pt x="5799246" y="99096"/>
                </a:lnTo>
                <a:cubicBezTo>
                  <a:pt x="5669765" y="299632"/>
                  <a:pt x="5454064" y="443705"/>
                  <a:pt x="5201524" y="484784"/>
                </a:cubicBezTo>
                <a:lnTo>
                  <a:pt x="5201403" y="485964"/>
                </a:lnTo>
                <a:cubicBezTo>
                  <a:pt x="5195847" y="487004"/>
                  <a:pt x="5190272" y="487979"/>
                  <a:pt x="5184438" y="487548"/>
                </a:cubicBezTo>
                <a:cubicBezTo>
                  <a:pt x="5151829" y="493257"/>
                  <a:pt x="5118478" y="496322"/>
                  <a:pt x="5084610" y="496864"/>
                </a:cubicBezTo>
                <a:lnTo>
                  <a:pt x="5066703" y="498535"/>
                </a:lnTo>
                <a:lnTo>
                  <a:pt x="5066676" y="498027"/>
                </a:lnTo>
                <a:lnTo>
                  <a:pt x="5066154" y="498061"/>
                </a:lnTo>
                <a:cubicBezTo>
                  <a:pt x="5065562" y="494151"/>
                  <a:pt x="5065533" y="490228"/>
                  <a:pt x="5065533" y="486299"/>
                </a:cubicBezTo>
                <a:close/>
                <a:moveTo>
                  <a:pt x="5065533" y="2244520"/>
                </a:moveTo>
                <a:cubicBezTo>
                  <a:pt x="5065533" y="2238678"/>
                  <a:pt x="5065595" y="2232850"/>
                  <a:pt x="5066968" y="2227062"/>
                </a:cubicBezTo>
                <a:cubicBezTo>
                  <a:pt x="5066923" y="2194855"/>
                  <a:pt x="5069486" y="2163105"/>
                  <a:pt x="5074776" y="2132012"/>
                </a:cubicBezTo>
                <a:lnTo>
                  <a:pt x="5075341" y="2125135"/>
                </a:lnTo>
                <a:cubicBezTo>
                  <a:pt x="5075518" y="2125130"/>
                  <a:pt x="5075694" y="2125125"/>
                  <a:pt x="5075869" y="2125070"/>
                </a:cubicBezTo>
                <a:cubicBezTo>
                  <a:pt x="5128465" y="1762307"/>
                  <a:pt x="5422464" y="1473657"/>
                  <a:pt x="5797863" y="1412593"/>
                </a:cubicBezTo>
                <a:lnTo>
                  <a:pt x="5797985" y="1411413"/>
                </a:lnTo>
                <a:cubicBezTo>
                  <a:pt x="5803539" y="1410374"/>
                  <a:pt x="5809112" y="1409399"/>
                  <a:pt x="5814946" y="1409830"/>
                </a:cubicBezTo>
                <a:lnTo>
                  <a:pt x="5851096" y="1406457"/>
                </a:lnTo>
                <a:lnTo>
                  <a:pt x="5851096" y="1762823"/>
                </a:lnTo>
                <a:lnTo>
                  <a:pt x="5841309" y="1786304"/>
                </a:lnTo>
                <a:cubicBezTo>
                  <a:pt x="5718836" y="2023390"/>
                  <a:pt x="5483074" y="2197206"/>
                  <a:pt x="5201524" y="2243004"/>
                </a:cubicBezTo>
                <a:lnTo>
                  <a:pt x="5201403" y="2244184"/>
                </a:lnTo>
                <a:cubicBezTo>
                  <a:pt x="5195847" y="2245223"/>
                  <a:pt x="5190272" y="2246198"/>
                  <a:pt x="5184438" y="2245767"/>
                </a:cubicBezTo>
                <a:cubicBezTo>
                  <a:pt x="5151829" y="2251477"/>
                  <a:pt x="5118478" y="2254542"/>
                  <a:pt x="5084610" y="2255084"/>
                </a:cubicBezTo>
                <a:lnTo>
                  <a:pt x="5066703" y="2256755"/>
                </a:lnTo>
                <a:lnTo>
                  <a:pt x="5066676" y="2256246"/>
                </a:lnTo>
                <a:lnTo>
                  <a:pt x="5066154" y="2256280"/>
                </a:lnTo>
                <a:cubicBezTo>
                  <a:pt x="5065562" y="2252372"/>
                  <a:pt x="5065533" y="2248449"/>
                  <a:pt x="5065533" y="2244520"/>
                </a:cubicBezTo>
                <a:close/>
                <a:moveTo>
                  <a:pt x="4325732" y="1223782"/>
                </a:moveTo>
                <a:cubicBezTo>
                  <a:pt x="4613612" y="1162499"/>
                  <a:pt x="4838363" y="939930"/>
                  <a:pt x="4894096" y="659222"/>
                </a:cubicBezTo>
                <a:cubicBezTo>
                  <a:pt x="4606215" y="720505"/>
                  <a:pt x="4381464" y="943074"/>
                  <a:pt x="4325732" y="1223782"/>
                </a:cubicBezTo>
                <a:close/>
                <a:moveTo>
                  <a:pt x="4325732" y="1547735"/>
                </a:moveTo>
                <a:cubicBezTo>
                  <a:pt x="4381465" y="1826239"/>
                  <a:pt x="4606215" y="2047060"/>
                  <a:pt x="4894096" y="2107862"/>
                </a:cubicBezTo>
                <a:cubicBezTo>
                  <a:pt x="4838364" y="1829358"/>
                  <a:pt x="4613612" y="1608537"/>
                  <a:pt x="4325732" y="1547735"/>
                </a:cubicBezTo>
                <a:close/>
                <a:moveTo>
                  <a:pt x="4325732" y="2982001"/>
                </a:moveTo>
                <a:cubicBezTo>
                  <a:pt x="4613612" y="2920718"/>
                  <a:pt x="4838363" y="2698150"/>
                  <a:pt x="4894096" y="2417442"/>
                </a:cubicBezTo>
                <a:cubicBezTo>
                  <a:pt x="4606215" y="2478725"/>
                  <a:pt x="4381464" y="2701294"/>
                  <a:pt x="4325732" y="2982001"/>
                </a:cubicBezTo>
                <a:close/>
                <a:moveTo>
                  <a:pt x="4256134" y="0"/>
                </a:moveTo>
                <a:lnTo>
                  <a:pt x="4411625" y="0"/>
                </a:lnTo>
                <a:lnTo>
                  <a:pt x="4434878" y="45955"/>
                </a:lnTo>
                <a:cubicBezTo>
                  <a:pt x="4539065" y="197965"/>
                  <a:pt x="4702616" y="309201"/>
                  <a:pt x="4894096" y="349642"/>
                </a:cubicBezTo>
                <a:cubicBezTo>
                  <a:pt x="4874298" y="250706"/>
                  <a:pt x="4833170" y="159050"/>
                  <a:pt x="4775353" y="79433"/>
                </a:cubicBezTo>
                <a:lnTo>
                  <a:pt x="4703980" y="0"/>
                </a:lnTo>
                <a:lnTo>
                  <a:pt x="4880119" y="0"/>
                </a:lnTo>
                <a:lnTo>
                  <a:pt x="4945641" y="100280"/>
                </a:lnTo>
                <a:cubicBezTo>
                  <a:pt x="4989705" y="182140"/>
                  <a:pt x="5019980" y="271960"/>
                  <a:pt x="5033738" y="366850"/>
                </a:cubicBezTo>
                <a:cubicBezTo>
                  <a:pt x="5033914" y="366905"/>
                  <a:pt x="5034090" y="366910"/>
                  <a:pt x="5034267" y="366915"/>
                </a:cubicBezTo>
                <a:lnTo>
                  <a:pt x="5034832" y="373792"/>
                </a:lnTo>
                <a:cubicBezTo>
                  <a:pt x="5040122" y="404884"/>
                  <a:pt x="5042685" y="436636"/>
                  <a:pt x="5042640" y="468842"/>
                </a:cubicBezTo>
                <a:cubicBezTo>
                  <a:pt x="5044013" y="474631"/>
                  <a:pt x="5044074" y="480458"/>
                  <a:pt x="5044074" y="486299"/>
                </a:cubicBezTo>
                <a:cubicBezTo>
                  <a:pt x="5044074" y="490228"/>
                  <a:pt x="5044046" y="494151"/>
                  <a:pt x="5043454" y="498061"/>
                </a:cubicBezTo>
                <a:lnTo>
                  <a:pt x="5042932" y="498027"/>
                </a:lnTo>
                <a:lnTo>
                  <a:pt x="5042905" y="498535"/>
                </a:lnTo>
                <a:lnTo>
                  <a:pt x="5024997" y="496864"/>
                </a:lnTo>
                <a:cubicBezTo>
                  <a:pt x="4991129" y="496322"/>
                  <a:pt x="4957779" y="493257"/>
                  <a:pt x="4925170" y="487548"/>
                </a:cubicBezTo>
                <a:cubicBezTo>
                  <a:pt x="4919336" y="487979"/>
                  <a:pt x="4913761" y="487004"/>
                  <a:pt x="4908205" y="485964"/>
                </a:cubicBezTo>
                <a:lnTo>
                  <a:pt x="4908084" y="484784"/>
                </a:lnTo>
                <a:cubicBezTo>
                  <a:pt x="4655545" y="443705"/>
                  <a:pt x="4439844" y="299632"/>
                  <a:pt x="4310363" y="99096"/>
                </a:cubicBezTo>
                <a:close/>
                <a:moveTo>
                  <a:pt x="4178216" y="3089525"/>
                </a:moveTo>
                <a:lnTo>
                  <a:pt x="4184996" y="3006343"/>
                </a:lnTo>
                <a:lnTo>
                  <a:pt x="4185561" y="2999411"/>
                </a:lnTo>
                <a:cubicBezTo>
                  <a:pt x="4185737" y="2999406"/>
                  <a:pt x="4185914" y="2999401"/>
                  <a:pt x="4186090" y="2999346"/>
                </a:cubicBezTo>
                <a:cubicBezTo>
                  <a:pt x="4238685" y="2633713"/>
                  <a:pt x="4532684" y="2342777"/>
                  <a:pt x="4908083" y="2281230"/>
                </a:cubicBezTo>
                <a:lnTo>
                  <a:pt x="4908205" y="2280040"/>
                </a:lnTo>
                <a:cubicBezTo>
                  <a:pt x="4913759" y="2278993"/>
                  <a:pt x="4919332" y="2278011"/>
                  <a:pt x="4925166" y="2278445"/>
                </a:cubicBezTo>
                <a:cubicBezTo>
                  <a:pt x="4957787" y="2272687"/>
                  <a:pt x="4991150" y="2269598"/>
                  <a:pt x="5025030" y="2269052"/>
                </a:cubicBezTo>
                <a:lnTo>
                  <a:pt x="5042905" y="2267371"/>
                </a:lnTo>
                <a:lnTo>
                  <a:pt x="5042932" y="2267882"/>
                </a:lnTo>
                <a:lnTo>
                  <a:pt x="5043453" y="2267848"/>
                </a:lnTo>
                <a:lnTo>
                  <a:pt x="5044074" y="2279702"/>
                </a:lnTo>
                <a:cubicBezTo>
                  <a:pt x="5044074" y="2285589"/>
                  <a:pt x="5044013" y="2291461"/>
                  <a:pt x="5042640" y="2297292"/>
                </a:cubicBezTo>
                <a:cubicBezTo>
                  <a:pt x="5042685" y="2329761"/>
                  <a:pt x="5040121" y="2361770"/>
                  <a:pt x="5034829" y="2393114"/>
                </a:cubicBezTo>
                <a:lnTo>
                  <a:pt x="5034266" y="2400032"/>
                </a:lnTo>
                <a:cubicBezTo>
                  <a:pt x="5034088" y="2400037"/>
                  <a:pt x="5033912" y="2400042"/>
                  <a:pt x="5033737" y="2400097"/>
                </a:cubicBezTo>
                <a:cubicBezTo>
                  <a:pt x="4987717" y="2720025"/>
                  <a:pt x="4756872" y="2982764"/>
                  <a:pt x="4448391" y="3084683"/>
                </a:cubicBezTo>
                <a:lnTo>
                  <a:pt x="4428658" y="3089525"/>
                </a:lnTo>
                <a:close/>
                <a:moveTo>
                  <a:pt x="4175753" y="1361522"/>
                </a:moveTo>
                <a:cubicBezTo>
                  <a:pt x="4175753" y="1355634"/>
                  <a:pt x="4175815" y="1349760"/>
                  <a:pt x="4177187" y="1343926"/>
                </a:cubicBezTo>
                <a:cubicBezTo>
                  <a:pt x="4177144" y="1311465"/>
                  <a:pt x="4179705" y="1279462"/>
                  <a:pt x="4184996" y="1248124"/>
                </a:cubicBezTo>
                <a:lnTo>
                  <a:pt x="4185561" y="1241192"/>
                </a:lnTo>
                <a:cubicBezTo>
                  <a:pt x="4185737" y="1241187"/>
                  <a:pt x="4185914" y="1241182"/>
                  <a:pt x="4186090" y="1241127"/>
                </a:cubicBezTo>
                <a:cubicBezTo>
                  <a:pt x="4238685" y="875493"/>
                  <a:pt x="4532684" y="584557"/>
                  <a:pt x="4908083" y="523010"/>
                </a:cubicBezTo>
                <a:lnTo>
                  <a:pt x="4908205" y="521820"/>
                </a:lnTo>
                <a:cubicBezTo>
                  <a:pt x="4913759" y="520774"/>
                  <a:pt x="4919332" y="519792"/>
                  <a:pt x="4925166" y="520226"/>
                </a:cubicBezTo>
                <a:cubicBezTo>
                  <a:pt x="4957787" y="514468"/>
                  <a:pt x="4991150" y="511379"/>
                  <a:pt x="5025030" y="510833"/>
                </a:cubicBezTo>
                <a:lnTo>
                  <a:pt x="5042905" y="509151"/>
                </a:lnTo>
                <a:lnTo>
                  <a:pt x="5042932" y="509663"/>
                </a:lnTo>
                <a:lnTo>
                  <a:pt x="5043453" y="509629"/>
                </a:lnTo>
                <a:lnTo>
                  <a:pt x="5044074" y="521483"/>
                </a:lnTo>
                <a:cubicBezTo>
                  <a:pt x="5044074" y="527369"/>
                  <a:pt x="5044013" y="533241"/>
                  <a:pt x="5042640" y="539073"/>
                </a:cubicBezTo>
                <a:cubicBezTo>
                  <a:pt x="5042685" y="571542"/>
                  <a:pt x="5040121" y="603550"/>
                  <a:pt x="5034829" y="634895"/>
                </a:cubicBezTo>
                <a:lnTo>
                  <a:pt x="5034266" y="641812"/>
                </a:lnTo>
                <a:cubicBezTo>
                  <a:pt x="5034088" y="641817"/>
                  <a:pt x="5033912" y="641823"/>
                  <a:pt x="5033737" y="641878"/>
                </a:cubicBezTo>
                <a:cubicBezTo>
                  <a:pt x="4981143" y="1007510"/>
                  <a:pt x="4687144" y="1298446"/>
                  <a:pt x="4311744" y="1359994"/>
                </a:cubicBezTo>
                <a:lnTo>
                  <a:pt x="4311623" y="1361184"/>
                </a:lnTo>
                <a:cubicBezTo>
                  <a:pt x="4306067" y="1362231"/>
                  <a:pt x="4300492" y="1363214"/>
                  <a:pt x="4294658" y="1362780"/>
                </a:cubicBezTo>
                <a:cubicBezTo>
                  <a:pt x="4262048" y="1368535"/>
                  <a:pt x="4228698" y="1371623"/>
                  <a:pt x="4194831" y="1372169"/>
                </a:cubicBezTo>
                <a:lnTo>
                  <a:pt x="4176923" y="1373854"/>
                </a:lnTo>
                <a:lnTo>
                  <a:pt x="4176896" y="1373341"/>
                </a:lnTo>
                <a:lnTo>
                  <a:pt x="4176374" y="1373376"/>
                </a:lnTo>
                <a:cubicBezTo>
                  <a:pt x="4175781" y="1369436"/>
                  <a:pt x="4175753" y="1365482"/>
                  <a:pt x="4175753" y="1361522"/>
                </a:cubicBezTo>
                <a:close/>
                <a:moveTo>
                  <a:pt x="4175753" y="1411078"/>
                </a:moveTo>
                <a:lnTo>
                  <a:pt x="4176375" y="1399317"/>
                </a:lnTo>
                <a:lnTo>
                  <a:pt x="4176896" y="1399351"/>
                </a:lnTo>
                <a:lnTo>
                  <a:pt x="4176923" y="1398843"/>
                </a:lnTo>
                <a:lnTo>
                  <a:pt x="4194799" y="1400511"/>
                </a:lnTo>
                <a:cubicBezTo>
                  <a:pt x="4228677" y="1401053"/>
                  <a:pt x="4262041" y="1404118"/>
                  <a:pt x="4294662" y="1409831"/>
                </a:cubicBezTo>
                <a:cubicBezTo>
                  <a:pt x="4300495" y="1409399"/>
                  <a:pt x="4306069" y="1410375"/>
                  <a:pt x="4311623" y="1411413"/>
                </a:cubicBezTo>
                <a:lnTo>
                  <a:pt x="4311745" y="1412593"/>
                </a:lnTo>
                <a:cubicBezTo>
                  <a:pt x="4687144" y="1473657"/>
                  <a:pt x="4981143" y="1762307"/>
                  <a:pt x="5033738" y="2125070"/>
                </a:cubicBezTo>
                <a:cubicBezTo>
                  <a:pt x="5033914" y="2125125"/>
                  <a:pt x="5034090" y="2125130"/>
                  <a:pt x="5034267" y="2125135"/>
                </a:cubicBezTo>
                <a:lnTo>
                  <a:pt x="5034832" y="2132012"/>
                </a:lnTo>
                <a:cubicBezTo>
                  <a:pt x="5040122" y="2163105"/>
                  <a:pt x="5042685" y="2194855"/>
                  <a:pt x="5042640" y="2227062"/>
                </a:cubicBezTo>
                <a:cubicBezTo>
                  <a:pt x="5044013" y="2232850"/>
                  <a:pt x="5044074" y="2238678"/>
                  <a:pt x="5044074" y="2244520"/>
                </a:cubicBezTo>
                <a:cubicBezTo>
                  <a:pt x="5044074" y="2248449"/>
                  <a:pt x="5044046" y="2252372"/>
                  <a:pt x="5043454" y="2256280"/>
                </a:cubicBezTo>
                <a:lnTo>
                  <a:pt x="5042932" y="2256246"/>
                </a:lnTo>
                <a:lnTo>
                  <a:pt x="5042905" y="2256755"/>
                </a:lnTo>
                <a:lnTo>
                  <a:pt x="5024997" y="2255084"/>
                </a:lnTo>
                <a:cubicBezTo>
                  <a:pt x="4991129" y="2254542"/>
                  <a:pt x="4957779" y="2251477"/>
                  <a:pt x="4925170" y="2245767"/>
                </a:cubicBezTo>
                <a:cubicBezTo>
                  <a:pt x="4919336" y="2246198"/>
                  <a:pt x="4913761" y="2245223"/>
                  <a:pt x="4908205" y="2244184"/>
                </a:cubicBezTo>
                <a:lnTo>
                  <a:pt x="4908084" y="2243004"/>
                </a:lnTo>
                <a:cubicBezTo>
                  <a:pt x="4532684" y="2181939"/>
                  <a:pt x="4238685" y="1893288"/>
                  <a:pt x="4186091" y="1530527"/>
                </a:cubicBezTo>
                <a:cubicBezTo>
                  <a:pt x="4185915" y="1530472"/>
                  <a:pt x="4185739" y="1530468"/>
                  <a:pt x="4185562" y="1530463"/>
                </a:cubicBezTo>
                <a:lnTo>
                  <a:pt x="4184999" y="1523599"/>
                </a:lnTo>
                <a:cubicBezTo>
                  <a:pt x="4179707" y="1492501"/>
                  <a:pt x="4177144" y="1460743"/>
                  <a:pt x="4177187" y="1428529"/>
                </a:cubicBezTo>
                <a:cubicBezTo>
                  <a:pt x="4175815" y="1422743"/>
                  <a:pt x="4175753" y="1416918"/>
                  <a:pt x="4175753" y="1411078"/>
                </a:cubicBezTo>
                <a:close/>
                <a:moveTo>
                  <a:pt x="3445328" y="659222"/>
                </a:moveTo>
                <a:cubicBezTo>
                  <a:pt x="3501061" y="939930"/>
                  <a:pt x="3725812" y="1162499"/>
                  <a:pt x="4013692" y="1223782"/>
                </a:cubicBezTo>
                <a:cubicBezTo>
                  <a:pt x="3957960" y="943074"/>
                  <a:pt x="3733209" y="720505"/>
                  <a:pt x="3445328" y="659222"/>
                </a:cubicBezTo>
                <a:close/>
                <a:moveTo>
                  <a:pt x="3445328" y="2417442"/>
                </a:moveTo>
                <a:cubicBezTo>
                  <a:pt x="3501061" y="2698150"/>
                  <a:pt x="3725812" y="2920718"/>
                  <a:pt x="4013692" y="2982001"/>
                </a:cubicBezTo>
                <a:cubicBezTo>
                  <a:pt x="3957960" y="2701294"/>
                  <a:pt x="3733209" y="2478725"/>
                  <a:pt x="3445328" y="2417442"/>
                </a:cubicBezTo>
                <a:close/>
                <a:moveTo>
                  <a:pt x="3445326" y="2107862"/>
                </a:moveTo>
                <a:cubicBezTo>
                  <a:pt x="3733207" y="2047060"/>
                  <a:pt x="3957957" y="1826239"/>
                  <a:pt x="4013690" y="1547735"/>
                </a:cubicBezTo>
                <a:cubicBezTo>
                  <a:pt x="3725809" y="1608537"/>
                  <a:pt x="3501058" y="1829358"/>
                  <a:pt x="3445326" y="2107862"/>
                </a:cubicBezTo>
                <a:close/>
                <a:moveTo>
                  <a:pt x="3295350" y="521483"/>
                </a:moveTo>
                <a:lnTo>
                  <a:pt x="3295971" y="509629"/>
                </a:lnTo>
                <a:lnTo>
                  <a:pt x="3296492" y="509663"/>
                </a:lnTo>
                <a:lnTo>
                  <a:pt x="3296519" y="509151"/>
                </a:lnTo>
                <a:lnTo>
                  <a:pt x="3314395" y="510833"/>
                </a:lnTo>
                <a:cubicBezTo>
                  <a:pt x="3348274" y="511379"/>
                  <a:pt x="3381637" y="514468"/>
                  <a:pt x="3414258" y="520226"/>
                </a:cubicBezTo>
                <a:cubicBezTo>
                  <a:pt x="3420092" y="519792"/>
                  <a:pt x="3425665" y="520774"/>
                  <a:pt x="3431219" y="521820"/>
                </a:cubicBezTo>
                <a:lnTo>
                  <a:pt x="3431341" y="523010"/>
                </a:lnTo>
                <a:cubicBezTo>
                  <a:pt x="3806740" y="584557"/>
                  <a:pt x="4100739" y="875493"/>
                  <a:pt x="4153335" y="1241127"/>
                </a:cubicBezTo>
                <a:cubicBezTo>
                  <a:pt x="4153510" y="1241182"/>
                  <a:pt x="4153688" y="1241187"/>
                  <a:pt x="4153863" y="1241192"/>
                </a:cubicBezTo>
                <a:lnTo>
                  <a:pt x="4154429" y="1248124"/>
                </a:lnTo>
                <a:cubicBezTo>
                  <a:pt x="4159718" y="1279462"/>
                  <a:pt x="4162281" y="1311465"/>
                  <a:pt x="4162237" y="1343926"/>
                </a:cubicBezTo>
                <a:cubicBezTo>
                  <a:pt x="4163610" y="1349760"/>
                  <a:pt x="4163671" y="1355634"/>
                  <a:pt x="4163671" y="1361522"/>
                </a:cubicBezTo>
                <a:cubicBezTo>
                  <a:pt x="4163671" y="1365482"/>
                  <a:pt x="4163642" y="1369436"/>
                  <a:pt x="4163050" y="1373376"/>
                </a:cubicBezTo>
                <a:lnTo>
                  <a:pt x="4162528" y="1373341"/>
                </a:lnTo>
                <a:lnTo>
                  <a:pt x="4162501" y="1373854"/>
                </a:lnTo>
                <a:lnTo>
                  <a:pt x="4144594" y="1372169"/>
                </a:lnTo>
                <a:cubicBezTo>
                  <a:pt x="4110727" y="1371623"/>
                  <a:pt x="4077375" y="1368535"/>
                  <a:pt x="4044766" y="1362780"/>
                </a:cubicBezTo>
                <a:cubicBezTo>
                  <a:pt x="4038932" y="1363214"/>
                  <a:pt x="4033357" y="1362231"/>
                  <a:pt x="4027802" y="1361184"/>
                </a:cubicBezTo>
                <a:lnTo>
                  <a:pt x="4027681" y="1359994"/>
                </a:lnTo>
                <a:cubicBezTo>
                  <a:pt x="3652280" y="1298446"/>
                  <a:pt x="3358281" y="1007510"/>
                  <a:pt x="3305687" y="641878"/>
                </a:cubicBezTo>
                <a:cubicBezTo>
                  <a:pt x="3305511" y="641823"/>
                  <a:pt x="3305336" y="641818"/>
                  <a:pt x="3305158" y="641812"/>
                </a:cubicBezTo>
                <a:lnTo>
                  <a:pt x="3304595" y="634895"/>
                </a:lnTo>
                <a:cubicBezTo>
                  <a:pt x="3299303" y="603550"/>
                  <a:pt x="3296740" y="571542"/>
                  <a:pt x="3296784" y="539073"/>
                </a:cubicBezTo>
                <a:cubicBezTo>
                  <a:pt x="3295411" y="533241"/>
                  <a:pt x="3295350" y="527369"/>
                  <a:pt x="3295350" y="521483"/>
                </a:cubicBezTo>
                <a:close/>
                <a:moveTo>
                  <a:pt x="3295350" y="2279702"/>
                </a:moveTo>
                <a:lnTo>
                  <a:pt x="3295971" y="2267848"/>
                </a:lnTo>
                <a:lnTo>
                  <a:pt x="3296492" y="2267882"/>
                </a:lnTo>
                <a:lnTo>
                  <a:pt x="3296519" y="2267371"/>
                </a:lnTo>
                <a:lnTo>
                  <a:pt x="3314395" y="2269052"/>
                </a:lnTo>
                <a:cubicBezTo>
                  <a:pt x="3348274" y="2269598"/>
                  <a:pt x="3381637" y="2272687"/>
                  <a:pt x="3414258" y="2278445"/>
                </a:cubicBezTo>
                <a:cubicBezTo>
                  <a:pt x="3420092" y="2278011"/>
                  <a:pt x="3425665" y="2278993"/>
                  <a:pt x="3431219" y="2280040"/>
                </a:cubicBezTo>
                <a:lnTo>
                  <a:pt x="3431341" y="2281230"/>
                </a:lnTo>
                <a:cubicBezTo>
                  <a:pt x="3806740" y="2342777"/>
                  <a:pt x="4100739" y="2633713"/>
                  <a:pt x="4153335" y="2999346"/>
                </a:cubicBezTo>
                <a:cubicBezTo>
                  <a:pt x="4153510" y="2999401"/>
                  <a:pt x="4153688" y="2999406"/>
                  <a:pt x="4153863" y="2999411"/>
                </a:cubicBezTo>
                <a:lnTo>
                  <a:pt x="4154429" y="3006343"/>
                </a:lnTo>
                <a:lnTo>
                  <a:pt x="4161209" y="3089525"/>
                </a:lnTo>
                <a:lnTo>
                  <a:pt x="3910768" y="3089525"/>
                </a:lnTo>
                <a:lnTo>
                  <a:pt x="3891034" y="3084683"/>
                </a:lnTo>
                <a:cubicBezTo>
                  <a:pt x="3582552" y="2982764"/>
                  <a:pt x="3351706" y="2720025"/>
                  <a:pt x="3305687" y="2400097"/>
                </a:cubicBezTo>
                <a:cubicBezTo>
                  <a:pt x="3305511" y="2400042"/>
                  <a:pt x="3305336" y="2400037"/>
                  <a:pt x="3305158" y="2400032"/>
                </a:cubicBezTo>
                <a:lnTo>
                  <a:pt x="3304595" y="2393114"/>
                </a:lnTo>
                <a:cubicBezTo>
                  <a:pt x="3299303" y="2361770"/>
                  <a:pt x="3296740" y="2329761"/>
                  <a:pt x="3296784" y="2297292"/>
                </a:cubicBezTo>
                <a:cubicBezTo>
                  <a:pt x="3295411" y="2291461"/>
                  <a:pt x="3295350" y="2285589"/>
                  <a:pt x="3295350" y="2279702"/>
                </a:cubicBezTo>
                <a:close/>
                <a:moveTo>
                  <a:pt x="3295347" y="486299"/>
                </a:moveTo>
                <a:cubicBezTo>
                  <a:pt x="3295347" y="480458"/>
                  <a:pt x="3295409" y="474631"/>
                  <a:pt x="3296782" y="468842"/>
                </a:cubicBezTo>
                <a:cubicBezTo>
                  <a:pt x="3296738" y="436636"/>
                  <a:pt x="3299300" y="404884"/>
                  <a:pt x="3304590" y="373792"/>
                </a:cubicBezTo>
                <a:lnTo>
                  <a:pt x="3305155" y="366915"/>
                </a:lnTo>
                <a:cubicBezTo>
                  <a:pt x="3305332" y="366910"/>
                  <a:pt x="3305508" y="366905"/>
                  <a:pt x="3305684" y="366850"/>
                </a:cubicBezTo>
                <a:cubicBezTo>
                  <a:pt x="3319442" y="271960"/>
                  <a:pt x="3349717" y="182140"/>
                  <a:pt x="3393781" y="100280"/>
                </a:cubicBezTo>
                <a:lnTo>
                  <a:pt x="3459303" y="0"/>
                </a:lnTo>
                <a:lnTo>
                  <a:pt x="3635443" y="0"/>
                </a:lnTo>
                <a:lnTo>
                  <a:pt x="3564068" y="79433"/>
                </a:lnTo>
                <a:cubicBezTo>
                  <a:pt x="3506253" y="159050"/>
                  <a:pt x="3465125" y="250706"/>
                  <a:pt x="3445326" y="349642"/>
                </a:cubicBezTo>
                <a:cubicBezTo>
                  <a:pt x="3636807" y="309201"/>
                  <a:pt x="3800358" y="197965"/>
                  <a:pt x="3904544" y="45955"/>
                </a:cubicBezTo>
                <a:lnTo>
                  <a:pt x="3927798" y="0"/>
                </a:lnTo>
                <a:lnTo>
                  <a:pt x="4083290" y="0"/>
                </a:lnTo>
                <a:lnTo>
                  <a:pt x="4029061" y="99096"/>
                </a:lnTo>
                <a:cubicBezTo>
                  <a:pt x="3899579" y="299632"/>
                  <a:pt x="3683877" y="443705"/>
                  <a:pt x="3431338" y="484784"/>
                </a:cubicBezTo>
                <a:lnTo>
                  <a:pt x="3431217" y="485964"/>
                </a:lnTo>
                <a:cubicBezTo>
                  <a:pt x="3425661" y="487004"/>
                  <a:pt x="3420086" y="487979"/>
                  <a:pt x="3414252" y="487548"/>
                </a:cubicBezTo>
                <a:cubicBezTo>
                  <a:pt x="3381643" y="493257"/>
                  <a:pt x="3348292" y="496322"/>
                  <a:pt x="3314425" y="496864"/>
                </a:cubicBezTo>
                <a:lnTo>
                  <a:pt x="3296517" y="498535"/>
                </a:lnTo>
                <a:lnTo>
                  <a:pt x="3296490" y="498027"/>
                </a:lnTo>
                <a:lnTo>
                  <a:pt x="3295968" y="498061"/>
                </a:lnTo>
                <a:cubicBezTo>
                  <a:pt x="3295376" y="494151"/>
                  <a:pt x="3295347" y="490228"/>
                  <a:pt x="3295347" y="486299"/>
                </a:cubicBezTo>
                <a:close/>
                <a:moveTo>
                  <a:pt x="3295347" y="2244520"/>
                </a:moveTo>
                <a:cubicBezTo>
                  <a:pt x="3295347" y="2238678"/>
                  <a:pt x="3295409" y="2232850"/>
                  <a:pt x="3296782" y="2227062"/>
                </a:cubicBezTo>
                <a:cubicBezTo>
                  <a:pt x="3296738" y="2194855"/>
                  <a:pt x="3299300" y="2163105"/>
                  <a:pt x="3304590" y="2132012"/>
                </a:cubicBezTo>
                <a:lnTo>
                  <a:pt x="3305155" y="2125135"/>
                </a:lnTo>
                <a:cubicBezTo>
                  <a:pt x="3305332" y="2125130"/>
                  <a:pt x="3305508" y="2125125"/>
                  <a:pt x="3305684" y="2125070"/>
                </a:cubicBezTo>
                <a:cubicBezTo>
                  <a:pt x="3358279" y="1762307"/>
                  <a:pt x="3652278" y="1473657"/>
                  <a:pt x="4027678" y="1412593"/>
                </a:cubicBezTo>
                <a:lnTo>
                  <a:pt x="4027800" y="1411413"/>
                </a:lnTo>
                <a:cubicBezTo>
                  <a:pt x="4033353" y="1410375"/>
                  <a:pt x="4038927" y="1409399"/>
                  <a:pt x="4044760" y="1409831"/>
                </a:cubicBezTo>
                <a:cubicBezTo>
                  <a:pt x="4077382" y="1404118"/>
                  <a:pt x="4110744" y="1401053"/>
                  <a:pt x="4144624" y="1400511"/>
                </a:cubicBezTo>
                <a:lnTo>
                  <a:pt x="4162499" y="1398843"/>
                </a:lnTo>
                <a:lnTo>
                  <a:pt x="4162526" y="1399351"/>
                </a:lnTo>
                <a:lnTo>
                  <a:pt x="4163047" y="1399317"/>
                </a:lnTo>
                <a:lnTo>
                  <a:pt x="4163669" y="1411078"/>
                </a:lnTo>
                <a:cubicBezTo>
                  <a:pt x="4163669" y="1416918"/>
                  <a:pt x="4163608" y="1422743"/>
                  <a:pt x="4162235" y="1428529"/>
                </a:cubicBezTo>
                <a:cubicBezTo>
                  <a:pt x="4162279" y="1460743"/>
                  <a:pt x="4159715" y="1492501"/>
                  <a:pt x="4154424" y="1523599"/>
                </a:cubicBezTo>
                <a:lnTo>
                  <a:pt x="4153860" y="1530463"/>
                </a:lnTo>
                <a:cubicBezTo>
                  <a:pt x="4153683" y="1530468"/>
                  <a:pt x="4153507" y="1530472"/>
                  <a:pt x="4153332" y="1530527"/>
                </a:cubicBezTo>
                <a:cubicBezTo>
                  <a:pt x="4100737" y="1893288"/>
                  <a:pt x="3806738" y="2181939"/>
                  <a:pt x="3431338" y="2243004"/>
                </a:cubicBezTo>
                <a:lnTo>
                  <a:pt x="3431217" y="2244184"/>
                </a:lnTo>
                <a:cubicBezTo>
                  <a:pt x="3425661" y="2245223"/>
                  <a:pt x="3420086" y="2246198"/>
                  <a:pt x="3414252" y="2245767"/>
                </a:cubicBezTo>
                <a:cubicBezTo>
                  <a:pt x="3381643" y="2251477"/>
                  <a:pt x="3348292" y="2254542"/>
                  <a:pt x="3314425" y="2255084"/>
                </a:cubicBezTo>
                <a:lnTo>
                  <a:pt x="3296517" y="2256755"/>
                </a:lnTo>
                <a:lnTo>
                  <a:pt x="3296490" y="2256246"/>
                </a:lnTo>
                <a:lnTo>
                  <a:pt x="3295968" y="2256280"/>
                </a:lnTo>
                <a:cubicBezTo>
                  <a:pt x="3295376" y="2252372"/>
                  <a:pt x="3295347" y="2248449"/>
                  <a:pt x="3295347" y="2244520"/>
                </a:cubicBezTo>
                <a:close/>
                <a:moveTo>
                  <a:pt x="2555546" y="1223782"/>
                </a:moveTo>
                <a:cubicBezTo>
                  <a:pt x="2843426" y="1162499"/>
                  <a:pt x="3068177" y="939930"/>
                  <a:pt x="3123910" y="659222"/>
                </a:cubicBezTo>
                <a:cubicBezTo>
                  <a:pt x="2836029" y="720505"/>
                  <a:pt x="2611278" y="943074"/>
                  <a:pt x="2555546" y="1223782"/>
                </a:cubicBezTo>
                <a:close/>
                <a:moveTo>
                  <a:pt x="2555546" y="1547735"/>
                </a:moveTo>
                <a:cubicBezTo>
                  <a:pt x="2611279" y="1826239"/>
                  <a:pt x="2836029" y="2047060"/>
                  <a:pt x="3123910" y="2107862"/>
                </a:cubicBezTo>
                <a:cubicBezTo>
                  <a:pt x="3068178" y="1829358"/>
                  <a:pt x="2843426" y="1608537"/>
                  <a:pt x="2555546" y="1547735"/>
                </a:cubicBezTo>
                <a:close/>
                <a:moveTo>
                  <a:pt x="2555546" y="2982001"/>
                </a:moveTo>
                <a:cubicBezTo>
                  <a:pt x="2843426" y="2920718"/>
                  <a:pt x="3068177" y="2698150"/>
                  <a:pt x="3123910" y="2417442"/>
                </a:cubicBezTo>
                <a:cubicBezTo>
                  <a:pt x="2836029" y="2478725"/>
                  <a:pt x="2611278" y="2701294"/>
                  <a:pt x="2555546" y="2982001"/>
                </a:cubicBezTo>
                <a:close/>
                <a:moveTo>
                  <a:pt x="2485948" y="0"/>
                </a:moveTo>
                <a:lnTo>
                  <a:pt x="2641440" y="0"/>
                </a:lnTo>
                <a:lnTo>
                  <a:pt x="2664693" y="45955"/>
                </a:lnTo>
                <a:cubicBezTo>
                  <a:pt x="2768879" y="197965"/>
                  <a:pt x="2932430" y="309201"/>
                  <a:pt x="3123910" y="349642"/>
                </a:cubicBezTo>
                <a:cubicBezTo>
                  <a:pt x="3104112" y="250706"/>
                  <a:pt x="3062984" y="159050"/>
                  <a:pt x="3005167" y="79433"/>
                </a:cubicBezTo>
                <a:lnTo>
                  <a:pt x="2933794" y="0"/>
                </a:lnTo>
                <a:lnTo>
                  <a:pt x="3109934" y="0"/>
                </a:lnTo>
                <a:lnTo>
                  <a:pt x="3175456" y="100280"/>
                </a:lnTo>
                <a:cubicBezTo>
                  <a:pt x="3219520" y="182140"/>
                  <a:pt x="3249795" y="271960"/>
                  <a:pt x="3263553" y="366850"/>
                </a:cubicBezTo>
                <a:cubicBezTo>
                  <a:pt x="3263728" y="366905"/>
                  <a:pt x="3263905" y="366910"/>
                  <a:pt x="3264081" y="366915"/>
                </a:cubicBezTo>
                <a:lnTo>
                  <a:pt x="3264647" y="373792"/>
                </a:lnTo>
                <a:cubicBezTo>
                  <a:pt x="3269936" y="404884"/>
                  <a:pt x="3272499" y="436636"/>
                  <a:pt x="3272455" y="468842"/>
                </a:cubicBezTo>
                <a:cubicBezTo>
                  <a:pt x="3273828" y="474631"/>
                  <a:pt x="3273888" y="480458"/>
                  <a:pt x="3273888" y="486299"/>
                </a:cubicBezTo>
                <a:cubicBezTo>
                  <a:pt x="3273888" y="490228"/>
                  <a:pt x="3273860" y="494151"/>
                  <a:pt x="3273268" y="498061"/>
                </a:cubicBezTo>
                <a:lnTo>
                  <a:pt x="3272746" y="498027"/>
                </a:lnTo>
                <a:lnTo>
                  <a:pt x="3272719" y="498535"/>
                </a:lnTo>
                <a:lnTo>
                  <a:pt x="3254811" y="496864"/>
                </a:lnTo>
                <a:cubicBezTo>
                  <a:pt x="3220945" y="496322"/>
                  <a:pt x="3187593" y="493257"/>
                  <a:pt x="3154984" y="487548"/>
                </a:cubicBezTo>
                <a:cubicBezTo>
                  <a:pt x="3149150" y="487979"/>
                  <a:pt x="3143575" y="487004"/>
                  <a:pt x="3138020" y="485964"/>
                </a:cubicBezTo>
                <a:lnTo>
                  <a:pt x="3137899" y="484784"/>
                </a:lnTo>
                <a:cubicBezTo>
                  <a:pt x="2885360" y="443705"/>
                  <a:pt x="2669659" y="299632"/>
                  <a:pt x="2540177" y="99096"/>
                </a:cubicBezTo>
                <a:close/>
                <a:moveTo>
                  <a:pt x="2408030" y="3089525"/>
                </a:moveTo>
                <a:lnTo>
                  <a:pt x="2414810" y="3006343"/>
                </a:lnTo>
                <a:lnTo>
                  <a:pt x="2415375" y="2999411"/>
                </a:lnTo>
                <a:cubicBezTo>
                  <a:pt x="2415552" y="2999406"/>
                  <a:pt x="2415728" y="2999401"/>
                  <a:pt x="2415904" y="2999346"/>
                </a:cubicBezTo>
                <a:cubicBezTo>
                  <a:pt x="2468499" y="2633713"/>
                  <a:pt x="2762498" y="2342777"/>
                  <a:pt x="3137898" y="2281230"/>
                </a:cubicBezTo>
                <a:lnTo>
                  <a:pt x="3138020" y="2280040"/>
                </a:lnTo>
                <a:cubicBezTo>
                  <a:pt x="3143573" y="2278993"/>
                  <a:pt x="3149146" y="2278011"/>
                  <a:pt x="3154980" y="2278445"/>
                </a:cubicBezTo>
                <a:cubicBezTo>
                  <a:pt x="3187602" y="2272687"/>
                  <a:pt x="3220964" y="2269598"/>
                  <a:pt x="3254844" y="2269052"/>
                </a:cubicBezTo>
                <a:lnTo>
                  <a:pt x="3272719" y="2267371"/>
                </a:lnTo>
                <a:lnTo>
                  <a:pt x="3272746" y="2267882"/>
                </a:lnTo>
                <a:lnTo>
                  <a:pt x="3273267" y="2267848"/>
                </a:lnTo>
                <a:lnTo>
                  <a:pt x="3273888" y="2279702"/>
                </a:lnTo>
                <a:cubicBezTo>
                  <a:pt x="3273888" y="2285589"/>
                  <a:pt x="3273828" y="2291461"/>
                  <a:pt x="3272455" y="2297292"/>
                </a:cubicBezTo>
                <a:cubicBezTo>
                  <a:pt x="3272499" y="2329761"/>
                  <a:pt x="3269935" y="2361770"/>
                  <a:pt x="3264644" y="2393114"/>
                </a:cubicBezTo>
                <a:lnTo>
                  <a:pt x="3264080" y="2400032"/>
                </a:lnTo>
                <a:cubicBezTo>
                  <a:pt x="3263903" y="2400037"/>
                  <a:pt x="3263726" y="2400042"/>
                  <a:pt x="3263552" y="2400097"/>
                </a:cubicBezTo>
                <a:cubicBezTo>
                  <a:pt x="3217532" y="2720025"/>
                  <a:pt x="2986686" y="2982764"/>
                  <a:pt x="2678205" y="3084683"/>
                </a:cubicBezTo>
                <a:lnTo>
                  <a:pt x="2658472" y="3089525"/>
                </a:lnTo>
                <a:close/>
                <a:moveTo>
                  <a:pt x="2405567" y="1361522"/>
                </a:moveTo>
                <a:cubicBezTo>
                  <a:pt x="2405567" y="1355634"/>
                  <a:pt x="2405629" y="1349760"/>
                  <a:pt x="2407002" y="1343926"/>
                </a:cubicBezTo>
                <a:cubicBezTo>
                  <a:pt x="2406958" y="1311465"/>
                  <a:pt x="2409520" y="1279462"/>
                  <a:pt x="2414810" y="1248124"/>
                </a:cubicBezTo>
                <a:lnTo>
                  <a:pt x="2415375" y="1241192"/>
                </a:lnTo>
                <a:cubicBezTo>
                  <a:pt x="2415552" y="1241187"/>
                  <a:pt x="2415728" y="1241182"/>
                  <a:pt x="2415904" y="1241127"/>
                </a:cubicBezTo>
                <a:cubicBezTo>
                  <a:pt x="2468499" y="875493"/>
                  <a:pt x="2762498" y="584557"/>
                  <a:pt x="3137898" y="523010"/>
                </a:cubicBezTo>
                <a:lnTo>
                  <a:pt x="3138020" y="521820"/>
                </a:lnTo>
                <a:cubicBezTo>
                  <a:pt x="3143573" y="520774"/>
                  <a:pt x="3149146" y="519792"/>
                  <a:pt x="3154980" y="520226"/>
                </a:cubicBezTo>
                <a:cubicBezTo>
                  <a:pt x="3187602" y="514468"/>
                  <a:pt x="3220964" y="511379"/>
                  <a:pt x="3254844" y="510833"/>
                </a:cubicBezTo>
                <a:lnTo>
                  <a:pt x="3272719" y="509151"/>
                </a:lnTo>
                <a:lnTo>
                  <a:pt x="3272746" y="509663"/>
                </a:lnTo>
                <a:lnTo>
                  <a:pt x="3273267" y="509629"/>
                </a:lnTo>
                <a:lnTo>
                  <a:pt x="3273888" y="521483"/>
                </a:lnTo>
                <a:cubicBezTo>
                  <a:pt x="3273888" y="527369"/>
                  <a:pt x="3273828" y="533241"/>
                  <a:pt x="3272455" y="539073"/>
                </a:cubicBezTo>
                <a:cubicBezTo>
                  <a:pt x="3272499" y="571542"/>
                  <a:pt x="3269935" y="603550"/>
                  <a:pt x="3264644" y="634895"/>
                </a:cubicBezTo>
                <a:lnTo>
                  <a:pt x="3264080" y="641812"/>
                </a:lnTo>
                <a:cubicBezTo>
                  <a:pt x="3263903" y="641818"/>
                  <a:pt x="3263726" y="641823"/>
                  <a:pt x="3263552" y="641878"/>
                </a:cubicBezTo>
                <a:cubicBezTo>
                  <a:pt x="3210957" y="1007510"/>
                  <a:pt x="2916958" y="1298446"/>
                  <a:pt x="2541558" y="1359994"/>
                </a:cubicBezTo>
                <a:lnTo>
                  <a:pt x="2541437" y="1361184"/>
                </a:lnTo>
                <a:cubicBezTo>
                  <a:pt x="2535881" y="1362231"/>
                  <a:pt x="2530306" y="1363214"/>
                  <a:pt x="2524472" y="1362780"/>
                </a:cubicBezTo>
                <a:cubicBezTo>
                  <a:pt x="2491863" y="1368535"/>
                  <a:pt x="2458513" y="1371623"/>
                  <a:pt x="2424645" y="1372169"/>
                </a:cubicBezTo>
                <a:lnTo>
                  <a:pt x="2406737" y="1373854"/>
                </a:lnTo>
                <a:lnTo>
                  <a:pt x="2406710" y="1373341"/>
                </a:lnTo>
                <a:lnTo>
                  <a:pt x="2406188" y="1373376"/>
                </a:lnTo>
                <a:cubicBezTo>
                  <a:pt x="2405596" y="1369436"/>
                  <a:pt x="2405567" y="1365482"/>
                  <a:pt x="2405567" y="1361522"/>
                </a:cubicBezTo>
                <a:close/>
                <a:moveTo>
                  <a:pt x="2405567" y="1411078"/>
                </a:moveTo>
                <a:lnTo>
                  <a:pt x="2406189" y="1399317"/>
                </a:lnTo>
                <a:lnTo>
                  <a:pt x="2406710" y="1399351"/>
                </a:lnTo>
                <a:lnTo>
                  <a:pt x="2406737" y="1398843"/>
                </a:lnTo>
                <a:lnTo>
                  <a:pt x="2424613" y="1400511"/>
                </a:lnTo>
                <a:cubicBezTo>
                  <a:pt x="2458492" y="1401053"/>
                  <a:pt x="2491855" y="1404118"/>
                  <a:pt x="2524476" y="1409831"/>
                </a:cubicBezTo>
                <a:cubicBezTo>
                  <a:pt x="2530309" y="1409399"/>
                  <a:pt x="2535883" y="1410375"/>
                  <a:pt x="2541437" y="1411413"/>
                </a:cubicBezTo>
                <a:lnTo>
                  <a:pt x="2541559" y="1412593"/>
                </a:lnTo>
                <a:cubicBezTo>
                  <a:pt x="2916958" y="1473657"/>
                  <a:pt x="3210957" y="1762307"/>
                  <a:pt x="3263553" y="2125070"/>
                </a:cubicBezTo>
                <a:cubicBezTo>
                  <a:pt x="3263728" y="2125125"/>
                  <a:pt x="3263905" y="2125130"/>
                  <a:pt x="3264081" y="2125135"/>
                </a:cubicBezTo>
                <a:lnTo>
                  <a:pt x="3264647" y="2132012"/>
                </a:lnTo>
                <a:cubicBezTo>
                  <a:pt x="3269936" y="2163105"/>
                  <a:pt x="3272499" y="2194855"/>
                  <a:pt x="3272455" y="2227062"/>
                </a:cubicBezTo>
                <a:cubicBezTo>
                  <a:pt x="3273828" y="2232850"/>
                  <a:pt x="3273888" y="2238678"/>
                  <a:pt x="3273888" y="2244520"/>
                </a:cubicBezTo>
                <a:cubicBezTo>
                  <a:pt x="3273888" y="2248449"/>
                  <a:pt x="3273860" y="2252372"/>
                  <a:pt x="3273268" y="2256280"/>
                </a:cubicBezTo>
                <a:lnTo>
                  <a:pt x="3272746" y="2256246"/>
                </a:lnTo>
                <a:lnTo>
                  <a:pt x="3272719" y="2256755"/>
                </a:lnTo>
                <a:lnTo>
                  <a:pt x="3254811" y="2255084"/>
                </a:lnTo>
                <a:cubicBezTo>
                  <a:pt x="3220945" y="2254542"/>
                  <a:pt x="3187593" y="2251477"/>
                  <a:pt x="3154984" y="2245767"/>
                </a:cubicBezTo>
                <a:cubicBezTo>
                  <a:pt x="3149150" y="2246198"/>
                  <a:pt x="3143575" y="2245223"/>
                  <a:pt x="3138020" y="2244184"/>
                </a:cubicBezTo>
                <a:lnTo>
                  <a:pt x="3137899" y="2243004"/>
                </a:lnTo>
                <a:cubicBezTo>
                  <a:pt x="2762498" y="2181939"/>
                  <a:pt x="2468499" y="1893288"/>
                  <a:pt x="2415905" y="1530527"/>
                </a:cubicBezTo>
                <a:cubicBezTo>
                  <a:pt x="2415730" y="1530472"/>
                  <a:pt x="2415554" y="1530468"/>
                  <a:pt x="2415376" y="1530463"/>
                </a:cubicBezTo>
                <a:lnTo>
                  <a:pt x="2414813" y="1523599"/>
                </a:lnTo>
                <a:cubicBezTo>
                  <a:pt x="2409521" y="1492501"/>
                  <a:pt x="2406958" y="1460743"/>
                  <a:pt x="2407002" y="1428529"/>
                </a:cubicBezTo>
                <a:cubicBezTo>
                  <a:pt x="2405629" y="1422743"/>
                  <a:pt x="2405567" y="1416918"/>
                  <a:pt x="2405567" y="1411078"/>
                </a:cubicBezTo>
                <a:close/>
                <a:moveTo>
                  <a:pt x="1675142" y="659222"/>
                </a:moveTo>
                <a:cubicBezTo>
                  <a:pt x="1730875" y="939930"/>
                  <a:pt x="1955626" y="1162499"/>
                  <a:pt x="2243506" y="1223782"/>
                </a:cubicBezTo>
                <a:cubicBezTo>
                  <a:pt x="2187774" y="943074"/>
                  <a:pt x="1963023" y="720505"/>
                  <a:pt x="1675142" y="659222"/>
                </a:cubicBezTo>
                <a:close/>
                <a:moveTo>
                  <a:pt x="1675142" y="2417442"/>
                </a:moveTo>
                <a:cubicBezTo>
                  <a:pt x="1730875" y="2698150"/>
                  <a:pt x="1955626" y="2920718"/>
                  <a:pt x="2243506" y="2982001"/>
                </a:cubicBezTo>
                <a:cubicBezTo>
                  <a:pt x="2187774" y="2701294"/>
                  <a:pt x="1963023" y="2478725"/>
                  <a:pt x="1675142" y="2417442"/>
                </a:cubicBezTo>
                <a:close/>
                <a:moveTo>
                  <a:pt x="1675140" y="2107862"/>
                </a:moveTo>
                <a:cubicBezTo>
                  <a:pt x="1963020" y="2047060"/>
                  <a:pt x="2187772" y="1826239"/>
                  <a:pt x="2243504" y="1547735"/>
                </a:cubicBezTo>
                <a:cubicBezTo>
                  <a:pt x="1955623" y="1608537"/>
                  <a:pt x="1730872" y="1829358"/>
                  <a:pt x="1675140" y="2107862"/>
                </a:cubicBezTo>
                <a:close/>
                <a:moveTo>
                  <a:pt x="1525164" y="521483"/>
                </a:moveTo>
                <a:lnTo>
                  <a:pt x="1525785" y="509629"/>
                </a:lnTo>
                <a:lnTo>
                  <a:pt x="1526306" y="509663"/>
                </a:lnTo>
                <a:lnTo>
                  <a:pt x="1526333" y="509151"/>
                </a:lnTo>
                <a:lnTo>
                  <a:pt x="1544208" y="510833"/>
                </a:lnTo>
                <a:cubicBezTo>
                  <a:pt x="1578088" y="511379"/>
                  <a:pt x="1611450" y="514468"/>
                  <a:pt x="1644072" y="520226"/>
                </a:cubicBezTo>
                <a:cubicBezTo>
                  <a:pt x="1649905" y="519792"/>
                  <a:pt x="1655479" y="520774"/>
                  <a:pt x="1661032" y="521820"/>
                </a:cubicBezTo>
                <a:lnTo>
                  <a:pt x="1661154" y="523010"/>
                </a:lnTo>
                <a:cubicBezTo>
                  <a:pt x="2036554" y="584557"/>
                  <a:pt x="2330554" y="875493"/>
                  <a:pt x="2383148" y="1241127"/>
                </a:cubicBezTo>
                <a:cubicBezTo>
                  <a:pt x="2383324" y="1241182"/>
                  <a:pt x="2383501" y="1241187"/>
                  <a:pt x="2383678" y="1241192"/>
                </a:cubicBezTo>
                <a:lnTo>
                  <a:pt x="2384242" y="1248124"/>
                </a:lnTo>
                <a:cubicBezTo>
                  <a:pt x="2389533" y="1279462"/>
                  <a:pt x="2392095" y="1311465"/>
                  <a:pt x="2392051" y="1343926"/>
                </a:cubicBezTo>
                <a:cubicBezTo>
                  <a:pt x="2393423" y="1349760"/>
                  <a:pt x="2393485" y="1355634"/>
                  <a:pt x="2393485" y="1361522"/>
                </a:cubicBezTo>
                <a:cubicBezTo>
                  <a:pt x="2393485" y="1365482"/>
                  <a:pt x="2393457" y="1369436"/>
                  <a:pt x="2392864" y="1373376"/>
                </a:cubicBezTo>
                <a:lnTo>
                  <a:pt x="2392342" y="1373341"/>
                </a:lnTo>
                <a:lnTo>
                  <a:pt x="2392315" y="1373854"/>
                </a:lnTo>
                <a:lnTo>
                  <a:pt x="2374407" y="1372169"/>
                </a:lnTo>
                <a:cubicBezTo>
                  <a:pt x="2340540" y="1371623"/>
                  <a:pt x="2307190" y="1368535"/>
                  <a:pt x="2274580" y="1362780"/>
                </a:cubicBezTo>
                <a:cubicBezTo>
                  <a:pt x="2268746" y="1363214"/>
                  <a:pt x="2263171" y="1362231"/>
                  <a:pt x="2257615" y="1361184"/>
                </a:cubicBezTo>
                <a:lnTo>
                  <a:pt x="2257494" y="1359994"/>
                </a:lnTo>
                <a:cubicBezTo>
                  <a:pt x="1882094" y="1298446"/>
                  <a:pt x="1588095" y="1007510"/>
                  <a:pt x="1535500" y="641878"/>
                </a:cubicBezTo>
                <a:cubicBezTo>
                  <a:pt x="1535326" y="641823"/>
                  <a:pt x="1535149" y="641818"/>
                  <a:pt x="1534972" y="641812"/>
                </a:cubicBezTo>
                <a:lnTo>
                  <a:pt x="1534408" y="634895"/>
                </a:lnTo>
                <a:cubicBezTo>
                  <a:pt x="1529117" y="603550"/>
                  <a:pt x="1526553" y="571542"/>
                  <a:pt x="1526597" y="539073"/>
                </a:cubicBezTo>
                <a:cubicBezTo>
                  <a:pt x="1525224" y="533241"/>
                  <a:pt x="1525164" y="527369"/>
                  <a:pt x="1525164" y="521483"/>
                </a:cubicBezTo>
                <a:close/>
                <a:moveTo>
                  <a:pt x="1525164" y="2279702"/>
                </a:moveTo>
                <a:lnTo>
                  <a:pt x="1525785" y="2267848"/>
                </a:lnTo>
                <a:lnTo>
                  <a:pt x="1526306" y="2267882"/>
                </a:lnTo>
                <a:lnTo>
                  <a:pt x="1526333" y="2267371"/>
                </a:lnTo>
                <a:lnTo>
                  <a:pt x="1544208" y="2269052"/>
                </a:lnTo>
                <a:cubicBezTo>
                  <a:pt x="1578088" y="2269598"/>
                  <a:pt x="1611450" y="2272687"/>
                  <a:pt x="1644072" y="2278445"/>
                </a:cubicBezTo>
                <a:cubicBezTo>
                  <a:pt x="1649905" y="2278011"/>
                  <a:pt x="1655479" y="2278993"/>
                  <a:pt x="1661032" y="2280040"/>
                </a:cubicBezTo>
                <a:lnTo>
                  <a:pt x="1661154" y="2281230"/>
                </a:lnTo>
                <a:cubicBezTo>
                  <a:pt x="2036554" y="2342777"/>
                  <a:pt x="2330554" y="2633713"/>
                  <a:pt x="2383148" y="2999346"/>
                </a:cubicBezTo>
                <a:cubicBezTo>
                  <a:pt x="2383324" y="2999401"/>
                  <a:pt x="2383501" y="2999406"/>
                  <a:pt x="2383678" y="2999411"/>
                </a:cubicBezTo>
                <a:lnTo>
                  <a:pt x="2384242" y="3006343"/>
                </a:lnTo>
                <a:lnTo>
                  <a:pt x="2391022" y="3089525"/>
                </a:lnTo>
                <a:lnTo>
                  <a:pt x="2140581" y="3089525"/>
                </a:lnTo>
                <a:lnTo>
                  <a:pt x="2120847" y="3084683"/>
                </a:lnTo>
                <a:cubicBezTo>
                  <a:pt x="1812366" y="2982764"/>
                  <a:pt x="1581520" y="2720025"/>
                  <a:pt x="1535500" y="2400097"/>
                </a:cubicBezTo>
                <a:cubicBezTo>
                  <a:pt x="1535326" y="2400042"/>
                  <a:pt x="1535149" y="2400037"/>
                  <a:pt x="1534972" y="2400032"/>
                </a:cubicBezTo>
                <a:lnTo>
                  <a:pt x="1534408" y="2393114"/>
                </a:lnTo>
                <a:cubicBezTo>
                  <a:pt x="1529117" y="2361770"/>
                  <a:pt x="1526553" y="2329761"/>
                  <a:pt x="1526597" y="2297292"/>
                </a:cubicBezTo>
                <a:cubicBezTo>
                  <a:pt x="1525224" y="2291461"/>
                  <a:pt x="1525164" y="2285589"/>
                  <a:pt x="1525164" y="2279702"/>
                </a:cubicBezTo>
                <a:close/>
                <a:moveTo>
                  <a:pt x="1525162" y="486299"/>
                </a:moveTo>
                <a:cubicBezTo>
                  <a:pt x="1525162" y="480458"/>
                  <a:pt x="1525222" y="474631"/>
                  <a:pt x="1526595" y="468842"/>
                </a:cubicBezTo>
                <a:cubicBezTo>
                  <a:pt x="1526551" y="436636"/>
                  <a:pt x="1529114" y="404884"/>
                  <a:pt x="1534403" y="373792"/>
                </a:cubicBezTo>
                <a:lnTo>
                  <a:pt x="1534969" y="366915"/>
                </a:lnTo>
                <a:cubicBezTo>
                  <a:pt x="1535145" y="366910"/>
                  <a:pt x="1535323" y="366905"/>
                  <a:pt x="1535497" y="366850"/>
                </a:cubicBezTo>
                <a:cubicBezTo>
                  <a:pt x="1549256" y="271960"/>
                  <a:pt x="1579531" y="182140"/>
                  <a:pt x="1623594" y="100280"/>
                </a:cubicBezTo>
                <a:lnTo>
                  <a:pt x="1689117" y="0"/>
                </a:lnTo>
                <a:lnTo>
                  <a:pt x="1865257" y="0"/>
                </a:lnTo>
                <a:lnTo>
                  <a:pt x="1793882" y="79433"/>
                </a:lnTo>
                <a:cubicBezTo>
                  <a:pt x="1736067" y="159050"/>
                  <a:pt x="1694939" y="250706"/>
                  <a:pt x="1675140" y="349642"/>
                </a:cubicBezTo>
                <a:cubicBezTo>
                  <a:pt x="1866621" y="309201"/>
                  <a:pt x="2030172" y="197965"/>
                  <a:pt x="2134358" y="45955"/>
                </a:cubicBezTo>
                <a:lnTo>
                  <a:pt x="2157611" y="0"/>
                </a:lnTo>
                <a:lnTo>
                  <a:pt x="2313103" y="0"/>
                </a:lnTo>
                <a:lnTo>
                  <a:pt x="2258874" y="99096"/>
                </a:lnTo>
                <a:cubicBezTo>
                  <a:pt x="2129392" y="299632"/>
                  <a:pt x="1913691" y="443705"/>
                  <a:pt x="1661151" y="484784"/>
                </a:cubicBezTo>
                <a:lnTo>
                  <a:pt x="1661030" y="485964"/>
                </a:lnTo>
                <a:cubicBezTo>
                  <a:pt x="1655475" y="487004"/>
                  <a:pt x="1649900" y="487979"/>
                  <a:pt x="1644066" y="487548"/>
                </a:cubicBezTo>
                <a:cubicBezTo>
                  <a:pt x="1611457" y="493257"/>
                  <a:pt x="1578105" y="496322"/>
                  <a:pt x="1544239" y="496864"/>
                </a:cubicBezTo>
                <a:lnTo>
                  <a:pt x="1526331" y="498535"/>
                </a:lnTo>
                <a:lnTo>
                  <a:pt x="1526304" y="498027"/>
                </a:lnTo>
                <a:lnTo>
                  <a:pt x="1525782" y="498061"/>
                </a:lnTo>
                <a:cubicBezTo>
                  <a:pt x="1525190" y="494151"/>
                  <a:pt x="1525162" y="490228"/>
                  <a:pt x="1525162" y="486299"/>
                </a:cubicBezTo>
                <a:close/>
                <a:moveTo>
                  <a:pt x="1525161" y="2244520"/>
                </a:moveTo>
                <a:cubicBezTo>
                  <a:pt x="1525161" y="2238678"/>
                  <a:pt x="1525222" y="2232850"/>
                  <a:pt x="1526595" y="2227062"/>
                </a:cubicBezTo>
                <a:cubicBezTo>
                  <a:pt x="1526551" y="2194855"/>
                  <a:pt x="1529114" y="2163105"/>
                  <a:pt x="1534403" y="2132012"/>
                </a:cubicBezTo>
                <a:lnTo>
                  <a:pt x="1534969" y="2125135"/>
                </a:lnTo>
                <a:cubicBezTo>
                  <a:pt x="1535145" y="2125130"/>
                  <a:pt x="1535322" y="2125125"/>
                  <a:pt x="1535497" y="2125070"/>
                </a:cubicBezTo>
                <a:cubicBezTo>
                  <a:pt x="1588092" y="1762307"/>
                  <a:pt x="1882092" y="1473657"/>
                  <a:pt x="2257491" y="1412593"/>
                </a:cubicBezTo>
                <a:lnTo>
                  <a:pt x="2257613" y="1411413"/>
                </a:lnTo>
                <a:cubicBezTo>
                  <a:pt x="2263167" y="1410375"/>
                  <a:pt x="2268741" y="1409399"/>
                  <a:pt x="2274574" y="1409831"/>
                </a:cubicBezTo>
                <a:cubicBezTo>
                  <a:pt x="2307195" y="1404118"/>
                  <a:pt x="2340559" y="1401053"/>
                  <a:pt x="2374437" y="1400511"/>
                </a:cubicBezTo>
                <a:lnTo>
                  <a:pt x="2392313" y="1398843"/>
                </a:lnTo>
                <a:lnTo>
                  <a:pt x="2392341" y="1399351"/>
                </a:lnTo>
                <a:lnTo>
                  <a:pt x="2392861" y="1399317"/>
                </a:lnTo>
                <a:lnTo>
                  <a:pt x="2393483" y="1411078"/>
                </a:lnTo>
                <a:cubicBezTo>
                  <a:pt x="2393483" y="1416918"/>
                  <a:pt x="2393421" y="1422743"/>
                  <a:pt x="2392048" y="1428529"/>
                </a:cubicBezTo>
                <a:cubicBezTo>
                  <a:pt x="2392092" y="1460743"/>
                  <a:pt x="2389530" y="1492501"/>
                  <a:pt x="2384237" y="1523599"/>
                </a:cubicBezTo>
                <a:lnTo>
                  <a:pt x="2383674" y="1530463"/>
                </a:lnTo>
                <a:cubicBezTo>
                  <a:pt x="2383497" y="1530468"/>
                  <a:pt x="2383321" y="1530472"/>
                  <a:pt x="2383145" y="1530527"/>
                </a:cubicBezTo>
                <a:cubicBezTo>
                  <a:pt x="2330551" y="1893288"/>
                  <a:pt x="2036552" y="2181939"/>
                  <a:pt x="1661151" y="2243004"/>
                </a:cubicBezTo>
                <a:lnTo>
                  <a:pt x="1661030" y="2244184"/>
                </a:lnTo>
                <a:cubicBezTo>
                  <a:pt x="1655475" y="2245223"/>
                  <a:pt x="1649900" y="2246198"/>
                  <a:pt x="1644066" y="2245767"/>
                </a:cubicBezTo>
                <a:cubicBezTo>
                  <a:pt x="1611457" y="2251477"/>
                  <a:pt x="1578105" y="2254542"/>
                  <a:pt x="1544238" y="2255084"/>
                </a:cubicBezTo>
                <a:lnTo>
                  <a:pt x="1526331" y="2256755"/>
                </a:lnTo>
                <a:lnTo>
                  <a:pt x="1526304" y="2256246"/>
                </a:lnTo>
                <a:lnTo>
                  <a:pt x="1525782" y="2256280"/>
                </a:lnTo>
                <a:cubicBezTo>
                  <a:pt x="1525190" y="2252372"/>
                  <a:pt x="1525161" y="2248449"/>
                  <a:pt x="1525161" y="2244520"/>
                </a:cubicBezTo>
                <a:close/>
                <a:moveTo>
                  <a:pt x="785360" y="1223782"/>
                </a:moveTo>
                <a:cubicBezTo>
                  <a:pt x="1073241" y="1162499"/>
                  <a:pt x="1297991" y="939930"/>
                  <a:pt x="1353724" y="659222"/>
                </a:cubicBezTo>
                <a:cubicBezTo>
                  <a:pt x="1065844" y="720505"/>
                  <a:pt x="841092" y="943074"/>
                  <a:pt x="785360" y="1223782"/>
                </a:cubicBezTo>
                <a:close/>
                <a:moveTo>
                  <a:pt x="785360" y="1547735"/>
                </a:moveTo>
                <a:cubicBezTo>
                  <a:pt x="841093" y="1826239"/>
                  <a:pt x="1065843" y="2047060"/>
                  <a:pt x="1353724" y="2107862"/>
                </a:cubicBezTo>
                <a:cubicBezTo>
                  <a:pt x="1297992" y="1829358"/>
                  <a:pt x="1073241" y="1608537"/>
                  <a:pt x="785360" y="1547735"/>
                </a:cubicBezTo>
                <a:close/>
                <a:moveTo>
                  <a:pt x="785360" y="2982001"/>
                </a:moveTo>
                <a:cubicBezTo>
                  <a:pt x="1073241" y="2920718"/>
                  <a:pt x="1297991" y="2698150"/>
                  <a:pt x="1353724" y="2417442"/>
                </a:cubicBezTo>
                <a:cubicBezTo>
                  <a:pt x="1065843" y="2478725"/>
                  <a:pt x="841092" y="2701294"/>
                  <a:pt x="785360" y="2982001"/>
                </a:cubicBezTo>
                <a:close/>
                <a:moveTo>
                  <a:pt x="715762" y="0"/>
                </a:moveTo>
                <a:lnTo>
                  <a:pt x="871255" y="0"/>
                </a:lnTo>
                <a:lnTo>
                  <a:pt x="894508" y="45955"/>
                </a:lnTo>
                <a:cubicBezTo>
                  <a:pt x="998693" y="197966"/>
                  <a:pt x="1162244" y="309201"/>
                  <a:pt x="1353724" y="349642"/>
                </a:cubicBezTo>
                <a:cubicBezTo>
                  <a:pt x="1333926" y="250706"/>
                  <a:pt x="1292798" y="159050"/>
                  <a:pt x="1234983" y="79433"/>
                </a:cubicBezTo>
                <a:lnTo>
                  <a:pt x="1163608" y="0"/>
                </a:lnTo>
                <a:lnTo>
                  <a:pt x="1339748" y="0"/>
                </a:lnTo>
                <a:lnTo>
                  <a:pt x="1405271" y="100280"/>
                </a:lnTo>
                <a:cubicBezTo>
                  <a:pt x="1449334" y="182140"/>
                  <a:pt x="1479609" y="271960"/>
                  <a:pt x="1493366" y="366850"/>
                </a:cubicBezTo>
                <a:cubicBezTo>
                  <a:pt x="1493542" y="366905"/>
                  <a:pt x="1493719" y="366910"/>
                  <a:pt x="1493895" y="366914"/>
                </a:cubicBezTo>
                <a:lnTo>
                  <a:pt x="1494460" y="373792"/>
                </a:lnTo>
                <a:cubicBezTo>
                  <a:pt x="1499750" y="404884"/>
                  <a:pt x="1502312" y="436636"/>
                  <a:pt x="1502268" y="468842"/>
                </a:cubicBezTo>
                <a:cubicBezTo>
                  <a:pt x="1503641" y="474631"/>
                  <a:pt x="1503703" y="480458"/>
                  <a:pt x="1503703" y="486299"/>
                </a:cubicBezTo>
                <a:cubicBezTo>
                  <a:pt x="1503703" y="490229"/>
                  <a:pt x="1503674" y="494151"/>
                  <a:pt x="1503082" y="498061"/>
                </a:cubicBezTo>
                <a:lnTo>
                  <a:pt x="1502560" y="498027"/>
                </a:lnTo>
                <a:lnTo>
                  <a:pt x="1502533" y="498535"/>
                </a:lnTo>
                <a:lnTo>
                  <a:pt x="1484625" y="496864"/>
                </a:lnTo>
                <a:cubicBezTo>
                  <a:pt x="1450758" y="496322"/>
                  <a:pt x="1417408" y="493257"/>
                  <a:pt x="1384798" y="487548"/>
                </a:cubicBezTo>
                <a:cubicBezTo>
                  <a:pt x="1378964" y="487979"/>
                  <a:pt x="1373389" y="487004"/>
                  <a:pt x="1367833" y="485964"/>
                </a:cubicBezTo>
                <a:lnTo>
                  <a:pt x="1367712" y="484784"/>
                </a:lnTo>
                <a:cubicBezTo>
                  <a:pt x="1115174" y="443705"/>
                  <a:pt x="899474" y="299632"/>
                  <a:pt x="769992" y="99096"/>
                </a:cubicBezTo>
                <a:close/>
                <a:moveTo>
                  <a:pt x="637843" y="3089525"/>
                </a:moveTo>
                <a:lnTo>
                  <a:pt x="644623" y="3006343"/>
                </a:lnTo>
                <a:lnTo>
                  <a:pt x="645189" y="2999411"/>
                </a:lnTo>
                <a:cubicBezTo>
                  <a:pt x="645364" y="2999406"/>
                  <a:pt x="645542" y="2999401"/>
                  <a:pt x="645717" y="2999346"/>
                </a:cubicBezTo>
                <a:cubicBezTo>
                  <a:pt x="698313" y="2633713"/>
                  <a:pt x="992312" y="2342777"/>
                  <a:pt x="1367711" y="2281230"/>
                </a:cubicBezTo>
                <a:lnTo>
                  <a:pt x="1367833" y="2280040"/>
                </a:lnTo>
                <a:cubicBezTo>
                  <a:pt x="1373387" y="2278993"/>
                  <a:pt x="1378961" y="2278011"/>
                  <a:pt x="1384794" y="2278445"/>
                </a:cubicBezTo>
                <a:cubicBezTo>
                  <a:pt x="1417415" y="2272687"/>
                  <a:pt x="1450779" y="2269598"/>
                  <a:pt x="1484657" y="2269052"/>
                </a:cubicBezTo>
                <a:lnTo>
                  <a:pt x="1502533" y="2267371"/>
                </a:lnTo>
                <a:lnTo>
                  <a:pt x="1502560" y="2267882"/>
                </a:lnTo>
                <a:lnTo>
                  <a:pt x="1503081" y="2267848"/>
                </a:lnTo>
                <a:lnTo>
                  <a:pt x="1503703" y="2279702"/>
                </a:lnTo>
                <a:cubicBezTo>
                  <a:pt x="1503703" y="2285589"/>
                  <a:pt x="1503641" y="2291461"/>
                  <a:pt x="1502268" y="2297292"/>
                </a:cubicBezTo>
                <a:cubicBezTo>
                  <a:pt x="1502312" y="2329761"/>
                  <a:pt x="1499749" y="2361770"/>
                  <a:pt x="1494457" y="2393114"/>
                </a:cubicBezTo>
                <a:lnTo>
                  <a:pt x="1493894" y="2400032"/>
                </a:lnTo>
                <a:cubicBezTo>
                  <a:pt x="1493716" y="2400037"/>
                  <a:pt x="1493541" y="2400042"/>
                  <a:pt x="1493365" y="2400097"/>
                </a:cubicBezTo>
                <a:cubicBezTo>
                  <a:pt x="1447346" y="2720025"/>
                  <a:pt x="1216500" y="2982764"/>
                  <a:pt x="908018" y="3084683"/>
                </a:cubicBezTo>
                <a:lnTo>
                  <a:pt x="888285" y="3089525"/>
                </a:lnTo>
                <a:close/>
                <a:moveTo>
                  <a:pt x="635382" y="1361522"/>
                </a:moveTo>
                <a:cubicBezTo>
                  <a:pt x="635382" y="1355634"/>
                  <a:pt x="635442" y="1349760"/>
                  <a:pt x="636815" y="1343926"/>
                </a:cubicBezTo>
                <a:cubicBezTo>
                  <a:pt x="636771" y="1311465"/>
                  <a:pt x="639334" y="1279462"/>
                  <a:pt x="644623" y="1248124"/>
                </a:cubicBezTo>
                <a:lnTo>
                  <a:pt x="645189" y="1241192"/>
                </a:lnTo>
                <a:cubicBezTo>
                  <a:pt x="645365" y="1241187"/>
                  <a:pt x="645543" y="1241182"/>
                  <a:pt x="645717" y="1241127"/>
                </a:cubicBezTo>
                <a:cubicBezTo>
                  <a:pt x="698313" y="875493"/>
                  <a:pt x="992312" y="584557"/>
                  <a:pt x="1367711" y="523010"/>
                </a:cubicBezTo>
                <a:lnTo>
                  <a:pt x="1367833" y="521820"/>
                </a:lnTo>
                <a:cubicBezTo>
                  <a:pt x="1373387" y="520774"/>
                  <a:pt x="1378961" y="519792"/>
                  <a:pt x="1384794" y="520226"/>
                </a:cubicBezTo>
                <a:cubicBezTo>
                  <a:pt x="1417415" y="514468"/>
                  <a:pt x="1450779" y="511379"/>
                  <a:pt x="1484657" y="510833"/>
                </a:cubicBezTo>
                <a:lnTo>
                  <a:pt x="1502533" y="509151"/>
                </a:lnTo>
                <a:lnTo>
                  <a:pt x="1502560" y="509663"/>
                </a:lnTo>
                <a:lnTo>
                  <a:pt x="1503081" y="509629"/>
                </a:lnTo>
                <a:lnTo>
                  <a:pt x="1503703" y="521483"/>
                </a:lnTo>
                <a:cubicBezTo>
                  <a:pt x="1503703" y="527369"/>
                  <a:pt x="1503641" y="533241"/>
                  <a:pt x="1502268" y="539073"/>
                </a:cubicBezTo>
                <a:cubicBezTo>
                  <a:pt x="1502312" y="571542"/>
                  <a:pt x="1499749" y="603550"/>
                  <a:pt x="1494457" y="634895"/>
                </a:cubicBezTo>
                <a:lnTo>
                  <a:pt x="1493894" y="641812"/>
                </a:lnTo>
                <a:cubicBezTo>
                  <a:pt x="1493716" y="641818"/>
                  <a:pt x="1493541" y="641823"/>
                  <a:pt x="1493365" y="641878"/>
                </a:cubicBezTo>
                <a:cubicBezTo>
                  <a:pt x="1440771" y="1007510"/>
                  <a:pt x="1146772" y="1298446"/>
                  <a:pt x="771371" y="1359994"/>
                </a:cubicBezTo>
                <a:lnTo>
                  <a:pt x="771250" y="1361184"/>
                </a:lnTo>
                <a:cubicBezTo>
                  <a:pt x="765695" y="1362231"/>
                  <a:pt x="760120" y="1363214"/>
                  <a:pt x="754286" y="1362780"/>
                </a:cubicBezTo>
                <a:cubicBezTo>
                  <a:pt x="721677" y="1368535"/>
                  <a:pt x="688326" y="1371623"/>
                  <a:pt x="654458" y="1372169"/>
                </a:cubicBezTo>
                <a:lnTo>
                  <a:pt x="636551" y="1373854"/>
                </a:lnTo>
                <a:lnTo>
                  <a:pt x="636524" y="1373341"/>
                </a:lnTo>
                <a:lnTo>
                  <a:pt x="636002" y="1373376"/>
                </a:lnTo>
                <a:cubicBezTo>
                  <a:pt x="635410" y="1369436"/>
                  <a:pt x="635382" y="1365482"/>
                  <a:pt x="635382" y="1361522"/>
                </a:cubicBezTo>
                <a:close/>
                <a:moveTo>
                  <a:pt x="635382" y="1411078"/>
                </a:moveTo>
                <a:lnTo>
                  <a:pt x="636003" y="1399317"/>
                </a:lnTo>
                <a:lnTo>
                  <a:pt x="636524" y="1399351"/>
                </a:lnTo>
                <a:lnTo>
                  <a:pt x="636551" y="1398843"/>
                </a:lnTo>
                <a:lnTo>
                  <a:pt x="654426" y="1400511"/>
                </a:lnTo>
                <a:cubicBezTo>
                  <a:pt x="688306" y="1401053"/>
                  <a:pt x="721668" y="1404118"/>
                  <a:pt x="754290" y="1409831"/>
                </a:cubicBezTo>
                <a:cubicBezTo>
                  <a:pt x="760124" y="1409399"/>
                  <a:pt x="765697" y="1410375"/>
                  <a:pt x="771250" y="1411413"/>
                </a:cubicBezTo>
                <a:lnTo>
                  <a:pt x="771372" y="1412593"/>
                </a:lnTo>
                <a:cubicBezTo>
                  <a:pt x="1146772" y="1473657"/>
                  <a:pt x="1440771" y="1762307"/>
                  <a:pt x="1493366" y="2125070"/>
                </a:cubicBezTo>
                <a:cubicBezTo>
                  <a:pt x="1493542" y="2125125"/>
                  <a:pt x="1493718" y="2125130"/>
                  <a:pt x="1493895" y="2125135"/>
                </a:cubicBezTo>
                <a:lnTo>
                  <a:pt x="1494460" y="2132012"/>
                </a:lnTo>
                <a:cubicBezTo>
                  <a:pt x="1499750" y="2163105"/>
                  <a:pt x="1502312" y="2194855"/>
                  <a:pt x="1502268" y="2227062"/>
                </a:cubicBezTo>
                <a:cubicBezTo>
                  <a:pt x="1503641" y="2232850"/>
                  <a:pt x="1503703" y="2238678"/>
                  <a:pt x="1503703" y="2244520"/>
                </a:cubicBezTo>
                <a:cubicBezTo>
                  <a:pt x="1503703" y="2248449"/>
                  <a:pt x="1503674" y="2252372"/>
                  <a:pt x="1503082" y="2256280"/>
                </a:cubicBezTo>
                <a:lnTo>
                  <a:pt x="1502560" y="2256246"/>
                </a:lnTo>
                <a:lnTo>
                  <a:pt x="1502533" y="2256755"/>
                </a:lnTo>
                <a:lnTo>
                  <a:pt x="1484625" y="2255084"/>
                </a:lnTo>
                <a:cubicBezTo>
                  <a:pt x="1450758" y="2254542"/>
                  <a:pt x="1417407" y="2251477"/>
                  <a:pt x="1384798" y="2245767"/>
                </a:cubicBezTo>
                <a:cubicBezTo>
                  <a:pt x="1378964" y="2246198"/>
                  <a:pt x="1373389" y="2245223"/>
                  <a:pt x="1367833" y="2244184"/>
                </a:cubicBezTo>
                <a:lnTo>
                  <a:pt x="1367712" y="2243004"/>
                </a:lnTo>
                <a:cubicBezTo>
                  <a:pt x="992312" y="2181939"/>
                  <a:pt x="698313" y="1893288"/>
                  <a:pt x="645718" y="1530527"/>
                </a:cubicBezTo>
                <a:cubicBezTo>
                  <a:pt x="645544" y="1530472"/>
                  <a:pt x="645367" y="1530468"/>
                  <a:pt x="645190" y="1530463"/>
                </a:cubicBezTo>
                <a:lnTo>
                  <a:pt x="644626" y="1523599"/>
                </a:lnTo>
                <a:cubicBezTo>
                  <a:pt x="639335" y="1492501"/>
                  <a:pt x="636771" y="1460743"/>
                  <a:pt x="636815" y="1428529"/>
                </a:cubicBezTo>
                <a:cubicBezTo>
                  <a:pt x="635442" y="1422743"/>
                  <a:pt x="635382" y="1416918"/>
                  <a:pt x="635382" y="1411078"/>
                </a:cubicBezTo>
                <a:close/>
                <a:moveTo>
                  <a:pt x="0" y="120584"/>
                </a:moveTo>
                <a:lnTo>
                  <a:pt x="0" y="0"/>
                </a:lnTo>
                <a:lnTo>
                  <a:pt x="95071" y="0"/>
                </a:lnTo>
                <a:lnTo>
                  <a:pt x="23697" y="79433"/>
                </a:lnTo>
                <a:close/>
                <a:moveTo>
                  <a:pt x="0" y="459154"/>
                </a:moveTo>
                <a:lnTo>
                  <a:pt x="0" y="322913"/>
                </a:lnTo>
                <a:lnTo>
                  <a:pt x="85961" y="286715"/>
                </a:lnTo>
                <a:cubicBezTo>
                  <a:pt x="198873" y="230513"/>
                  <a:pt x="294715" y="147295"/>
                  <a:pt x="364172" y="45955"/>
                </a:cubicBezTo>
                <a:lnTo>
                  <a:pt x="387426" y="0"/>
                </a:lnTo>
                <a:lnTo>
                  <a:pt x="542918" y="0"/>
                </a:lnTo>
                <a:lnTo>
                  <a:pt x="488688" y="99096"/>
                </a:lnTo>
                <a:cubicBezTo>
                  <a:pt x="380786" y="266209"/>
                  <a:pt x="213011" y="394112"/>
                  <a:pt x="13938" y="455878"/>
                </a:cubicBezTo>
                <a:close/>
                <a:moveTo>
                  <a:pt x="0" y="1108862"/>
                </a:moveTo>
                <a:lnTo>
                  <a:pt x="0" y="893255"/>
                </a:lnTo>
                <a:lnTo>
                  <a:pt x="33376" y="945052"/>
                </a:lnTo>
                <a:cubicBezTo>
                  <a:pt x="138130" y="1084176"/>
                  <a:pt x="293395" y="1185481"/>
                  <a:pt x="473320" y="1223782"/>
                </a:cubicBezTo>
                <a:cubicBezTo>
                  <a:pt x="424556" y="978162"/>
                  <a:pt x="246384" y="777056"/>
                  <a:pt x="9746" y="689563"/>
                </a:cubicBezTo>
                <a:lnTo>
                  <a:pt x="0" y="686740"/>
                </a:lnTo>
                <a:lnTo>
                  <a:pt x="0" y="549764"/>
                </a:lnTo>
                <a:lnTo>
                  <a:pt x="27617" y="556541"/>
                </a:lnTo>
                <a:cubicBezTo>
                  <a:pt x="336096" y="658459"/>
                  <a:pt x="566943" y="921197"/>
                  <a:pt x="612962" y="1241127"/>
                </a:cubicBezTo>
                <a:cubicBezTo>
                  <a:pt x="613138" y="1241182"/>
                  <a:pt x="613315" y="1241187"/>
                  <a:pt x="613492" y="1241192"/>
                </a:cubicBezTo>
                <a:lnTo>
                  <a:pt x="614057" y="1248124"/>
                </a:lnTo>
                <a:cubicBezTo>
                  <a:pt x="619347" y="1279462"/>
                  <a:pt x="621909" y="1311465"/>
                  <a:pt x="621865" y="1343926"/>
                </a:cubicBezTo>
                <a:cubicBezTo>
                  <a:pt x="623237" y="1349760"/>
                  <a:pt x="623299" y="1355634"/>
                  <a:pt x="623299" y="1361522"/>
                </a:cubicBezTo>
                <a:cubicBezTo>
                  <a:pt x="623299" y="1365482"/>
                  <a:pt x="623271" y="1369436"/>
                  <a:pt x="622679" y="1373376"/>
                </a:cubicBezTo>
                <a:lnTo>
                  <a:pt x="622157" y="1373341"/>
                </a:lnTo>
                <a:lnTo>
                  <a:pt x="622129" y="1373854"/>
                </a:lnTo>
                <a:lnTo>
                  <a:pt x="604221" y="1372169"/>
                </a:lnTo>
                <a:cubicBezTo>
                  <a:pt x="570354" y="1371623"/>
                  <a:pt x="537004" y="1368535"/>
                  <a:pt x="504394" y="1362780"/>
                </a:cubicBezTo>
                <a:cubicBezTo>
                  <a:pt x="498560" y="1363214"/>
                  <a:pt x="492985" y="1362231"/>
                  <a:pt x="487429" y="1361184"/>
                </a:cubicBezTo>
                <a:lnTo>
                  <a:pt x="487308" y="1359994"/>
                </a:lnTo>
                <a:cubicBezTo>
                  <a:pt x="299609" y="1329221"/>
                  <a:pt x="132258" y="1241100"/>
                  <a:pt x="5260" y="1114967"/>
                </a:cubicBezTo>
                <a:close/>
                <a:moveTo>
                  <a:pt x="0" y="2216459"/>
                </a:moveTo>
                <a:lnTo>
                  <a:pt x="0" y="2080559"/>
                </a:lnTo>
                <a:lnTo>
                  <a:pt x="9744" y="2077760"/>
                </a:lnTo>
                <a:cubicBezTo>
                  <a:pt x="246382" y="1990953"/>
                  <a:pt x="424553" y="1791426"/>
                  <a:pt x="473318" y="1547735"/>
                </a:cubicBezTo>
                <a:cubicBezTo>
                  <a:pt x="293393" y="1585736"/>
                  <a:pt x="138127" y="1686244"/>
                  <a:pt x="33374" y="1824276"/>
                </a:cubicBezTo>
                <a:lnTo>
                  <a:pt x="0" y="1875663"/>
                </a:lnTo>
                <a:lnTo>
                  <a:pt x="0" y="1661750"/>
                </a:lnTo>
                <a:lnTo>
                  <a:pt x="5257" y="1655695"/>
                </a:lnTo>
                <a:cubicBezTo>
                  <a:pt x="132256" y="1530554"/>
                  <a:pt x="299606" y="1443125"/>
                  <a:pt x="487305" y="1412593"/>
                </a:cubicBezTo>
                <a:lnTo>
                  <a:pt x="487427" y="1411413"/>
                </a:lnTo>
                <a:cubicBezTo>
                  <a:pt x="492981" y="1410375"/>
                  <a:pt x="498555" y="1409399"/>
                  <a:pt x="504388" y="1409831"/>
                </a:cubicBezTo>
                <a:cubicBezTo>
                  <a:pt x="537009" y="1404118"/>
                  <a:pt x="570373" y="1401053"/>
                  <a:pt x="604251" y="1400511"/>
                </a:cubicBezTo>
                <a:lnTo>
                  <a:pt x="622127" y="1398843"/>
                </a:lnTo>
                <a:lnTo>
                  <a:pt x="622154" y="1399351"/>
                </a:lnTo>
                <a:lnTo>
                  <a:pt x="622675" y="1399317"/>
                </a:lnTo>
                <a:lnTo>
                  <a:pt x="623297" y="1411078"/>
                </a:lnTo>
                <a:cubicBezTo>
                  <a:pt x="623297" y="1416918"/>
                  <a:pt x="623235" y="1422743"/>
                  <a:pt x="621863" y="1428529"/>
                </a:cubicBezTo>
                <a:cubicBezTo>
                  <a:pt x="621907" y="1460743"/>
                  <a:pt x="619344" y="1492501"/>
                  <a:pt x="614051" y="1523599"/>
                </a:cubicBezTo>
                <a:lnTo>
                  <a:pt x="613488" y="1530463"/>
                </a:lnTo>
                <a:cubicBezTo>
                  <a:pt x="613311" y="1530468"/>
                  <a:pt x="613135" y="1530472"/>
                  <a:pt x="612959" y="1530527"/>
                </a:cubicBezTo>
                <a:cubicBezTo>
                  <a:pt x="566940" y="1847943"/>
                  <a:pt x="336094" y="2108619"/>
                  <a:pt x="27613" y="2209736"/>
                </a:cubicBezTo>
                <a:close/>
                <a:moveTo>
                  <a:pt x="0" y="2867081"/>
                </a:moveTo>
                <a:lnTo>
                  <a:pt x="0" y="2651475"/>
                </a:lnTo>
                <a:lnTo>
                  <a:pt x="33376" y="2703272"/>
                </a:lnTo>
                <a:cubicBezTo>
                  <a:pt x="138130" y="2842396"/>
                  <a:pt x="293395" y="2943700"/>
                  <a:pt x="473320" y="2982001"/>
                </a:cubicBezTo>
                <a:cubicBezTo>
                  <a:pt x="424556" y="2736382"/>
                  <a:pt x="246384" y="2535275"/>
                  <a:pt x="9746" y="2447782"/>
                </a:cubicBezTo>
                <a:lnTo>
                  <a:pt x="0" y="2444960"/>
                </a:lnTo>
                <a:lnTo>
                  <a:pt x="0" y="2307984"/>
                </a:lnTo>
                <a:lnTo>
                  <a:pt x="27617" y="2314760"/>
                </a:lnTo>
                <a:cubicBezTo>
                  <a:pt x="336096" y="2416678"/>
                  <a:pt x="566943" y="2679417"/>
                  <a:pt x="612962" y="2999346"/>
                </a:cubicBezTo>
                <a:cubicBezTo>
                  <a:pt x="613138" y="2999401"/>
                  <a:pt x="613315" y="2999406"/>
                  <a:pt x="613492" y="2999411"/>
                </a:cubicBezTo>
                <a:lnTo>
                  <a:pt x="614056" y="3006343"/>
                </a:lnTo>
                <a:lnTo>
                  <a:pt x="620836" y="3089525"/>
                </a:lnTo>
                <a:lnTo>
                  <a:pt x="370396" y="3089525"/>
                </a:lnTo>
                <a:lnTo>
                  <a:pt x="350661" y="3084682"/>
                </a:lnTo>
                <a:cubicBezTo>
                  <a:pt x="218455" y="3041003"/>
                  <a:pt x="100509" y="2967785"/>
                  <a:pt x="5260" y="2873187"/>
                </a:cubicBezTo>
                <a:close/>
              </a:path>
            </a:pathLst>
          </a:cu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sp>
      <p:sp>
        <p:nvSpPr>
          <p:cNvPr id="4" name="TextBox 3">
            <a:extLst>
              <a:ext uri="{FF2B5EF4-FFF2-40B4-BE49-F238E27FC236}">
                <a16:creationId xmlns:a16="http://schemas.microsoft.com/office/drawing/2014/main" id="{CF7541AB-D03C-4541-8157-3ABB97E0DBF5}"/>
              </a:ext>
            </a:extLst>
          </p:cNvPr>
          <p:cNvSpPr txBox="1"/>
          <p:nvPr/>
        </p:nvSpPr>
        <p:spPr>
          <a:xfrm>
            <a:off x="4219802" y="965864"/>
            <a:ext cx="7006998" cy="3450370"/>
          </a:xfrm>
          <a:prstGeom prst="rect">
            <a:avLst/>
          </a:prstGeom>
        </p:spPr>
        <p:txBody>
          <a:bodyPr vert="horz" lIns="45720" tIns="45720" rIns="45720" bIns="45720" rtlCol="0" anchor="b">
            <a:normAutofit/>
          </a:bodyPr>
          <a:lstStyle/>
          <a:p>
            <a:pPr marL="0" marR="0" lvl="0" indent="0" algn="l" defTabSz="914400" rtl="0" eaLnBrk="1" fontAlgn="auto" latinLnBrk="0" hangingPunct="1">
              <a:lnSpc>
                <a:spcPct val="90000"/>
              </a:lnSpc>
              <a:spcBef>
                <a:spcPts val="0"/>
              </a:spcBef>
              <a:spcAft>
                <a:spcPts val="600"/>
              </a:spcAft>
              <a:buClr>
                <a:srgbClr val="1CADE4"/>
              </a:buClr>
              <a:buSzTx/>
              <a:buFontTx/>
              <a:buNone/>
              <a:tabLst/>
              <a:defRPr/>
            </a:pPr>
            <a:r>
              <a:rPr kumimoji="0" lang="en-US" sz="2000" b="0" i="0" u="none" strike="noStrike" kern="1200" cap="none" spc="0" normalizeH="0" baseline="0" noProof="0" dirty="0">
                <a:ln>
                  <a:noFill/>
                </a:ln>
                <a:solidFill>
                  <a:srgbClr val="FFFFFF"/>
                </a:solidFill>
                <a:effectLst/>
                <a:uLnTx/>
                <a:uFillTx/>
                <a:latin typeface="Tw Cen MT" panose="020B0602020104020603"/>
                <a:ea typeface="+mn-ea"/>
                <a:cs typeface="+mn-cs"/>
              </a:rPr>
              <a:t>Alannah Culbert</a:t>
            </a:r>
          </a:p>
        </p:txBody>
      </p:sp>
      <p:cxnSp>
        <p:nvCxnSpPr>
          <p:cNvPr id="17" name="Straight Connector 16">
            <a:extLst>
              <a:ext uri="{FF2B5EF4-FFF2-40B4-BE49-F238E27FC236}">
                <a16:creationId xmlns:a16="http://schemas.microsoft.com/office/drawing/2014/main" id="{99237721-19CF-41B1-AA0A-E1E1A8282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24317" y="4576004"/>
            <a:ext cx="457200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943611"/>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208E-9BFB-42D4-A299-2DC2D93F17C5}"/>
              </a:ext>
            </a:extLst>
          </p:cNvPr>
          <p:cNvSpPr>
            <a:spLocks noGrp="1"/>
          </p:cNvSpPr>
          <p:nvPr>
            <p:ph type="title"/>
          </p:nvPr>
        </p:nvSpPr>
        <p:spPr>
          <a:xfrm>
            <a:off x="759224" y="640080"/>
            <a:ext cx="4959421" cy="1499616"/>
          </a:xfrm>
        </p:spPr>
        <p:txBody>
          <a:bodyPr>
            <a:normAutofit/>
          </a:bodyPr>
          <a:lstStyle/>
          <a:p>
            <a:r>
              <a:rPr lang="en-AU" b="1" dirty="0">
                <a:latin typeface="Bahnschrift Light Condensed" panose="020B0502040204020203" pitchFamily="34" charset="0"/>
              </a:rPr>
              <a:t>Sydney opera house</a:t>
            </a:r>
          </a:p>
        </p:txBody>
      </p:sp>
      <p:sp>
        <p:nvSpPr>
          <p:cNvPr id="3" name="Content Placeholder 2">
            <a:extLst>
              <a:ext uri="{FF2B5EF4-FFF2-40B4-BE49-F238E27FC236}">
                <a16:creationId xmlns:a16="http://schemas.microsoft.com/office/drawing/2014/main" id="{D3296F1B-D580-4243-AA15-F6797CD24DF8}"/>
              </a:ext>
            </a:extLst>
          </p:cNvPr>
          <p:cNvSpPr>
            <a:spLocks noGrp="1"/>
          </p:cNvSpPr>
          <p:nvPr>
            <p:ph idx="1"/>
          </p:nvPr>
        </p:nvSpPr>
        <p:spPr>
          <a:xfrm>
            <a:off x="1024128" y="2286000"/>
            <a:ext cx="4429615" cy="3931920"/>
          </a:xfrm>
        </p:spPr>
        <p:txBody>
          <a:bodyPr>
            <a:normAutofit/>
          </a:bodyPr>
          <a:lstStyle/>
          <a:p>
            <a:r>
              <a:rPr lang="en-AU" sz="1200" b="1" dirty="0">
                <a:latin typeface="Bahnschrift Light Condensed" panose="020B0502040204020203" pitchFamily="34" charset="0"/>
              </a:rPr>
              <a:t>Where is it located?  </a:t>
            </a:r>
            <a:r>
              <a:rPr lang="en-AU" sz="1200" b="1" dirty="0">
                <a:latin typeface="Bahnschrift Light Condensed" panose="020B0502040204020203" pitchFamily="34" charset="0"/>
                <a:sym typeface="Wingdings" panose="05000000000000000000" pitchFamily="2" charset="2"/>
              </a:rPr>
              <a:t></a:t>
            </a:r>
          </a:p>
          <a:p>
            <a:pPr>
              <a:buFont typeface="Arial" panose="020B0604020202020204" pitchFamily="34" charset="0"/>
              <a:buChar char="•"/>
            </a:pPr>
            <a:r>
              <a:rPr lang="en-AU" sz="1200" b="1" dirty="0">
                <a:latin typeface="Bahnschrift Light Condensed" panose="020B0502040204020203" pitchFamily="34" charset="0"/>
                <a:sym typeface="Wingdings" panose="05000000000000000000" pitchFamily="2" charset="2"/>
              </a:rPr>
              <a:t>Is it a natural, cultural or mixed site?</a:t>
            </a:r>
          </a:p>
          <a:p>
            <a:pPr>
              <a:buFont typeface="Wingdings" panose="05000000000000000000" pitchFamily="2" charset="2"/>
              <a:buChar char="v"/>
            </a:pPr>
            <a:r>
              <a:rPr lang="en-AU" sz="1200" dirty="0">
                <a:latin typeface="Bahnschrift Light Condensed" panose="020B0502040204020203" pitchFamily="34" charset="0"/>
                <a:sym typeface="Wingdings" panose="05000000000000000000" pitchFamily="2" charset="2"/>
              </a:rPr>
              <a:t> Cultural</a:t>
            </a:r>
          </a:p>
          <a:p>
            <a:pPr>
              <a:buFont typeface="Arial" panose="020B0604020202020204" pitchFamily="34" charset="0"/>
              <a:buChar char="•"/>
            </a:pPr>
            <a:r>
              <a:rPr lang="en-AU" sz="1200" b="1" dirty="0">
                <a:latin typeface="Bahnschrift Light Condensed" panose="020B0502040204020203" pitchFamily="34" charset="0"/>
                <a:sym typeface="Wingdings" panose="05000000000000000000" pitchFamily="2" charset="2"/>
              </a:rPr>
              <a:t>Why is the site significant?</a:t>
            </a:r>
          </a:p>
          <a:p>
            <a:pPr>
              <a:buFont typeface="Wingdings" panose="05000000000000000000" pitchFamily="2" charset="2"/>
              <a:buChar char="v"/>
            </a:pPr>
            <a:r>
              <a:rPr lang="en-AU" sz="1200" b="1" dirty="0">
                <a:latin typeface="Bahnschrift Light Condensed" panose="020B0502040204020203" pitchFamily="34" charset="0"/>
                <a:sym typeface="Wingdings" panose="05000000000000000000" pitchFamily="2" charset="2"/>
              </a:rPr>
              <a:t> </a:t>
            </a:r>
            <a:r>
              <a:rPr lang="en-AU" sz="1200" dirty="0">
                <a:latin typeface="Bahnschrift Light Condensed" panose="020B0502040204020203" pitchFamily="34" charset="0"/>
                <a:sym typeface="Wingdings" panose="05000000000000000000" pitchFamily="2" charset="2"/>
              </a:rPr>
              <a:t>the Sydney opera house is considered a masterpiece of 20</a:t>
            </a:r>
            <a:r>
              <a:rPr lang="en-AU" sz="1200" baseline="30000" dirty="0">
                <a:latin typeface="Bahnschrift Light Condensed" panose="020B0502040204020203" pitchFamily="34" charset="0"/>
                <a:sym typeface="Wingdings" panose="05000000000000000000" pitchFamily="2" charset="2"/>
              </a:rPr>
              <a:t>th</a:t>
            </a:r>
            <a:r>
              <a:rPr lang="en-AU" sz="1200" dirty="0">
                <a:latin typeface="Bahnschrift Light Condensed" panose="020B0502040204020203" pitchFamily="34" charset="0"/>
                <a:sym typeface="Wingdings" panose="05000000000000000000" pitchFamily="2" charset="2"/>
              </a:rPr>
              <a:t> century architecture, and is known all over the world. “it represents multiple strands of creativity, both in architectural form and structural design.”</a:t>
            </a:r>
          </a:p>
          <a:p>
            <a:pPr>
              <a:buFont typeface="Arial" panose="020B0604020202020204" pitchFamily="34" charset="0"/>
              <a:buChar char="•"/>
            </a:pPr>
            <a:r>
              <a:rPr lang="en-AU" sz="1200" b="1" dirty="0">
                <a:latin typeface="Bahnschrift Light Condensed" panose="020B0502040204020203" pitchFamily="34" charset="0"/>
                <a:sym typeface="Wingdings" panose="05000000000000000000" pitchFamily="2" charset="2"/>
              </a:rPr>
              <a:t>Are there any threats to the site?</a:t>
            </a:r>
          </a:p>
          <a:p>
            <a:pPr>
              <a:buFont typeface="Wingdings" panose="05000000000000000000" pitchFamily="2" charset="2"/>
              <a:buChar char="v"/>
            </a:pPr>
            <a:r>
              <a:rPr lang="en-AU" sz="1200" dirty="0">
                <a:latin typeface="Bahnschrift Light Condensed" panose="020B0502040204020203" pitchFamily="34" charset="0"/>
                <a:sym typeface="Wingdings" panose="05000000000000000000" pitchFamily="2" charset="2"/>
              </a:rPr>
              <a:t>The only major threat is climate change, as rising sea and salt levels could erode the opera houses’ supports (25m below sea level).</a:t>
            </a:r>
          </a:p>
          <a:p>
            <a:pPr>
              <a:buFont typeface="Arial" panose="020B0604020202020204" pitchFamily="34" charset="0"/>
              <a:buChar char="•"/>
            </a:pPr>
            <a:r>
              <a:rPr lang="en-AU" sz="1200" b="1" dirty="0">
                <a:latin typeface="Bahnschrift Light Condensed" panose="020B0502040204020203" pitchFamily="34" charset="0"/>
                <a:sym typeface="Wingdings" panose="05000000000000000000" pitchFamily="2" charset="2"/>
              </a:rPr>
              <a:t>How is the site being protected?</a:t>
            </a:r>
          </a:p>
          <a:p>
            <a:pPr>
              <a:buFont typeface="Wingdings" panose="05000000000000000000" pitchFamily="2" charset="2"/>
              <a:buChar char="v"/>
            </a:pPr>
            <a:r>
              <a:rPr lang="en-AU" sz="1200" dirty="0">
                <a:latin typeface="Bahnschrift Light Condensed" panose="020B0502040204020203" pitchFamily="34" charset="0"/>
                <a:sym typeface="Wingdings" panose="05000000000000000000" pitchFamily="2" charset="2"/>
              </a:rPr>
              <a:t>The opera house goes through “regular and rigorous repair and conservation programmes” (this is all I could find )</a:t>
            </a:r>
          </a:p>
        </p:txBody>
      </p:sp>
      <p:pic>
        <p:nvPicPr>
          <p:cNvPr id="5" name="Picture 4" descr="Map&#10;&#10;Description automatically generated">
            <a:extLst>
              <a:ext uri="{FF2B5EF4-FFF2-40B4-BE49-F238E27FC236}">
                <a16:creationId xmlns:a16="http://schemas.microsoft.com/office/drawing/2014/main" id="{A86D11F3-BC47-4EB3-8F23-F9A77C6089AE}"/>
              </a:ext>
            </a:extLst>
          </p:cNvPr>
          <p:cNvPicPr>
            <a:picLocks noChangeAspect="1"/>
          </p:cNvPicPr>
          <p:nvPr/>
        </p:nvPicPr>
        <p:blipFill>
          <a:blip r:embed="rId2"/>
          <a:stretch>
            <a:fillRect/>
          </a:stretch>
        </p:blipFill>
        <p:spPr>
          <a:xfrm>
            <a:off x="6096000" y="1396670"/>
            <a:ext cx="5455921" cy="4064660"/>
          </a:xfrm>
          <a:prstGeom prst="rect">
            <a:avLst/>
          </a:prstGeom>
        </p:spPr>
      </p:pic>
    </p:spTree>
    <p:extLst>
      <p:ext uri="{BB962C8B-B14F-4D97-AF65-F5344CB8AC3E}">
        <p14:creationId xmlns:p14="http://schemas.microsoft.com/office/powerpoint/2010/main" val="35239585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Rectangle 615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146" name="Picture 2" descr="Complete Guide to the Sydney Opera House">
            <a:extLst>
              <a:ext uri="{FF2B5EF4-FFF2-40B4-BE49-F238E27FC236}">
                <a16:creationId xmlns:a16="http://schemas.microsoft.com/office/drawing/2014/main" id="{A61561E6-67A1-4BAE-90FB-A2D97D9B83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399" r="1" b="1"/>
          <a:stretch/>
        </p:blipFill>
        <p:spPr bwMode="auto">
          <a:xfrm>
            <a:off x="196850" y="173518"/>
            <a:ext cx="11798300" cy="651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27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9DE4C-8618-4AA5-B302-8E250782E1F0}"/>
              </a:ext>
            </a:extLst>
          </p:cNvPr>
          <p:cNvSpPr>
            <a:spLocks noGrp="1"/>
          </p:cNvSpPr>
          <p:nvPr>
            <p:ph type="title"/>
          </p:nvPr>
        </p:nvSpPr>
        <p:spPr>
          <a:xfrm>
            <a:off x="761097" y="574918"/>
            <a:ext cx="4071655" cy="1499616"/>
          </a:xfrm>
        </p:spPr>
        <p:txBody>
          <a:bodyPr>
            <a:normAutofit/>
          </a:bodyPr>
          <a:lstStyle/>
          <a:p>
            <a:r>
              <a:rPr lang="en-AU" sz="4000" b="1" dirty="0">
                <a:latin typeface="Bahnschrift Light Condensed" panose="020B0502040204020203" pitchFamily="34" charset="0"/>
              </a:rPr>
              <a:t>Mount Fuji (Fujisan)</a:t>
            </a:r>
          </a:p>
        </p:txBody>
      </p:sp>
      <p:sp>
        <p:nvSpPr>
          <p:cNvPr id="3" name="Content Placeholder 2">
            <a:extLst>
              <a:ext uri="{FF2B5EF4-FFF2-40B4-BE49-F238E27FC236}">
                <a16:creationId xmlns:a16="http://schemas.microsoft.com/office/drawing/2014/main" id="{9F29A60E-CFA3-4CD7-BC8A-7B8A46EF3C9A}"/>
              </a:ext>
            </a:extLst>
          </p:cNvPr>
          <p:cNvSpPr>
            <a:spLocks noGrp="1"/>
          </p:cNvSpPr>
          <p:nvPr>
            <p:ph idx="1"/>
          </p:nvPr>
        </p:nvSpPr>
        <p:spPr>
          <a:xfrm>
            <a:off x="555090" y="2074534"/>
            <a:ext cx="4483668" cy="4572000"/>
          </a:xfrm>
        </p:spPr>
        <p:txBody>
          <a:bodyPr>
            <a:normAutofit/>
          </a:bodyPr>
          <a:lstStyle/>
          <a:p>
            <a:pPr>
              <a:buFont typeface="Arial" panose="020B0604020202020204" pitchFamily="34" charset="0"/>
              <a:buChar char="•"/>
            </a:pPr>
            <a:r>
              <a:rPr lang="en-AU" sz="1200" b="1" dirty="0">
                <a:latin typeface="Bahnschrift Light Condensed" panose="020B0502040204020203" pitchFamily="34" charset="0"/>
              </a:rPr>
              <a:t>where is the site located? </a:t>
            </a:r>
            <a:r>
              <a:rPr lang="en-AU" sz="1200" b="1" dirty="0">
                <a:latin typeface="Bahnschrift Light Condensed" panose="020B0502040204020203" pitchFamily="34" charset="0"/>
                <a:sym typeface="Wingdings" panose="05000000000000000000" pitchFamily="2" charset="2"/>
              </a:rPr>
              <a:t></a:t>
            </a:r>
          </a:p>
          <a:p>
            <a:pPr>
              <a:buFont typeface="Arial" panose="020B0604020202020204" pitchFamily="34" charset="0"/>
              <a:buChar char="•"/>
            </a:pPr>
            <a:r>
              <a:rPr lang="en-AU" sz="1200" b="1" dirty="0">
                <a:latin typeface="Bahnschrift Light Condensed" panose="020B0502040204020203" pitchFamily="34" charset="0"/>
                <a:sym typeface="Wingdings" panose="05000000000000000000" pitchFamily="2" charset="2"/>
              </a:rPr>
              <a:t>Is it a natural, cultural or mixed site?</a:t>
            </a:r>
          </a:p>
          <a:p>
            <a:pPr>
              <a:buFont typeface="Wingdings" panose="05000000000000000000" pitchFamily="2" charset="2"/>
              <a:buChar char="v"/>
            </a:pPr>
            <a:r>
              <a:rPr lang="en-AU" sz="1200" b="1" dirty="0">
                <a:latin typeface="Bahnschrift Light Condensed" panose="020B0502040204020203" pitchFamily="34" charset="0"/>
                <a:sym typeface="Wingdings" panose="05000000000000000000" pitchFamily="2" charset="2"/>
              </a:rPr>
              <a:t> </a:t>
            </a:r>
            <a:r>
              <a:rPr lang="en-AU" sz="1200" dirty="0">
                <a:latin typeface="Bahnschrift Light Condensed" panose="020B0502040204020203" pitchFamily="34" charset="0"/>
                <a:sym typeface="Wingdings" panose="05000000000000000000" pitchFamily="2" charset="2"/>
              </a:rPr>
              <a:t>Cultural</a:t>
            </a:r>
          </a:p>
          <a:p>
            <a:r>
              <a:rPr lang="en-AU" sz="1200" b="1" dirty="0">
                <a:latin typeface="Bahnschrift Light Condensed" panose="020B0502040204020203" pitchFamily="34" charset="0"/>
                <a:sym typeface="Wingdings" panose="05000000000000000000" pitchFamily="2" charset="2"/>
              </a:rPr>
              <a:t>Why is the site significant?</a:t>
            </a:r>
          </a:p>
          <a:p>
            <a:pPr>
              <a:buFont typeface="Wingdings" panose="05000000000000000000" pitchFamily="2" charset="2"/>
              <a:buChar char="v"/>
            </a:pPr>
            <a:r>
              <a:rPr lang="en-AU" sz="1200" dirty="0">
                <a:latin typeface="Bahnschrift Light Condensed" panose="020B0502040204020203" pitchFamily="34" charset="0"/>
                <a:sym typeface="Wingdings" panose="05000000000000000000" pitchFamily="2" charset="2"/>
              </a:rPr>
              <a:t>Mount fuji is considered a sacred kami (god)in the Shinto religion, and followers of the Shinto religion climb it as an act of pilgrimage.</a:t>
            </a:r>
          </a:p>
          <a:p>
            <a:pPr>
              <a:buFont typeface="Arial" panose="020B0604020202020204" pitchFamily="34" charset="0"/>
              <a:buChar char="•"/>
            </a:pPr>
            <a:r>
              <a:rPr lang="en-AU" sz="1200" b="1" dirty="0">
                <a:latin typeface="Bahnschrift Light Condensed" panose="020B0502040204020203" pitchFamily="34" charset="0"/>
                <a:sym typeface="Wingdings" panose="05000000000000000000" pitchFamily="2" charset="2"/>
              </a:rPr>
              <a:t> Are there any threats to the site?</a:t>
            </a:r>
          </a:p>
          <a:p>
            <a:pPr>
              <a:buFont typeface="Wingdings" panose="05000000000000000000" pitchFamily="2" charset="2"/>
              <a:buChar char="v"/>
            </a:pPr>
            <a:r>
              <a:rPr lang="en-AU" sz="1200" dirty="0">
                <a:latin typeface="Bahnschrift Light Condensed" panose="020B0502040204020203" pitchFamily="34" charset="0"/>
                <a:sym typeface="Wingdings" panose="05000000000000000000" pitchFamily="2" charset="2"/>
              </a:rPr>
              <a:t> The main threat to Fujisan is the amount of waste being left on it, despite the number of people climbing it steadily declining</a:t>
            </a:r>
          </a:p>
          <a:p>
            <a:pPr>
              <a:buFont typeface="Arial" panose="020B0604020202020204" pitchFamily="34" charset="0"/>
              <a:buChar char="•"/>
            </a:pPr>
            <a:r>
              <a:rPr lang="en-AU" sz="1200" b="1" dirty="0">
                <a:latin typeface="Bahnschrift Light Condensed" panose="020B0502040204020203" pitchFamily="34" charset="0"/>
                <a:sym typeface="Wingdings" panose="05000000000000000000" pitchFamily="2" charset="2"/>
              </a:rPr>
              <a:t>How is the site being protected?</a:t>
            </a:r>
          </a:p>
          <a:p>
            <a:pPr>
              <a:buFont typeface="Wingdings" panose="05000000000000000000" pitchFamily="2" charset="2"/>
              <a:buChar char="v"/>
            </a:pPr>
            <a:r>
              <a:rPr lang="en-AU" sz="1200" dirty="0">
                <a:latin typeface="Bahnschrift Light Condensed" panose="020B0502040204020203" pitchFamily="34" charset="0"/>
                <a:sym typeface="Wingdings" panose="05000000000000000000" pitchFamily="2" charset="2"/>
              </a:rPr>
              <a:t> The prefectural governments of Shizuoka and Yamanashi passed the “Fuji charter” in 1988, which caused a movement to reinstate Fujisan as a Japanese symbol. There is also a “Fuji clean-up climb” every August!</a:t>
            </a:r>
          </a:p>
          <a:p>
            <a:endParaRPr lang="en-AU" sz="1600" dirty="0">
              <a:latin typeface="Bahnschrift Light Condensed" panose="020B0502040204020203" pitchFamily="34" charset="0"/>
            </a:endParaRPr>
          </a:p>
        </p:txBody>
      </p:sp>
      <p:pic>
        <p:nvPicPr>
          <p:cNvPr id="5" name="Picture 4">
            <a:extLst>
              <a:ext uri="{FF2B5EF4-FFF2-40B4-BE49-F238E27FC236}">
                <a16:creationId xmlns:a16="http://schemas.microsoft.com/office/drawing/2014/main" id="{A6CA0286-1D7E-4568-984A-21BC0A07BAF0}"/>
              </a:ext>
            </a:extLst>
          </p:cNvPr>
          <p:cNvPicPr>
            <a:picLocks noChangeAspect="1"/>
          </p:cNvPicPr>
          <p:nvPr/>
        </p:nvPicPr>
        <p:blipFill>
          <a:blip r:embed="rId2"/>
          <a:stretch>
            <a:fillRect/>
          </a:stretch>
        </p:blipFill>
        <p:spPr>
          <a:xfrm>
            <a:off x="5677743" y="640080"/>
            <a:ext cx="4838775" cy="5577840"/>
          </a:xfrm>
          <a:prstGeom prst="rect">
            <a:avLst/>
          </a:prstGeom>
        </p:spPr>
      </p:pic>
    </p:spTree>
    <p:extLst>
      <p:ext uri="{BB962C8B-B14F-4D97-AF65-F5344CB8AC3E}">
        <p14:creationId xmlns:p14="http://schemas.microsoft.com/office/powerpoint/2010/main" val="5554291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170" name="Picture 2" descr="Mount Fuji | Facts, Height, Location, &amp; Eruptions | Britannica">
            <a:extLst>
              <a:ext uri="{FF2B5EF4-FFF2-40B4-BE49-F238E27FC236}">
                <a16:creationId xmlns:a16="http://schemas.microsoft.com/office/drawing/2014/main" id="{B6E8DAA3-80EB-4CC5-8470-52824FD5FB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302" r="1" b="1"/>
          <a:stretch/>
        </p:blipFill>
        <p:spPr bwMode="auto">
          <a:xfrm>
            <a:off x="196850" y="173518"/>
            <a:ext cx="11798300" cy="651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284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776D29F-0A2C-4F75-8582-7C7DFCBD1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C709FC-623E-4714-8962-7C854E49A5D6}"/>
              </a:ext>
            </a:extLst>
          </p:cNvPr>
          <p:cNvSpPr>
            <a:spLocks noGrp="1"/>
          </p:cNvSpPr>
          <p:nvPr>
            <p:ph type="ctrTitle"/>
          </p:nvPr>
        </p:nvSpPr>
        <p:spPr>
          <a:xfrm>
            <a:off x="838200" y="1174819"/>
            <a:ext cx="4375151" cy="2858363"/>
          </a:xfrm>
        </p:spPr>
        <p:txBody>
          <a:bodyPr>
            <a:normAutofit/>
          </a:bodyPr>
          <a:lstStyle/>
          <a:p>
            <a:pPr algn="l"/>
            <a:r>
              <a:rPr lang="en-AU" sz="6700">
                <a:solidFill>
                  <a:schemeClr val="bg1"/>
                </a:solidFill>
              </a:rPr>
              <a:t>Durdle Door</a:t>
            </a:r>
            <a:br>
              <a:rPr lang="en-AU" sz="6700">
                <a:solidFill>
                  <a:schemeClr val="bg1"/>
                </a:solidFill>
              </a:rPr>
            </a:br>
            <a:endParaRPr lang="en-AU" sz="6700">
              <a:solidFill>
                <a:schemeClr val="bg1"/>
              </a:solidFill>
            </a:endParaRPr>
          </a:p>
        </p:txBody>
      </p:sp>
      <p:pic>
        <p:nvPicPr>
          <p:cNvPr id="4" name="Picture 3">
            <a:extLst>
              <a:ext uri="{FF2B5EF4-FFF2-40B4-BE49-F238E27FC236}">
                <a16:creationId xmlns:a16="http://schemas.microsoft.com/office/drawing/2014/main" id="{A44FD972-743F-464F-AB56-3AA17895F5A1}"/>
              </a:ext>
            </a:extLst>
          </p:cNvPr>
          <p:cNvPicPr>
            <a:picLocks noChangeAspect="1"/>
          </p:cNvPicPr>
          <p:nvPr/>
        </p:nvPicPr>
        <p:blipFill rotWithShape="1">
          <a:blip r:embed="rId2"/>
          <a:srcRect l="2555" r="34085" b="-2"/>
          <a:stretch/>
        </p:blipFill>
        <p:spPr>
          <a:xfrm>
            <a:off x="5682343" y="1"/>
            <a:ext cx="6509657" cy="6857999"/>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effectLst>
            <a:outerShdw blurRad="381000" dist="152400" dir="10800000" algn="r" rotWithShape="0">
              <a:prstClr val="black">
                <a:alpha val="10000"/>
              </a:prstClr>
            </a:outerShdw>
          </a:effectLst>
        </p:spPr>
      </p:pic>
      <p:sp>
        <p:nvSpPr>
          <p:cNvPr id="18" name="Freeform: Shape 17">
            <a:extLst>
              <a:ext uri="{FF2B5EF4-FFF2-40B4-BE49-F238E27FC236}">
                <a16:creationId xmlns:a16="http://schemas.microsoft.com/office/drawing/2014/main" id="{C4D41903-2C9D-4F9E-AA1F-6161F8A6F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9E4574B5-C90E-412D-BAB0-B9F483290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2004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5" name="Rectangle 104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47" name="Freeform: Shape 1046">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472C4"/>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A86926-2BEE-4A80-9DA4-7F23BB041493}"/>
              </a:ext>
            </a:extLst>
          </p:cNvPr>
          <p:cNvSpPr>
            <a:spLocks noGrp="1"/>
          </p:cNvSpPr>
          <p:nvPr>
            <p:ph type="title"/>
          </p:nvPr>
        </p:nvSpPr>
        <p:spPr>
          <a:xfrm>
            <a:off x="2232252" y="633046"/>
            <a:ext cx="4463623" cy="1314996"/>
          </a:xfrm>
        </p:spPr>
        <p:txBody>
          <a:bodyPr anchor="b">
            <a:normAutofit/>
          </a:bodyPr>
          <a:lstStyle/>
          <a:p>
            <a:r>
              <a:rPr lang="en-AU">
                <a:solidFill>
                  <a:schemeClr val="bg1"/>
                </a:solidFill>
              </a:rPr>
              <a:t>Where is it?</a:t>
            </a:r>
          </a:p>
        </p:txBody>
      </p:sp>
      <p:sp>
        <p:nvSpPr>
          <p:cNvPr id="1049" name="Freeform: Shape 1048">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1" name="Freeform: Shape 1050">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75691E7-9CCE-4FD8-8A23-907986B70650}"/>
              </a:ext>
            </a:extLst>
          </p:cNvPr>
          <p:cNvSpPr>
            <a:spLocks noGrp="1"/>
          </p:cNvSpPr>
          <p:nvPr>
            <p:ph idx="1"/>
          </p:nvPr>
        </p:nvSpPr>
        <p:spPr>
          <a:xfrm>
            <a:off x="2232252" y="2125737"/>
            <a:ext cx="4463623" cy="4044463"/>
          </a:xfrm>
        </p:spPr>
        <p:txBody>
          <a:bodyPr>
            <a:normAutofit/>
          </a:bodyPr>
          <a:lstStyle/>
          <a:p>
            <a:pPr marL="0" indent="0">
              <a:buNone/>
            </a:pPr>
            <a:r>
              <a:rPr lang="en-AU">
                <a:solidFill>
                  <a:schemeClr val="bg1"/>
                </a:solidFill>
              </a:rPr>
              <a:t>Durdle Door is one of Dorset's most photographed and iconic landmarks. It is part of the Jurassic Coast World Heritage Site and is an extremely popular beauty spot. It is located on the Lulworth Estate in south Dorset and is part of the Jurassic Coast.</a:t>
            </a:r>
          </a:p>
        </p:txBody>
      </p:sp>
      <p:sp>
        <p:nvSpPr>
          <p:cNvPr id="1053" name="Freeform: Shape 1052">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472C4"/>
              </a:solidFill>
              <a:effectLst/>
              <a:uLnTx/>
              <a:uFillTx/>
              <a:latin typeface="Calibri" panose="020F0502020204030204"/>
              <a:ea typeface="+mn-ea"/>
              <a:cs typeface="+mn-cs"/>
            </a:endParaRPr>
          </a:p>
        </p:txBody>
      </p:sp>
      <p:sp>
        <p:nvSpPr>
          <p:cNvPr id="1055" name="Freeform: Shape 1054">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57" name="Freeform: Shape 1056">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Durdle Door to Lulworth Cove Walk [full guide + free map included]">
            <a:extLst>
              <a:ext uri="{FF2B5EF4-FFF2-40B4-BE49-F238E27FC236}">
                <a16:creationId xmlns:a16="http://schemas.microsoft.com/office/drawing/2014/main" id="{D263A88B-663E-43A7-B7B3-FFA8C8E6AF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966" r="17276" b="5"/>
          <a:stretch/>
        </p:blipFill>
        <p:spPr bwMode="auto">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a:noFill/>
          <a:extLst>
            <a:ext uri="{909E8E84-426E-40DD-AFC4-6F175D3DCCD1}">
              <a14:hiddenFill xmlns:a14="http://schemas.microsoft.com/office/drawing/2010/main">
                <a:solidFill>
                  <a:srgbClr val="FFFFFF"/>
                </a:solidFill>
              </a14:hiddenFill>
            </a:ext>
          </a:extLst>
        </p:spPr>
      </p:pic>
      <p:grpSp>
        <p:nvGrpSpPr>
          <p:cNvPr id="1059"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1060" name="Freeform: Shape 1059">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1" name="Freeform: Shape 1060">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2" name="Freeform: Shape 1061">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3" name="Freeform: Shape 1062">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Freeform: Shape 1063">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3307414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859402D-7F96-486F-90F5-0F774527FD61}"/>
              </a:ext>
            </a:extLst>
          </p:cNvPr>
          <p:cNvSpPr>
            <a:spLocks noGrp="1"/>
          </p:cNvSpPr>
          <p:nvPr>
            <p:ph type="title"/>
          </p:nvPr>
        </p:nvSpPr>
        <p:spPr>
          <a:xfrm>
            <a:off x="946521" y="396117"/>
            <a:ext cx="5217172" cy="1158857"/>
          </a:xfrm>
        </p:spPr>
        <p:txBody>
          <a:bodyPr anchor="b">
            <a:normAutofit/>
          </a:bodyPr>
          <a:lstStyle/>
          <a:p>
            <a:r>
              <a:rPr lang="en-AU" sz="3700">
                <a:solidFill>
                  <a:schemeClr val="bg1"/>
                </a:solidFill>
              </a:rPr>
              <a:t>Is it a cultural, natural or mixed site?</a:t>
            </a:r>
          </a:p>
        </p:txBody>
      </p:sp>
      <p:grpSp>
        <p:nvGrpSpPr>
          <p:cNvPr id="31" name="Group 30">
            <a:extLst>
              <a:ext uri="{FF2B5EF4-FFF2-40B4-BE49-F238E27FC236}">
                <a16:creationId xmlns:a16="http://schemas.microsoft.com/office/drawing/2014/main" id="{268C940D-4516-4630-B49F-65C1A82FEA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91258" y="619275"/>
            <a:ext cx="932200" cy="932200"/>
            <a:chOff x="10791258" y="619275"/>
            <a:chExt cx="932200" cy="932200"/>
          </a:xfrm>
        </p:grpSpPr>
        <p:sp>
          <p:nvSpPr>
            <p:cNvPr id="32" name="Graphic 212">
              <a:extLst>
                <a:ext uri="{FF2B5EF4-FFF2-40B4-BE49-F238E27FC236}">
                  <a16:creationId xmlns:a16="http://schemas.microsoft.com/office/drawing/2014/main" id="{160C130F-E752-44CF-98A8-75490C2A2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Graphic 212">
              <a:extLst>
                <a:ext uri="{FF2B5EF4-FFF2-40B4-BE49-F238E27FC236}">
                  <a16:creationId xmlns:a16="http://schemas.microsoft.com/office/drawing/2014/main" id="{9690DAC5-9FBA-4943-959B-751AF2B46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 name="Content Placeholder 2">
            <a:extLst>
              <a:ext uri="{FF2B5EF4-FFF2-40B4-BE49-F238E27FC236}">
                <a16:creationId xmlns:a16="http://schemas.microsoft.com/office/drawing/2014/main" id="{15EF05FE-6596-4E38-8507-EECF294C113B}"/>
              </a:ext>
            </a:extLst>
          </p:cNvPr>
          <p:cNvSpPr>
            <a:spLocks noGrp="1"/>
          </p:cNvSpPr>
          <p:nvPr>
            <p:ph idx="1"/>
          </p:nvPr>
        </p:nvSpPr>
        <p:spPr>
          <a:xfrm>
            <a:off x="946520" y="1747592"/>
            <a:ext cx="5217173" cy="4351338"/>
          </a:xfrm>
        </p:spPr>
        <p:txBody>
          <a:bodyPr>
            <a:normAutofit/>
          </a:bodyPr>
          <a:lstStyle/>
          <a:p>
            <a:pPr marL="0" indent="0">
              <a:buNone/>
            </a:pPr>
            <a:r>
              <a:rPr lang="en-AU">
                <a:solidFill>
                  <a:schemeClr val="bg1"/>
                </a:solidFill>
              </a:rPr>
              <a:t>Durdle Door is one of the Jurassic Coast's most iconic landscapes. It is a natural arch, formed from a layer of hard limestone standing almost vertically out of the sea. Durdle Door stands at the foot of a steep path followed by a set of wooden steps.</a:t>
            </a:r>
          </a:p>
        </p:txBody>
      </p:sp>
      <p:grpSp>
        <p:nvGrpSpPr>
          <p:cNvPr id="35" name="Group 34">
            <a:extLst>
              <a:ext uri="{FF2B5EF4-FFF2-40B4-BE49-F238E27FC236}">
                <a16:creationId xmlns:a16="http://schemas.microsoft.com/office/drawing/2014/main" id="{C93F2521-5FCA-4EE4-ADB9-C71AB81B88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91531" y="1216299"/>
            <a:ext cx="1598829" cy="531293"/>
            <a:chOff x="6491531" y="1420258"/>
            <a:chExt cx="1598829" cy="531293"/>
          </a:xfrm>
          <a:solidFill>
            <a:schemeClr val="bg1"/>
          </a:solidFill>
        </p:grpSpPr>
        <p:grpSp>
          <p:nvGrpSpPr>
            <p:cNvPr id="36" name="Graphic 190">
              <a:extLst>
                <a:ext uri="{FF2B5EF4-FFF2-40B4-BE49-F238E27FC236}">
                  <a16:creationId xmlns:a16="http://schemas.microsoft.com/office/drawing/2014/main" id="{701F4A7E-EE52-4FFF-847D-941A57F6EDA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40" name="Freeform: Shape 39">
                <a:extLst>
                  <a:ext uri="{FF2B5EF4-FFF2-40B4-BE49-F238E27FC236}">
                    <a16:creationId xmlns:a16="http://schemas.microsoft.com/office/drawing/2014/main" id="{44C45BFB-2AD2-45F8-9F4B-9151A686E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Freeform: Shape 40">
                <a:extLst>
                  <a:ext uri="{FF2B5EF4-FFF2-40B4-BE49-F238E27FC236}">
                    <a16:creationId xmlns:a16="http://schemas.microsoft.com/office/drawing/2014/main" id="{82FD8094-5F5E-411D-96E3-0D8E76B94F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aphic 190">
              <a:extLst>
                <a:ext uri="{FF2B5EF4-FFF2-40B4-BE49-F238E27FC236}">
                  <a16:creationId xmlns:a16="http://schemas.microsoft.com/office/drawing/2014/main" id="{F3FB933A-7D1C-4A1F-9589-2006261FD96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38" name="Freeform: Shape 37">
                <a:extLst>
                  <a:ext uri="{FF2B5EF4-FFF2-40B4-BE49-F238E27FC236}">
                    <a16:creationId xmlns:a16="http://schemas.microsoft.com/office/drawing/2014/main" id="{965C4036-D195-4D1E-B436-A0379596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Shape 38">
                <a:extLst>
                  <a:ext uri="{FF2B5EF4-FFF2-40B4-BE49-F238E27FC236}">
                    <a16:creationId xmlns:a16="http://schemas.microsoft.com/office/drawing/2014/main" id="{54F38E9F-35FC-437D-BE4E-33FDF60565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pic>
        <p:nvPicPr>
          <p:cNvPr id="4" name="Picture 3">
            <a:extLst>
              <a:ext uri="{FF2B5EF4-FFF2-40B4-BE49-F238E27FC236}">
                <a16:creationId xmlns:a16="http://schemas.microsoft.com/office/drawing/2014/main" id="{CD1FC9D5-4186-4609-B6A0-D92E72D96E69}"/>
              </a:ext>
            </a:extLst>
          </p:cNvPr>
          <p:cNvPicPr>
            <a:picLocks noChangeAspect="1"/>
          </p:cNvPicPr>
          <p:nvPr/>
        </p:nvPicPr>
        <p:blipFill rotWithShape="1">
          <a:blip r:embed="rId2"/>
          <a:srcRect r="26797" b="1"/>
          <a:stretch/>
        </p:blipFill>
        <p:spPr>
          <a:xfrm>
            <a:off x="7253021" y="1820334"/>
            <a:ext cx="3555043" cy="3217333"/>
          </a:xfrm>
          <a:prstGeom prst="rect">
            <a:avLst/>
          </a:prstGeom>
        </p:spPr>
      </p:pic>
      <p:grpSp>
        <p:nvGrpSpPr>
          <p:cNvPr id="43" name="Group 42">
            <a:extLst>
              <a:ext uri="{FF2B5EF4-FFF2-40B4-BE49-F238E27FC236}">
                <a16:creationId xmlns:a16="http://schemas.microsoft.com/office/drawing/2014/main" id="{2B7E220D-70BE-46E1-87EA-9239C10828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154385" y="4466592"/>
            <a:ext cx="1443404" cy="1443428"/>
            <a:chOff x="10154385" y="4452524"/>
            <a:chExt cx="1443404" cy="1443428"/>
          </a:xfrm>
          <a:solidFill>
            <a:schemeClr val="bg1"/>
          </a:solidFill>
        </p:grpSpPr>
        <p:grpSp>
          <p:nvGrpSpPr>
            <p:cNvPr id="44" name="Graphic 4">
              <a:extLst>
                <a:ext uri="{FF2B5EF4-FFF2-40B4-BE49-F238E27FC236}">
                  <a16:creationId xmlns:a16="http://schemas.microsoft.com/office/drawing/2014/main" id="{FC1A5110-77D2-40E7-81AD-268BA675FE7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215" name="Freeform: Shape 214">
                <a:extLst>
                  <a:ext uri="{FF2B5EF4-FFF2-40B4-BE49-F238E27FC236}">
                    <a16:creationId xmlns:a16="http://schemas.microsoft.com/office/drawing/2014/main" id="{4FA2A3FD-1B3F-42AF-BC02-85F36E0565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Freeform: Shape 215">
                <a:extLst>
                  <a:ext uri="{FF2B5EF4-FFF2-40B4-BE49-F238E27FC236}">
                    <a16:creationId xmlns:a16="http://schemas.microsoft.com/office/drawing/2014/main" id="{7AD487CA-8FBC-4540-AC49-97AE50C651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Freeform: Shape 216">
                <a:extLst>
                  <a:ext uri="{FF2B5EF4-FFF2-40B4-BE49-F238E27FC236}">
                    <a16:creationId xmlns:a16="http://schemas.microsoft.com/office/drawing/2014/main" id="{0D84CF57-47D1-43F3-A27F-4554C8874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Freeform: Shape 217">
                <a:extLst>
                  <a:ext uri="{FF2B5EF4-FFF2-40B4-BE49-F238E27FC236}">
                    <a16:creationId xmlns:a16="http://schemas.microsoft.com/office/drawing/2014/main" id="{CBEE7FBD-98AD-4AD4-8928-24BF44632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Freeform: Shape 218">
                <a:extLst>
                  <a:ext uri="{FF2B5EF4-FFF2-40B4-BE49-F238E27FC236}">
                    <a16:creationId xmlns:a16="http://schemas.microsoft.com/office/drawing/2014/main" id="{84FD382E-B389-4D8F-A55E-6DFA291F0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Freeform: Shape 219">
                <a:extLst>
                  <a:ext uri="{FF2B5EF4-FFF2-40B4-BE49-F238E27FC236}">
                    <a16:creationId xmlns:a16="http://schemas.microsoft.com/office/drawing/2014/main" id="{98382AB7-ABEA-406A-BC9C-E929CB72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Freeform: Shape 220">
                <a:extLst>
                  <a:ext uri="{FF2B5EF4-FFF2-40B4-BE49-F238E27FC236}">
                    <a16:creationId xmlns:a16="http://schemas.microsoft.com/office/drawing/2014/main" id="{687410AC-739F-4AF0-B3F3-BA1EE2D84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Freeform: Shape 221">
                <a:extLst>
                  <a:ext uri="{FF2B5EF4-FFF2-40B4-BE49-F238E27FC236}">
                    <a16:creationId xmlns:a16="http://schemas.microsoft.com/office/drawing/2014/main" id="{297F7ECB-7025-4A18-B6C1-9A8F179D8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Freeform: Shape 222">
                <a:extLst>
                  <a:ext uri="{FF2B5EF4-FFF2-40B4-BE49-F238E27FC236}">
                    <a16:creationId xmlns:a16="http://schemas.microsoft.com/office/drawing/2014/main" id="{E8BF277F-8AC7-4B9F-A748-658BC32F4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Freeform: Shape 223">
                <a:extLst>
                  <a:ext uri="{FF2B5EF4-FFF2-40B4-BE49-F238E27FC236}">
                    <a16:creationId xmlns:a16="http://schemas.microsoft.com/office/drawing/2014/main" id="{3861EEE4-BFC2-47F9-B33D-2CF7EF91D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Freeform: Shape 224">
                <a:extLst>
                  <a:ext uri="{FF2B5EF4-FFF2-40B4-BE49-F238E27FC236}">
                    <a16:creationId xmlns:a16="http://schemas.microsoft.com/office/drawing/2014/main" id="{6EDB4948-A661-493E-A726-89FD1604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Freeform: Shape 225">
                <a:extLst>
                  <a:ext uri="{FF2B5EF4-FFF2-40B4-BE49-F238E27FC236}">
                    <a16:creationId xmlns:a16="http://schemas.microsoft.com/office/drawing/2014/main" id="{690295D3-F01C-40D4-AC18-38CDB597D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Freeform: Shape 226">
                <a:extLst>
                  <a:ext uri="{FF2B5EF4-FFF2-40B4-BE49-F238E27FC236}">
                    <a16:creationId xmlns:a16="http://schemas.microsoft.com/office/drawing/2014/main" id="{DE279E4F-F139-423E-AF42-7C309EE9E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Freeform: Shape 227">
                <a:extLst>
                  <a:ext uri="{FF2B5EF4-FFF2-40B4-BE49-F238E27FC236}">
                    <a16:creationId xmlns:a16="http://schemas.microsoft.com/office/drawing/2014/main" id="{BE503EF8-F0B7-4F0E-B82E-742BB8DB8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Freeform: Shape 228">
                <a:extLst>
                  <a:ext uri="{FF2B5EF4-FFF2-40B4-BE49-F238E27FC236}">
                    <a16:creationId xmlns:a16="http://schemas.microsoft.com/office/drawing/2014/main" id="{8BF1F2E6-2E0A-4F5C-AF29-167B9214D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Freeform: Shape 229">
                <a:extLst>
                  <a:ext uri="{FF2B5EF4-FFF2-40B4-BE49-F238E27FC236}">
                    <a16:creationId xmlns:a16="http://schemas.microsoft.com/office/drawing/2014/main" id="{D465F6F4-1BA9-4F7B-9980-3571C7C5CC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Freeform: Shape 230">
                <a:extLst>
                  <a:ext uri="{FF2B5EF4-FFF2-40B4-BE49-F238E27FC236}">
                    <a16:creationId xmlns:a16="http://schemas.microsoft.com/office/drawing/2014/main" id="{FFF3428D-3135-4073-AB27-8292AA421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Freeform: Shape 231">
                <a:extLst>
                  <a:ext uri="{FF2B5EF4-FFF2-40B4-BE49-F238E27FC236}">
                    <a16:creationId xmlns:a16="http://schemas.microsoft.com/office/drawing/2014/main" id="{2EE4FAE5-DC40-43E2-BACB-84C2CCDA3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Freeform: Shape 232">
                <a:extLst>
                  <a:ext uri="{FF2B5EF4-FFF2-40B4-BE49-F238E27FC236}">
                    <a16:creationId xmlns:a16="http://schemas.microsoft.com/office/drawing/2014/main" id="{97E1E565-91F8-469C-998D-413D4E3D0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Freeform: Shape 233">
                <a:extLst>
                  <a:ext uri="{FF2B5EF4-FFF2-40B4-BE49-F238E27FC236}">
                    <a16:creationId xmlns:a16="http://schemas.microsoft.com/office/drawing/2014/main" id="{7AADD30B-6564-45CD-A760-00AD0ED73C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Freeform: Shape 234">
                <a:extLst>
                  <a:ext uri="{FF2B5EF4-FFF2-40B4-BE49-F238E27FC236}">
                    <a16:creationId xmlns:a16="http://schemas.microsoft.com/office/drawing/2014/main" id="{3B9ABBD5-5E76-4812-A4CF-2A8B16ADA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Freeform: Shape 235">
                <a:extLst>
                  <a:ext uri="{FF2B5EF4-FFF2-40B4-BE49-F238E27FC236}">
                    <a16:creationId xmlns:a16="http://schemas.microsoft.com/office/drawing/2014/main" id="{2F97912E-EDA5-4A75-A106-B25426BB6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Freeform: Shape 236">
                <a:extLst>
                  <a:ext uri="{FF2B5EF4-FFF2-40B4-BE49-F238E27FC236}">
                    <a16:creationId xmlns:a16="http://schemas.microsoft.com/office/drawing/2014/main" id="{A8D15062-DCA7-43EE-AB75-CD9C80F379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Freeform: Shape 237">
                <a:extLst>
                  <a:ext uri="{FF2B5EF4-FFF2-40B4-BE49-F238E27FC236}">
                    <a16:creationId xmlns:a16="http://schemas.microsoft.com/office/drawing/2014/main" id="{80EB5712-3433-46B4-A8DF-04A8D03E3E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6F3BFE28-EB41-4640-802B-FAA4F73787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203F4E0E-E3AE-4B10-B1BC-529CC3CD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1B83F41D-7419-46EC-8C00-37127DC3A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Freeform: Shape 241">
                <a:extLst>
                  <a:ext uri="{FF2B5EF4-FFF2-40B4-BE49-F238E27FC236}">
                    <a16:creationId xmlns:a16="http://schemas.microsoft.com/office/drawing/2014/main" id="{9991303F-ED54-4483-97A9-3143D1CA7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Freeform: Shape 242">
                <a:extLst>
                  <a:ext uri="{FF2B5EF4-FFF2-40B4-BE49-F238E27FC236}">
                    <a16:creationId xmlns:a16="http://schemas.microsoft.com/office/drawing/2014/main" id="{0B99A87F-D826-40DC-B688-B209D5253B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Shape 243">
                <a:extLst>
                  <a:ext uri="{FF2B5EF4-FFF2-40B4-BE49-F238E27FC236}">
                    <a16:creationId xmlns:a16="http://schemas.microsoft.com/office/drawing/2014/main" id="{3CB798D6-E3C9-41B2-8F20-F0CF870681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Freeform: Shape 244">
                <a:extLst>
                  <a:ext uri="{FF2B5EF4-FFF2-40B4-BE49-F238E27FC236}">
                    <a16:creationId xmlns:a16="http://schemas.microsoft.com/office/drawing/2014/main" id="{9CF03CDA-070F-49AE-B37C-4D08A1BAD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Shape 245">
                <a:extLst>
                  <a:ext uri="{FF2B5EF4-FFF2-40B4-BE49-F238E27FC236}">
                    <a16:creationId xmlns:a16="http://schemas.microsoft.com/office/drawing/2014/main" id="{D4CBFC42-413D-4BC6-9BEA-078040C01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Shape 246">
                <a:extLst>
                  <a:ext uri="{FF2B5EF4-FFF2-40B4-BE49-F238E27FC236}">
                    <a16:creationId xmlns:a16="http://schemas.microsoft.com/office/drawing/2014/main" id="{24A02437-3BDD-4242-9C52-0DB006A35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Freeform: Shape 247">
                <a:extLst>
                  <a:ext uri="{FF2B5EF4-FFF2-40B4-BE49-F238E27FC236}">
                    <a16:creationId xmlns:a16="http://schemas.microsoft.com/office/drawing/2014/main" id="{7209D1D0-DC11-43F3-8050-D8C01D3B6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Freeform: Shape 248">
                <a:extLst>
                  <a:ext uri="{FF2B5EF4-FFF2-40B4-BE49-F238E27FC236}">
                    <a16:creationId xmlns:a16="http://schemas.microsoft.com/office/drawing/2014/main" id="{8A37369D-62F1-4A67-B1A1-658CBED41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Freeform: Shape 249">
                <a:extLst>
                  <a:ext uri="{FF2B5EF4-FFF2-40B4-BE49-F238E27FC236}">
                    <a16:creationId xmlns:a16="http://schemas.microsoft.com/office/drawing/2014/main" id="{68CD3744-B811-40BE-B10F-4D5B1AA93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Shape 250">
                <a:extLst>
                  <a:ext uri="{FF2B5EF4-FFF2-40B4-BE49-F238E27FC236}">
                    <a16:creationId xmlns:a16="http://schemas.microsoft.com/office/drawing/2014/main" id="{3048B8EA-2CD0-40CF-B570-BD99E0F77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Shape 251">
                <a:extLst>
                  <a:ext uri="{FF2B5EF4-FFF2-40B4-BE49-F238E27FC236}">
                    <a16:creationId xmlns:a16="http://schemas.microsoft.com/office/drawing/2014/main" id="{2D8EA840-350B-405A-A1BB-40D93A00ED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Shape 252">
                <a:extLst>
                  <a:ext uri="{FF2B5EF4-FFF2-40B4-BE49-F238E27FC236}">
                    <a16:creationId xmlns:a16="http://schemas.microsoft.com/office/drawing/2014/main" id="{6BFAC7FE-90ED-4400-9E88-D3EB802CF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Shape 253">
                <a:extLst>
                  <a:ext uri="{FF2B5EF4-FFF2-40B4-BE49-F238E27FC236}">
                    <a16:creationId xmlns:a16="http://schemas.microsoft.com/office/drawing/2014/main" id="{F8A49AFF-4D6A-4290-A811-6ADBC2A2A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Shape 254">
                <a:extLst>
                  <a:ext uri="{FF2B5EF4-FFF2-40B4-BE49-F238E27FC236}">
                    <a16:creationId xmlns:a16="http://schemas.microsoft.com/office/drawing/2014/main" id="{A5267CD0-3312-488A-ADC9-2A215FC9B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Shape 255">
                <a:extLst>
                  <a:ext uri="{FF2B5EF4-FFF2-40B4-BE49-F238E27FC236}">
                    <a16:creationId xmlns:a16="http://schemas.microsoft.com/office/drawing/2014/main" id="{734AF3AE-4171-471C-AFDE-0A4B563D9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Shape 256">
                <a:extLst>
                  <a:ext uri="{FF2B5EF4-FFF2-40B4-BE49-F238E27FC236}">
                    <a16:creationId xmlns:a16="http://schemas.microsoft.com/office/drawing/2014/main" id="{9761283D-6867-470C-85BB-833A5997B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Shape 257">
                <a:extLst>
                  <a:ext uri="{FF2B5EF4-FFF2-40B4-BE49-F238E27FC236}">
                    <a16:creationId xmlns:a16="http://schemas.microsoft.com/office/drawing/2014/main" id="{232907EC-87D6-4A76-97C7-ED83798B87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Shape 258">
                <a:extLst>
                  <a:ext uri="{FF2B5EF4-FFF2-40B4-BE49-F238E27FC236}">
                    <a16:creationId xmlns:a16="http://schemas.microsoft.com/office/drawing/2014/main" id="{9AE06A14-FDDB-4888-9F8A-C027B6FC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Shape 259">
                <a:extLst>
                  <a:ext uri="{FF2B5EF4-FFF2-40B4-BE49-F238E27FC236}">
                    <a16:creationId xmlns:a16="http://schemas.microsoft.com/office/drawing/2014/main" id="{408FBBF8-91F0-43DF-84FE-8585BD4C0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Freeform: Shape 260">
                <a:extLst>
                  <a:ext uri="{FF2B5EF4-FFF2-40B4-BE49-F238E27FC236}">
                    <a16:creationId xmlns:a16="http://schemas.microsoft.com/office/drawing/2014/main" id="{40F8B312-3204-4812-9CED-599503CC0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Shape 261">
                <a:extLst>
                  <a:ext uri="{FF2B5EF4-FFF2-40B4-BE49-F238E27FC236}">
                    <a16:creationId xmlns:a16="http://schemas.microsoft.com/office/drawing/2014/main" id="{B3163C36-49A9-42CD-84AB-945A54810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Shape 262">
                <a:extLst>
                  <a:ext uri="{FF2B5EF4-FFF2-40B4-BE49-F238E27FC236}">
                    <a16:creationId xmlns:a16="http://schemas.microsoft.com/office/drawing/2014/main" id="{C737819E-C741-419C-8B07-6CBF226F4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Shape 263">
                <a:extLst>
                  <a:ext uri="{FF2B5EF4-FFF2-40B4-BE49-F238E27FC236}">
                    <a16:creationId xmlns:a16="http://schemas.microsoft.com/office/drawing/2014/main" id="{86094C82-164A-490B-A711-CBC5914A7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Shape 264">
                <a:extLst>
                  <a:ext uri="{FF2B5EF4-FFF2-40B4-BE49-F238E27FC236}">
                    <a16:creationId xmlns:a16="http://schemas.microsoft.com/office/drawing/2014/main" id="{B97614F7-51E5-4AEF-B768-8C452874D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Shape 265">
                <a:extLst>
                  <a:ext uri="{FF2B5EF4-FFF2-40B4-BE49-F238E27FC236}">
                    <a16:creationId xmlns:a16="http://schemas.microsoft.com/office/drawing/2014/main" id="{B6227872-28BD-445D-96AD-EF00622F8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Shape 266">
                <a:extLst>
                  <a:ext uri="{FF2B5EF4-FFF2-40B4-BE49-F238E27FC236}">
                    <a16:creationId xmlns:a16="http://schemas.microsoft.com/office/drawing/2014/main" id="{C1DC2CF0-2FA0-43FC-9509-0C6DB072B6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Shape 267">
                <a:extLst>
                  <a:ext uri="{FF2B5EF4-FFF2-40B4-BE49-F238E27FC236}">
                    <a16:creationId xmlns:a16="http://schemas.microsoft.com/office/drawing/2014/main" id="{9795B481-57FF-4E8E-83AA-E5D2E3E2F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Shape 268">
                <a:extLst>
                  <a:ext uri="{FF2B5EF4-FFF2-40B4-BE49-F238E27FC236}">
                    <a16:creationId xmlns:a16="http://schemas.microsoft.com/office/drawing/2014/main" id="{148378AF-5FAD-46E5-9709-EA405E674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Shape 269">
                <a:extLst>
                  <a:ext uri="{FF2B5EF4-FFF2-40B4-BE49-F238E27FC236}">
                    <a16:creationId xmlns:a16="http://schemas.microsoft.com/office/drawing/2014/main" id="{A673CCD4-0D19-45A5-A1E8-0C6F8E2C41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Shape 270">
                <a:extLst>
                  <a:ext uri="{FF2B5EF4-FFF2-40B4-BE49-F238E27FC236}">
                    <a16:creationId xmlns:a16="http://schemas.microsoft.com/office/drawing/2014/main" id="{EE686E15-638D-450E-BD41-9EEC16695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Shape 271">
                <a:extLst>
                  <a:ext uri="{FF2B5EF4-FFF2-40B4-BE49-F238E27FC236}">
                    <a16:creationId xmlns:a16="http://schemas.microsoft.com/office/drawing/2014/main" id="{19970629-2923-493A-A315-FA7EDF131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Freeform: Shape 272">
                <a:extLst>
                  <a:ext uri="{FF2B5EF4-FFF2-40B4-BE49-F238E27FC236}">
                    <a16:creationId xmlns:a16="http://schemas.microsoft.com/office/drawing/2014/main" id="{D8839461-CBD3-4A9A-BBCF-09A883587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Freeform: Shape 273">
                <a:extLst>
                  <a:ext uri="{FF2B5EF4-FFF2-40B4-BE49-F238E27FC236}">
                    <a16:creationId xmlns:a16="http://schemas.microsoft.com/office/drawing/2014/main" id="{06ACA65A-A638-4499-9A58-4BBB2D8502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Shape 274">
                <a:extLst>
                  <a:ext uri="{FF2B5EF4-FFF2-40B4-BE49-F238E27FC236}">
                    <a16:creationId xmlns:a16="http://schemas.microsoft.com/office/drawing/2014/main" id="{1E2A7DEF-7652-4468-8E3F-6FF0C0A9F9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Freeform: Shape 275">
                <a:extLst>
                  <a:ext uri="{FF2B5EF4-FFF2-40B4-BE49-F238E27FC236}">
                    <a16:creationId xmlns:a16="http://schemas.microsoft.com/office/drawing/2014/main" id="{B20F00C4-6808-4F91-8495-A7C27E49A1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Shape 276">
                <a:extLst>
                  <a:ext uri="{FF2B5EF4-FFF2-40B4-BE49-F238E27FC236}">
                    <a16:creationId xmlns:a16="http://schemas.microsoft.com/office/drawing/2014/main" id="{4254291C-CB21-424F-AF32-0C70F1642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Shape 277">
                <a:extLst>
                  <a:ext uri="{FF2B5EF4-FFF2-40B4-BE49-F238E27FC236}">
                    <a16:creationId xmlns:a16="http://schemas.microsoft.com/office/drawing/2014/main" id="{C6D37468-BE92-4741-86A9-1417F2AA4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Shape 278">
                <a:extLst>
                  <a:ext uri="{FF2B5EF4-FFF2-40B4-BE49-F238E27FC236}">
                    <a16:creationId xmlns:a16="http://schemas.microsoft.com/office/drawing/2014/main" id="{2A361414-EF46-4101-B08C-BA761D10D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Freeform: Shape 279">
                <a:extLst>
                  <a:ext uri="{FF2B5EF4-FFF2-40B4-BE49-F238E27FC236}">
                    <a16:creationId xmlns:a16="http://schemas.microsoft.com/office/drawing/2014/main" id="{62B99449-370E-4EEE-9DB6-159197F278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Shape 280">
                <a:extLst>
                  <a:ext uri="{FF2B5EF4-FFF2-40B4-BE49-F238E27FC236}">
                    <a16:creationId xmlns:a16="http://schemas.microsoft.com/office/drawing/2014/main" id="{FAA977E9-699A-4D73-B0CF-CE0C4EB2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Shape 281">
                <a:extLst>
                  <a:ext uri="{FF2B5EF4-FFF2-40B4-BE49-F238E27FC236}">
                    <a16:creationId xmlns:a16="http://schemas.microsoft.com/office/drawing/2014/main" id="{9EDD115C-F555-4352-B8FB-C7F9829FA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Shape 282">
                <a:extLst>
                  <a:ext uri="{FF2B5EF4-FFF2-40B4-BE49-F238E27FC236}">
                    <a16:creationId xmlns:a16="http://schemas.microsoft.com/office/drawing/2014/main" id="{9454379A-04D7-4413-8E59-262DB6BCD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4" name="Freeform: Shape 283">
                <a:extLst>
                  <a:ext uri="{FF2B5EF4-FFF2-40B4-BE49-F238E27FC236}">
                    <a16:creationId xmlns:a16="http://schemas.microsoft.com/office/drawing/2014/main" id="{8E65F25A-79A5-4F0D-A340-475979F28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5" name="Freeform: Shape 284">
                <a:extLst>
                  <a:ext uri="{FF2B5EF4-FFF2-40B4-BE49-F238E27FC236}">
                    <a16:creationId xmlns:a16="http://schemas.microsoft.com/office/drawing/2014/main" id="{838E1E5B-3968-49BD-843C-C8C0F44C6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Shape 285">
                <a:extLst>
                  <a:ext uri="{FF2B5EF4-FFF2-40B4-BE49-F238E27FC236}">
                    <a16:creationId xmlns:a16="http://schemas.microsoft.com/office/drawing/2014/main" id="{94CA466D-7602-4464-BAB2-071A59F8A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Freeform: Shape 286">
                <a:extLst>
                  <a:ext uri="{FF2B5EF4-FFF2-40B4-BE49-F238E27FC236}">
                    <a16:creationId xmlns:a16="http://schemas.microsoft.com/office/drawing/2014/main" id="{4A1357E7-09DA-4B68-A637-F277764E9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Shape 287">
                <a:extLst>
                  <a:ext uri="{FF2B5EF4-FFF2-40B4-BE49-F238E27FC236}">
                    <a16:creationId xmlns:a16="http://schemas.microsoft.com/office/drawing/2014/main" id="{1EFCA436-DAC9-4B9E-82BE-E0DE3F5C8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9" name="Freeform: Shape 288">
                <a:extLst>
                  <a:ext uri="{FF2B5EF4-FFF2-40B4-BE49-F238E27FC236}">
                    <a16:creationId xmlns:a16="http://schemas.microsoft.com/office/drawing/2014/main" id="{FA482722-F397-4F01-97DD-D018FE637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0" name="Freeform: Shape 289">
                <a:extLst>
                  <a:ext uri="{FF2B5EF4-FFF2-40B4-BE49-F238E27FC236}">
                    <a16:creationId xmlns:a16="http://schemas.microsoft.com/office/drawing/2014/main" id="{5CF6C289-6A1B-4031-84CC-4DA52D08ED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1" name="Freeform: Shape 290">
                <a:extLst>
                  <a:ext uri="{FF2B5EF4-FFF2-40B4-BE49-F238E27FC236}">
                    <a16:creationId xmlns:a16="http://schemas.microsoft.com/office/drawing/2014/main" id="{42F190D1-D9E1-46D5-A212-6560B860B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Shape 291">
                <a:extLst>
                  <a:ext uri="{FF2B5EF4-FFF2-40B4-BE49-F238E27FC236}">
                    <a16:creationId xmlns:a16="http://schemas.microsoft.com/office/drawing/2014/main" id="{08ADD086-4DD1-4EBA-BC75-CD93AE4D44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Shape 292">
                <a:extLst>
                  <a:ext uri="{FF2B5EF4-FFF2-40B4-BE49-F238E27FC236}">
                    <a16:creationId xmlns:a16="http://schemas.microsoft.com/office/drawing/2014/main" id="{75A280D7-478F-468E-9644-B09B8FDEB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Shape 293">
                <a:extLst>
                  <a:ext uri="{FF2B5EF4-FFF2-40B4-BE49-F238E27FC236}">
                    <a16:creationId xmlns:a16="http://schemas.microsoft.com/office/drawing/2014/main" id="{C9BE9354-BB23-458F-9AE3-DD8AC4F1E6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Shape 294">
                <a:extLst>
                  <a:ext uri="{FF2B5EF4-FFF2-40B4-BE49-F238E27FC236}">
                    <a16:creationId xmlns:a16="http://schemas.microsoft.com/office/drawing/2014/main" id="{861A354D-F521-44EF-9140-7393D26D2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Shape 295">
                <a:extLst>
                  <a:ext uri="{FF2B5EF4-FFF2-40B4-BE49-F238E27FC236}">
                    <a16:creationId xmlns:a16="http://schemas.microsoft.com/office/drawing/2014/main" id="{C76B3340-3BF4-4FB9-B7FA-751617C73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7" name="Freeform: Shape 296">
                <a:extLst>
                  <a:ext uri="{FF2B5EF4-FFF2-40B4-BE49-F238E27FC236}">
                    <a16:creationId xmlns:a16="http://schemas.microsoft.com/office/drawing/2014/main" id="{C802BF6D-7C7F-41BF-B0CA-C5E6AFABB3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8" name="Freeform: Shape 297">
                <a:extLst>
                  <a:ext uri="{FF2B5EF4-FFF2-40B4-BE49-F238E27FC236}">
                    <a16:creationId xmlns:a16="http://schemas.microsoft.com/office/drawing/2014/main" id="{712FB0EF-009B-4384-BD25-D3C6EBCC97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Shape 298">
                <a:extLst>
                  <a:ext uri="{FF2B5EF4-FFF2-40B4-BE49-F238E27FC236}">
                    <a16:creationId xmlns:a16="http://schemas.microsoft.com/office/drawing/2014/main" id="{922F2BA9-9373-465D-8F24-F58DB9B1B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Shape 299">
                <a:extLst>
                  <a:ext uri="{FF2B5EF4-FFF2-40B4-BE49-F238E27FC236}">
                    <a16:creationId xmlns:a16="http://schemas.microsoft.com/office/drawing/2014/main" id="{4FAD72B3-1B8B-4B05-B201-419A776FB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Shape 300">
                <a:extLst>
                  <a:ext uri="{FF2B5EF4-FFF2-40B4-BE49-F238E27FC236}">
                    <a16:creationId xmlns:a16="http://schemas.microsoft.com/office/drawing/2014/main" id="{AC81E68B-1417-445D-9B51-60A0F91E5B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Shape 301">
                <a:extLst>
                  <a:ext uri="{FF2B5EF4-FFF2-40B4-BE49-F238E27FC236}">
                    <a16:creationId xmlns:a16="http://schemas.microsoft.com/office/drawing/2014/main" id="{7D5A9E27-E07F-4466-9021-D25D85CDC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Shape 302">
                <a:extLst>
                  <a:ext uri="{FF2B5EF4-FFF2-40B4-BE49-F238E27FC236}">
                    <a16:creationId xmlns:a16="http://schemas.microsoft.com/office/drawing/2014/main" id="{CF5DC41D-2B9C-4659-9F3E-C3A2BDE8B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4" name="Freeform: Shape 303">
                <a:extLst>
                  <a:ext uri="{FF2B5EF4-FFF2-40B4-BE49-F238E27FC236}">
                    <a16:creationId xmlns:a16="http://schemas.microsoft.com/office/drawing/2014/main" id="{5AA3263F-DADF-4BDD-82AC-F44BC4FE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Shape 304">
                <a:extLst>
                  <a:ext uri="{FF2B5EF4-FFF2-40B4-BE49-F238E27FC236}">
                    <a16:creationId xmlns:a16="http://schemas.microsoft.com/office/drawing/2014/main" id="{8999662B-626A-4D98-920C-CDA407F83B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Shape 305">
                <a:extLst>
                  <a:ext uri="{FF2B5EF4-FFF2-40B4-BE49-F238E27FC236}">
                    <a16:creationId xmlns:a16="http://schemas.microsoft.com/office/drawing/2014/main" id="{D6C410A6-2F1A-4222-8D50-2781C5D7E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Shape 306">
                <a:extLst>
                  <a:ext uri="{FF2B5EF4-FFF2-40B4-BE49-F238E27FC236}">
                    <a16:creationId xmlns:a16="http://schemas.microsoft.com/office/drawing/2014/main" id="{9221CD39-A736-45F1-92AA-8533C1D27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Shape 307">
                <a:extLst>
                  <a:ext uri="{FF2B5EF4-FFF2-40B4-BE49-F238E27FC236}">
                    <a16:creationId xmlns:a16="http://schemas.microsoft.com/office/drawing/2014/main" id="{B3025FBC-7A41-410A-AC63-DD483277D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Shape 308">
                <a:extLst>
                  <a:ext uri="{FF2B5EF4-FFF2-40B4-BE49-F238E27FC236}">
                    <a16:creationId xmlns:a16="http://schemas.microsoft.com/office/drawing/2014/main" id="{09A5D562-F236-406C-A6FF-163F8FE29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Freeform: Shape 309">
                <a:extLst>
                  <a:ext uri="{FF2B5EF4-FFF2-40B4-BE49-F238E27FC236}">
                    <a16:creationId xmlns:a16="http://schemas.microsoft.com/office/drawing/2014/main" id="{98086E1B-8B11-4A2D-BB70-33C51E476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1" name="Freeform: Shape 310">
                <a:extLst>
                  <a:ext uri="{FF2B5EF4-FFF2-40B4-BE49-F238E27FC236}">
                    <a16:creationId xmlns:a16="http://schemas.microsoft.com/office/drawing/2014/main" id="{7B908F0B-B32A-46B3-8587-82EC271B8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2" name="Freeform: Shape 311">
                <a:extLst>
                  <a:ext uri="{FF2B5EF4-FFF2-40B4-BE49-F238E27FC236}">
                    <a16:creationId xmlns:a16="http://schemas.microsoft.com/office/drawing/2014/main" id="{B2687ECF-D561-41B0-AD3C-7F627A412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3" name="Freeform: Shape 312">
                <a:extLst>
                  <a:ext uri="{FF2B5EF4-FFF2-40B4-BE49-F238E27FC236}">
                    <a16:creationId xmlns:a16="http://schemas.microsoft.com/office/drawing/2014/main" id="{F7F6218A-89E1-41D8-8C8C-6CF0F70F5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4" name="Freeform: Shape 313">
                <a:extLst>
                  <a:ext uri="{FF2B5EF4-FFF2-40B4-BE49-F238E27FC236}">
                    <a16:creationId xmlns:a16="http://schemas.microsoft.com/office/drawing/2014/main" id="{CAFE4E14-C851-4334-9F44-DFD70DD46D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5" name="Freeform: Shape 314">
                <a:extLst>
                  <a:ext uri="{FF2B5EF4-FFF2-40B4-BE49-F238E27FC236}">
                    <a16:creationId xmlns:a16="http://schemas.microsoft.com/office/drawing/2014/main" id="{7011BCD2-D4B9-4726-8FF7-FF4B12983A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6" name="Freeform: Shape 315">
                <a:extLst>
                  <a:ext uri="{FF2B5EF4-FFF2-40B4-BE49-F238E27FC236}">
                    <a16:creationId xmlns:a16="http://schemas.microsoft.com/office/drawing/2014/main" id="{D21E20DA-52FD-41FC-AB37-5468D9F20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7" name="Freeform: Shape 316">
                <a:extLst>
                  <a:ext uri="{FF2B5EF4-FFF2-40B4-BE49-F238E27FC236}">
                    <a16:creationId xmlns:a16="http://schemas.microsoft.com/office/drawing/2014/main" id="{69EB0F03-97F9-4207-9552-FD5F92185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8" name="Freeform: Shape 317">
                <a:extLst>
                  <a:ext uri="{FF2B5EF4-FFF2-40B4-BE49-F238E27FC236}">
                    <a16:creationId xmlns:a16="http://schemas.microsoft.com/office/drawing/2014/main" id="{F1675131-367D-4E22-8170-BE1BCA565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9" name="Freeform: Shape 318">
                <a:extLst>
                  <a:ext uri="{FF2B5EF4-FFF2-40B4-BE49-F238E27FC236}">
                    <a16:creationId xmlns:a16="http://schemas.microsoft.com/office/drawing/2014/main" id="{8CA3664D-20A4-4FCC-9CD3-E7A452C5B4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0" name="Freeform: Shape 319">
                <a:extLst>
                  <a:ext uri="{FF2B5EF4-FFF2-40B4-BE49-F238E27FC236}">
                    <a16:creationId xmlns:a16="http://schemas.microsoft.com/office/drawing/2014/main" id="{A9515CFE-D1C5-4594-A572-DB2235C69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1" name="Freeform: Shape 320">
                <a:extLst>
                  <a:ext uri="{FF2B5EF4-FFF2-40B4-BE49-F238E27FC236}">
                    <a16:creationId xmlns:a16="http://schemas.microsoft.com/office/drawing/2014/main" id="{DCFB6755-EA85-4DA9-A570-59F500E95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2" name="Freeform: Shape 321">
                <a:extLst>
                  <a:ext uri="{FF2B5EF4-FFF2-40B4-BE49-F238E27FC236}">
                    <a16:creationId xmlns:a16="http://schemas.microsoft.com/office/drawing/2014/main" id="{824F6828-D6CE-44D4-BF48-6FA7F58862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3" name="Freeform: Shape 322">
                <a:extLst>
                  <a:ext uri="{FF2B5EF4-FFF2-40B4-BE49-F238E27FC236}">
                    <a16:creationId xmlns:a16="http://schemas.microsoft.com/office/drawing/2014/main" id="{97E302B6-BC6F-4DF5-B1FA-3BEE99267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4" name="Freeform: Shape 323">
                <a:extLst>
                  <a:ext uri="{FF2B5EF4-FFF2-40B4-BE49-F238E27FC236}">
                    <a16:creationId xmlns:a16="http://schemas.microsoft.com/office/drawing/2014/main" id="{42327E29-F07F-4C06-A1E3-19EBCABEE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Freeform: Shape 324">
                <a:extLst>
                  <a:ext uri="{FF2B5EF4-FFF2-40B4-BE49-F238E27FC236}">
                    <a16:creationId xmlns:a16="http://schemas.microsoft.com/office/drawing/2014/main" id="{1FF70127-1DB3-4507-ABD4-BE6242907A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6" name="Freeform: Shape 325">
                <a:extLst>
                  <a:ext uri="{FF2B5EF4-FFF2-40B4-BE49-F238E27FC236}">
                    <a16:creationId xmlns:a16="http://schemas.microsoft.com/office/drawing/2014/main" id="{9655D743-D6D1-4AAF-8644-B7B6053308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Shape 326">
                <a:extLst>
                  <a:ext uri="{FF2B5EF4-FFF2-40B4-BE49-F238E27FC236}">
                    <a16:creationId xmlns:a16="http://schemas.microsoft.com/office/drawing/2014/main" id="{AEB3D1EA-07D1-4406-BF5A-AEA41D7D2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Freeform: Shape 327">
                <a:extLst>
                  <a:ext uri="{FF2B5EF4-FFF2-40B4-BE49-F238E27FC236}">
                    <a16:creationId xmlns:a16="http://schemas.microsoft.com/office/drawing/2014/main" id="{0DFB99DC-1A5F-455D-9AD5-B84298D1C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9" name="Freeform: Shape 328">
                <a:extLst>
                  <a:ext uri="{FF2B5EF4-FFF2-40B4-BE49-F238E27FC236}">
                    <a16:creationId xmlns:a16="http://schemas.microsoft.com/office/drawing/2014/main" id="{30CD14F4-787A-4CB1-87CB-FD4A28816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0" name="Freeform: Shape 329">
                <a:extLst>
                  <a:ext uri="{FF2B5EF4-FFF2-40B4-BE49-F238E27FC236}">
                    <a16:creationId xmlns:a16="http://schemas.microsoft.com/office/drawing/2014/main" id="{A23CE74A-BDFD-4B56-84CA-734581FCF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1" name="Freeform: Shape 330">
                <a:extLst>
                  <a:ext uri="{FF2B5EF4-FFF2-40B4-BE49-F238E27FC236}">
                    <a16:creationId xmlns:a16="http://schemas.microsoft.com/office/drawing/2014/main" id="{9E4FE61F-77E6-40E1-97B9-2B88B7CE9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2" name="Freeform: Shape 331">
                <a:extLst>
                  <a:ext uri="{FF2B5EF4-FFF2-40B4-BE49-F238E27FC236}">
                    <a16:creationId xmlns:a16="http://schemas.microsoft.com/office/drawing/2014/main" id="{3C5471DE-7760-4942-9752-D8676B2BE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3" name="Freeform: Shape 332">
                <a:extLst>
                  <a:ext uri="{FF2B5EF4-FFF2-40B4-BE49-F238E27FC236}">
                    <a16:creationId xmlns:a16="http://schemas.microsoft.com/office/drawing/2014/main" id="{AFC6266D-DA02-4614-88F2-7077DCC291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4" name="Freeform: Shape 333">
                <a:extLst>
                  <a:ext uri="{FF2B5EF4-FFF2-40B4-BE49-F238E27FC236}">
                    <a16:creationId xmlns:a16="http://schemas.microsoft.com/office/drawing/2014/main" id="{AE1A43A2-78D9-4279-B715-FED7BD94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5" name="Freeform: Shape 334">
                <a:extLst>
                  <a:ext uri="{FF2B5EF4-FFF2-40B4-BE49-F238E27FC236}">
                    <a16:creationId xmlns:a16="http://schemas.microsoft.com/office/drawing/2014/main" id="{A2B18DEA-1741-42E2-9097-7B5DE0018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6" name="Freeform: Shape 335">
                <a:extLst>
                  <a:ext uri="{FF2B5EF4-FFF2-40B4-BE49-F238E27FC236}">
                    <a16:creationId xmlns:a16="http://schemas.microsoft.com/office/drawing/2014/main" id="{A78E9B74-5DCA-4B60-89A6-2B3A85E24A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7" name="Freeform: Shape 336">
                <a:extLst>
                  <a:ext uri="{FF2B5EF4-FFF2-40B4-BE49-F238E27FC236}">
                    <a16:creationId xmlns:a16="http://schemas.microsoft.com/office/drawing/2014/main" id="{057B4547-96DD-4BA0-994D-C76DE93AD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8" name="Freeform: Shape 337">
                <a:extLst>
                  <a:ext uri="{FF2B5EF4-FFF2-40B4-BE49-F238E27FC236}">
                    <a16:creationId xmlns:a16="http://schemas.microsoft.com/office/drawing/2014/main" id="{30454D66-4E7A-44FE-9822-3D34133AB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Shape 338">
                <a:extLst>
                  <a:ext uri="{FF2B5EF4-FFF2-40B4-BE49-F238E27FC236}">
                    <a16:creationId xmlns:a16="http://schemas.microsoft.com/office/drawing/2014/main" id="{29051627-5724-440D-8B81-D4F83BE98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Freeform: Shape 339">
                <a:extLst>
                  <a:ext uri="{FF2B5EF4-FFF2-40B4-BE49-F238E27FC236}">
                    <a16:creationId xmlns:a16="http://schemas.microsoft.com/office/drawing/2014/main" id="{38507626-34D1-4BBF-B9EF-BDE8BBBFD6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1" name="Freeform: Shape 340">
                <a:extLst>
                  <a:ext uri="{FF2B5EF4-FFF2-40B4-BE49-F238E27FC236}">
                    <a16:creationId xmlns:a16="http://schemas.microsoft.com/office/drawing/2014/main" id="{209CB8E9-BC41-4D95-B65F-8285256AD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Freeform: Shape 341">
                <a:extLst>
                  <a:ext uri="{FF2B5EF4-FFF2-40B4-BE49-F238E27FC236}">
                    <a16:creationId xmlns:a16="http://schemas.microsoft.com/office/drawing/2014/main" id="{FB597DBE-D5A0-45B1-A659-8452BF04A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3" name="Freeform: Shape 342">
                <a:extLst>
                  <a:ext uri="{FF2B5EF4-FFF2-40B4-BE49-F238E27FC236}">
                    <a16:creationId xmlns:a16="http://schemas.microsoft.com/office/drawing/2014/main" id="{053D2250-26AE-4ED4-8644-0A23D1CBC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4" name="Freeform: Shape 343">
                <a:extLst>
                  <a:ext uri="{FF2B5EF4-FFF2-40B4-BE49-F238E27FC236}">
                    <a16:creationId xmlns:a16="http://schemas.microsoft.com/office/drawing/2014/main" id="{932173CC-8796-4913-BFB5-DEABBA855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5" name="Freeform: Shape 344">
                <a:extLst>
                  <a:ext uri="{FF2B5EF4-FFF2-40B4-BE49-F238E27FC236}">
                    <a16:creationId xmlns:a16="http://schemas.microsoft.com/office/drawing/2014/main" id="{79FC0C90-AECD-45F4-8BAD-CA3DAC393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6" name="Freeform: Shape 345">
                <a:extLst>
                  <a:ext uri="{FF2B5EF4-FFF2-40B4-BE49-F238E27FC236}">
                    <a16:creationId xmlns:a16="http://schemas.microsoft.com/office/drawing/2014/main" id="{9475113E-1AC5-4621-A394-9D0657FC0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7" name="Freeform: Shape 346">
                <a:extLst>
                  <a:ext uri="{FF2B5EF4-FFF2-40B4-BE49-F238E27FC236}">
                    <a16:creationId xmlns:a16="http://schemas.microsoft.com/office/drawing/2014/main" id="{EF8491AB-6DD8-4293-B4D7-550388F1BB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8" name="Freeform: Shape 347">
                <a:extLst>
                  <a:ext uri="{FF2B5EF4-FFF2-40B4-BE49-F238E27FC236}">
                    <a16:creationId xmlns:a16="http://schemas.microsoft.com/office/drawing/2014/main" id="{1851A60B-8BBD-4C38-9143-0AF1DC783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9" name="Freeform: Shape 348">
                <a:extLst>
                  <a:ext uri="{FF2B5EF4-FFF2-40B4-BE49-F238E27FC236}">
                    <a16:creationId xmlns:a16="http://schemas.microsoft.com/office/drawing/2014/main" id="{B9810BA7-727E-4871-A866-A0CD5EE6CD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0" name="Freeform: Shape 349">
                <a:extLst>
                  <a:ext uri="{FF2B5EF4-FFF2-40B4-BE49-F238E27FC236}">
                    <a16:creationId xmlns:a16="http://schemas.microsoft.com/office/drawing/2014/main" id="{E2252C24-7565-4F9E-81B7-F0385F30CB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1" name="Freeform: Shape 350">
                <a:extLst>
                  <a:ext uri="{FF2B5EF4-FFF2-40B4-BE49-F238E27FC236}">
                    <a16:creationId xmlns:a16="http://schemas.microsoft.com/office/drawing/2014/main" id="{91095F58-4C7C-4261-AF74-4C8BEA99F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2" name="Freeform: Shape 351">
                <a:extLst>
                  <a:ext uri="{FF2B5EF4-FFF2-40B4-BE49-F238E27FC236}">
                    <a16:creationId xmlns:a16="http://schemas.microsoft.com/office/drawing/2014/main" id="{A79FED60-FFC3-4420-BB54-25D7E3D20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3" name="Freeform: Shape 352">
                <a:extLst>
                  <a:ext uri="{FF2B5EF4-FFF2-40B4-BE49-F238E27FC236}">
                    <a16:creationId xmlns:a16="http://schemas.microsoft.com/office/drawing/2014/main" id="{1B619CEC-F915-4E63-AF98-E4212F9F66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4" name="Freeform: Shape 353">
                <a:extLst>
                  <a:ext uri="{FF2B5EF4-FFF2-40B4-BE49-F238E27FC236}">
                    <a16:creationId xmlns:a16="http://schemas.microsoft.com/office/drawing/2014/main" id="{03FBB620-A91A-4FF4-B380-DC4FEC600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5" name="Freeform: Shape 354">
                <a:extLst>
                  <a:ext uri="{FF2B5EF4-FFF2-40B4-BE49-F238E27FC236}">
                    <a16:creationId xmlns:a16="http://schemas.microsoft.com/office/drawing/2014/main" id="{912F7E0D-8362-4060-BB77-EC596B279A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6" name="Freeform: Shape 355">
                <a:extLst>
                  <a:ext uri="{FF2B5EF4-FFF2-40B4-BE49-F238E27FC236}">
                    <a16:creationId xmlns:a16="http://schemas.microsoft.com/office/drawing/2014/main" id="{4F11F9EE-F36A-4206-AE5B-60825B153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7" name="Freeform: Shape 356">
                <a:extLst>
                  <a:ext uri="{FF2B5EF4-FFF2-40B4-BE49-F238E27FC236}">
                    <a16:creationId xmlns:a16="http://schemas.microsoft.com/office/drawing/2014/main" id="{F342A80B-ACB4-4C6F-8250-212611A28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8" name="Freeform: Shape 357">
                <a:extLst>
                  <a:ext uri="{FF2B5EF4-FFF2-40B4-BE49-F238E27FC236}">
                    <a16:creationId xmlns:a16="http://schemas.microsoft.com/office/drawing/2014/main" id="{D4EC40C9-93C0-498E-A05D-17EF46BB9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9" name="Freeform: Shape 358">
                <a:extLst>
                  <a:ext uri="{FF2B5EF4-FFF2-40B4-BE49-F238E27FC236}">
                    <a16:creationId xmlns:a16="http://schemas.microsoft.com/office/drawing/2014/main" id="{E42CF2F2-4895-495A-B10B-EE6C93BDB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0" name="Freeform: Shape 359">
                <a:extLst>
                  <a:ext uri="{FF2B5EF4-FFF2-40B4-BE49-F238E27FC236}">
                    <a16:creationId xmlns:a16="http://schemas.microsoft.com/office/drawing/2014/main" id="{2AFEDFDC-CB51-46B4-8294-26B55F973A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1" name="Freeform: Shape 360">
                <a:extLst>
                  <a:ext uri="{FF2B5EF4-FFF2-40B4-BE49-F238E27FC236}">
                    <a16:creationId xmlns:a16="http://schemas.microsoft.com/office/drawing/2014/main" id="{AD19ED5F-B560-4366-AD14-9EC71C7ED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2" name="Freeform: Shape 361">
                <a:extLst>
                  <a:ext uri="{FF2B5EF4-FFF2-40B4-BE49-F238E27FC236}">
                    <a16:creationId xmlns:a16="http://schemas.microsoft.com/office/drawing/2014/main" id="{42E95D3F-2E55-4021-9D6F-B6E7224C9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3" name="Freeform: Shape 362">
                <a:extLst>
                  <a:ext uri="{FF2B5EF4-FFF2-40B4-BE49-F238E27FC236}">
                    <a16:creationId xmlns:a16="http://schemas.microsoft.com/office/drawing/2014/main" id="{F45660DB-2DA2-4937-B362-69FA55D2B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4" name="Freeform: Shape 363">
                <a:extLst>
                  <a:ext uri="{FF2B5EF4-FFF2-40B4-BE49-F238E27FC236}">
                    <a16:creationId xmlns:a16="http://schemas.microsoft.com/office/drawing/2014/main" id="{FA488514-5D26-42FF-BD81-E9F2E1DE3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Shape 364">
                <a:extLst>
                  <a:ext uri="{FF2B5EF4-FFF2-40B4-BE49-F238E27FC236}">
                    <a16:creationId xmlns:a16="http://schemas.microsoft.com/office/drawing/2014/main" id="{421E4366-604D-4893-BE4C-08D448A06C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Shape 365">
                <a:extLst>
                  <a:ext uri="{FF2B5EF4-FFF2-40B4-BE49-F238E27FC236}">
                    <a16:creationId xmlns:a16="http://schemas.microsoft.com/office/drawing/2014/main" id="{9128E702-7B78-4B59-BAB4-530DF53A8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Shape 366">
                <a:extLst>
                  <a:ext uri="{FF2B5EF4-FFF2-40B4-BE49-F238E27FC236}">
                    <a16:creationId xmlns:a16="http://schemas.microsoft.com/office/drawing/2014/main" id="{97456D98-32F2-4486-81EE-5CBDC5137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Shape 367">
                <a:extLst>
                  <a:ext uri="{FF2B5EF4-FFF2-40B4-BE49-F238E27FC236}">
                    <a16:creationId xmlns:a16="http://schemas.microsoft.com/office/drawing/2014/main" id="{F3173B06-C53D-4E52-B3D3-7D10BB963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Shape 368">
                <a:extLst>
                  <a:ext uri="{FF2B5EF4-FFF2-40B4-BE49-F238E27FC236}">
                    <a16:creationId xmlns:a16="http://schemas.microsoft.com/office/drawing/2014/main" id="{A5E08649-A0F1-4F92-9B1A-23DD0768E2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0" name="Freeform: Shape 369">
                <a:extLst>
                  <a:ext uri="{FF2B5EF4-FFF2-40B4-BE49-F238E27FC236}">
                    <a16:creationId xmlns:a16="http://schemas.microsoft.com/office/drawing/2014/main" id="{0386755E-BD00-42F5-8AFD-3FE177FD6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1" name="Freeform: Shape 370">
                <a:extLst>
                  <a:ext uri="{FF2B5EF4-FFF2-40B4-BE49-F238E27FC236}">
                    <a16:creationId xmlns:a16="http://schemas.microsoft.com/office/drawing/2014/main" id="{38479D89-3237-4F5A-9785-2F84E973F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Shape 371">
                <a:extLst>
                  <a:ext uri="{FF2B5EF4-FFF2-40B4-BE49-F238E27FC236}">
                    <a16:creationId xmlns:a16="http://schemas.microsoft.com/office/drawing/2014/main" id="{F86502C8-2734-48E5-9834-A8435644C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Shape 372">
                <a:extLst>
                  <a:ext uri="{FF2B5EF4-FFF2-40B4-BE49-F238E27FC236}">
                    <a16:creationId xmlns:a16="http://schemas.microsoft.com/office/drawing/2014/main" id="{CEA77AA6-BB37-4CE8-9E75-DB4F595BA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Shape 373">
                <a:extLst>
                  <a:ext uri="{FF2B5EF4-FFF2-40B4-BE49-F238E27FC236}">
                    <a16:creationId xmlns:a16="http://schemas.microsoft.com/office/drawing/2014/main" id="{CF79F8C8-5618-4880-A26B-8310380F0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Shape 374">
                <a:extLst>
                  <a:ext uri="{FF2B5EF4-FFF2-40B4-BE49-F238E27FC236}">
                    <a16:creationId xmlns:a16="http://schemas.microsoft.com/office/drawing/2014/main" id="{880EE80C-A78F-4B21-985E-50CACEF2E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Shape 375">
                <a:extLst>
                  <a:ext uri="{FF2B5EF4-FFF2-40B4-BE49-F238E27FC236}">
                    <a16:creationId xmlns:a16="http://schemas.microsoft.com/office/drawing/2014/main" id="{0EDC8879-9797-42E5-AB8E-E36229BF3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7" name="Freeform: Shape 376">
                <a:extLst>
                  <a:ext uri="{FF2B5EF4-FFF2-40B4-BE49-F238E27FC236}">
                    <a16:creationId xmlns:a16="http://schemas.microsoft.com/office/drawing/2014/main" id="{1B37764D-AF04-4F2C-81D9-5EFA3E5C0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Shape 377">
                <a:extLst>
                  <a:ext uri="{FF2B5EF4-FFF2-40B4-BE49-F238E27FC236}">
                    <a16:creationId xmlns:a16="http://schemas.microsoft.com/office/drawing/2014/main" id="{31C6105B-1E1B-4444-A6E5-5B157F3C1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Shape 378">
                <a:extLst>
                  <a:ext uri="{FF2B5EF4-FFF2-40B4-BE49-F238E27FC236}">
                    <a16:creationId xmlns:a16="http://schemas.microsoft.com/office/drawing/2014/main" id="{559B4EC8-EFFF-4DCA-AAB8-26AF6679D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Shape 379">
                <a:extLst>
                  <a:ext uri="{FF2B5EF4-FFF2-40B4-BE49-F238E27FC236}">
                    <a16:creationId xmlns:a16="http://schemas.microsoft.com/office/drawing/2014/main" id="{ED93E274-9D58-4EC9-80D4-33D9D3A09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Shape 380">
                <a:extLst>
                  <a:ext uri="{FF2B5EF4-FFF2-40B4-BE49-F238E27FC236}">
                    <a16:creationId xmlns:a16="http://schemas.microsoft.com/office/drawing/2014/main" id="{6E5616A1-0B5F-4D6D-910E-792B393B3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Shape 381">
                <a:extLst>
                  <a:ext uri="{FF2B5EF4-FFF2-40B4-BE49-F238E27FC236}">
                    <a16:creationId xmlns:a16="http://schemas.microsoft.com/office/drawing/2014/main" id="{BDD0D9C8-A2E7-4C95-BBC5-5E2D62D670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3" name="Freeform: Shape 382">
                <a:extLst>
                  <a:ext uri="{FF2B5EF4-FFF2-40B4-BE49-F238E27FC236}">
                    <a16:creationId xmlns:a16="http://schemas.microsoft.com/office/drawing/2014/main" id="{509401FA-7222-4A17-828C-1729888E9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5" name="Graphic 4">
              <a:extLst>
                <a:ext uri="{FF2B5EF4-FFF2-40B4-BE49-F238E27FC236}">
                  <a16:creationId xmlns:a16="http://schemas.microsoft.com/office/drawing/2014/main" id="{7B025375-9B31-46A6-87EC-BA8E94E678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46" name="Freeform: Shape 45">
                <a:extLst>
                  <a:ext uri="{FF2B5EF4-FFF2-40B4-BE49-F238E27FC236}">
                    <a16:creationId xmlns:a16="http://schemas.microsoft.com/office/drawing/2014/main" id="{454AFC84-3FCF-4783-9CE6-BE7BCF5CB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EEC3B2D5-1605-4334-8CC6-33D5D53E7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893286B7-109A-47DD-BD18-3A8E2FCDF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Freeform: Shape 48">
                <a:extLst>
                  <a:ext uri="{FF2B5EF4-FFF2-40B4-BE49-F238E27FC236}">
                    <a16:creationId xmlns:a16="http://schemas.microsoft.com/office/drawing/2014/main" id="{A6E4611D-D180-45CC-95F3-4D780BF21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075D9DF6-64E6-48A9-89BE-1AEDF3DBA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Freeform: Shape 50">
                <a:extLst>
                  <a:ext uri="{FF2B5EF4-FFF2-40B4-BE49-F238E27FC236}">
                    <a16:creationId xmlns:a16="http://schemas.microsoft.com/office/drawing/2014/main" id="{A77E91B6-62FE-4219-8648-2FA062EE0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Shape 51">
                <a:extLst>
                  <a:ext uri="{FF2B5EF4-FFF2-40B4-BE49-F238E27FC236}">
                    <a16:creationId xmlns:a16="http://schemas.microsoft.com/office/drawing/2014/main" id="{E05794AA-8ED8-4FEB-B9E2-3D6829552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Freeform: Shape 52">
                <a:extLst>
                  <a:ext uri="{FF2B5EF4-FFF2-40B4-BE49-F238E27FC236}">
                    <a16:creationId xmlns:a16="http://schemas.microsoft.com/office/drawing/2014/main" id="{0CEF7D50-E12D-4F46-9B10-16E903FB7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4D885088-5CE2-4ABB-AC5F-8E295C63A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Freeform: Shape 54">
                <a:extLst>
                  <a:ext uri="{FF2B5EF4-FFF2-40B4-BE49-F238E27FC236}">
                    <a16:creationId xmlns:a16="http://schemas.microsoft.com/office/drawing/2014/main" id="{B7F9B5BB-81CC-442B-B607-5F084799EE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Shape 55">
                <a:extLst>
                  <a:ext uri="{FF2B5EF4-FFF2-40B4-BE49-F238E27FC236}">
                    <a16:creationId xmlns:a16="http://schemas.microsoft.com/office/drawing/2014/main" id="{1CC6AB35-BB47-42CE-9492-77B57C361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Freeform: Shape 56">
                <a:extLst>
                  <a:ext uri="{FF2B5EF4-FFF2-40B4-BE49-F238E27FC236}">
                    <a16:creationId xmlns:a16="http://schemas.microsoft.com/office/drawing/2014/main" id="{E13E089E-A0F7-4B85-BFEF-EABBF3824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Shape 57">
                <a:extLst>
                  <a:ext uri="{FF2B5EF4-FFF2-40B4-BE49-F238E27FC236}">
                    <a16:creationId xmlns:a16="http://schemas.microsoft.com/office/drawing/2014/main" id="{9306C271-11BD-4ACA-99FC-BC847B6AB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Freeform: Shape 58">
                <a:extLst>
                  <a:ext uri="{FF2B5EF4-FFF2-40B4-BE49-F238E27FC236}">
                    <a16:creationId xmlns:a16="http://schemas.microsoft.com/office/drawing/2014/main" id="{A51C39C2-B68B-4FB3-AF93-3B6EFC5EB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Shape 59">
                <a:extLst>
                  <a:ext uri="{FF2B5EF4-FFF2-40B4-BE49-F238E27FC236}">
                    <a16:creationId xmlns:a16="http://schemas.microsoft.com/office/drawing/2014/main" id="{D19A9E62-BA64-414F-9053-428828BD4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Freeform: Shape 60">
                <a:extLst>
                  <a:ext uri="{FF2B5EF4-FFF2-40B4-BE49-F238E27FC236}">
                    <a16:creationId xmlns:a16="http://schemas.microsoft.com/office/drawing/2014/main" id="{90F1A2A5-D670-4734-B018-570175184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Shape 61">
                <a:extLst>
                  <a:ext uri="{FF2B5EF4-FFF2-40B4-BE49-F238E27FC236}">
                    <a16:creationId xmlns:a16="http://schemas.microsoft.com/office/drawing/2014/main" id="{D896E20F-D59A-4E5C-AAC2-ED79FCAC3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Shape 62">
                <a:extLst>
                  <a:ext uri="{FF2B5EF4-FFF2-40B4-BE49-F238E27FC236}">
                    <a16:creationId xmlns:a16="http://schemas.microsoft.com/office/drawing/2014/main" id="{B3B49622-0DD4-4378-A974-3EC752B2D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Shape 63">
                <a:extLst>
                  <a:ext uri="{FF2B5EF4-FFF2-40B4-BE49-F238E27FC236}">
                    <a16:creationId xmlns:a16="http://schemas.microsoft.com/office/drawing/2014/main" id="{8BF83D4D-5E95-4F61-8A1C-624625209F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FB270157-AA6D-4EE4-9506-368F8C97C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Shape 65">
                <a:extLst>
                  <a:ext uri="{FF2B5EF4-FFF2-40B4-BE49-F238E27FC236}">
                    <a16:creationId xmlns:a16="http://schemas.microsoft.com/office/drawing/2014/main" id="{94DA0BEE-AE9D-4CE8-B249-C229E628E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AD089CCA-7A85-405E-9AF7-96F814E3B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reeform: Shape 67">
                <a:extLst>
                  <a:ext uri="{FF2B5EF4-FFF2-40B4-BE49-F238E27FC236}">
                    <a16:creationId xmlns:a16="http://schemas.microsoft.com/office/drawing/2014/main" id="{5E30352E-9DBA-4777-A093-B6F3D6060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264C5F14-2A45-42AA-948A-6C7D19578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Freeform: Shape 69">
                <a:extLst>
                  <a:ext uri="{FF2B5EF4-FFF2-40B4-BE49-F238E27FC236}">
                    <a16:creationId xmlns:a16="http://schemas.microsoft.com/office/drawing/2014/main" id="{B3CF5D72-A8B6-4A2B-8F09-46F06C3B9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Freeform: Shape 70">
                <a:extLst>
                  <a:ext uri="{FF2B5EF4-FFF2-40B4-BE49-F238E27FC236}">
                    <a16:creationId xmlns:a16="http://schemas.microsoft.com/office/drawing/2014/main" id="{8D32D7ED-2507-43E0-BCA0-69F1D921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6029896F-72B5-4FBB-98D7-A4A6B7A8E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Shape 72">
                <a:extLst>
                  <a:ext uri="{FF2B5EF4-FFF2-40B4-BE49-F238E27FC236}">
                    <a16:creationId xmlns:a16="http://schemas.microsoft.com/office/drawing/2014/main" id="{C735037E-DA25-4564-960C-F744D00E1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975717CD-2FAA-46E2-825A-5A409DC36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9ABAD2C5-9937-47FF-9A17-132CEA54C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5319C0FD-333B-49B2-B54F-959084B1C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Shape 76">
                <a:extLst>
                  <a:ext uri="{FF2B5EF4-FFF2-40B4-BE49-F238E27FC236}">
                    <a16:creationId xmlns:a16="http://schemas.microsoft.com/office/drawing/2014/main" id="{A3F88462-C743-4DF3-9A31-09108B3DD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5A47CC3C-9310-422C-8AF8-CF56E286B3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64CBAB0F-DFA6-4370-AF0D-EAEA0DA18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Shape 79">
                <a:extLst>
                  <a:ext uri="{FF2B5EF4-FFF2-40B4-BE49-F238E27FC236}">
                    <a16:creationId xmlns:a16="http://schemas.microsoft.com/office/drawing/2014/main" id="{CB75D567-78A7-4986-B241-E03EB5B6A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Shape 80">
                <a:extLst>
                  <a:ext uri="{FF2B5EF4-FFF2-40B4-BE49-F238E27FC236}">
                    <a16:creationId xmlns:a16="http://schemas.microsoft.com/office/drawing/2014/main" id="{A6065FE5-5B5D-426F-A331-FFB91E483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48748863-F066-4C39-BA9E-951EA19F14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Shape 82">
                <a:extLst>
                  <a:ext uri="{FF2B5EF4-FFF2-40B4-BE49-F238E27FC236}">
                    <a16:creationId xmlns:a16="http://schemas.microsoft.com/office/drawing/2014/main" id="{2988B46B-EC58-4704-8960-75C617B2C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C8F94F3-22A8-4403-BAF4-DA1344D120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Freeform: Shape 84">
                <a:extLst>
                  <a:ext uri="{FF2B5EF4-FFF2-40B4-BE49-F238E27FC236}">
                    <a16:creationId xmlns:a16="http://schemas.microsoft.com/office/drawing/2014/main" id="{6144F6B6-FBD2-44C5-93F2-36FB060AB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Shape 85">
                <a:extLst>
                  <a:ext uri="{FF2B5EF4-FFF2-40B4-BE49-F238E27FC236}">
                    <a16:creationId xmlns:a16="http://schemas.microsoft.com/office/drawing/2014/main" id="{FDFF1114-943E-4377-9482-AC35E9B91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Shape 86">
                <a:extLst>
                  <a:ext uri="{FF2B5EF4-FFF2-40B4-BE49-F238E27FC236}">
                    <a16:creationId xmlns:a16="http://schemas.microsoft.com/office/drawing/2014/main" id="{E29A169E-8860-41C6-B2BA-656C9E87F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Freeform: Shape 87">
                <a:extLst>
                  <a:ext uri="{FF2B5EF4-FFF2-40B4-BE49-F238E27FC236}">
                    <a16:creationId xmlns:a16="http://schemas.microsoft.com/office/drawing/2014/main" id="{D1DA92F1-025A-41CC-892D-006269B6C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Freeform: Shape 88">
                <a:extLst>
                  <a:ext uri="{FF2B5EF4-FFF2-40B4-BE49-F238E27FC236}">
                    <a16:creationId xmlns:a16="http://schemas.microsoft.com/office/drawing/2014/main" id="{5B423574-AD0E-466C-A690-E3BF7ABC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Shape 89">
                <a:extLst>
                  <a:ext uri="{FF2B5EF4-FFF2-40B4-BE49-F238E27FC236}">
                    <a16:creationId xmlns:a16="http://schemas.microsoft.com/office/drawing/2014/main" id="{C37E67DD-12D5-49FA-AE92-B1F418632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Shape 90">
                <a:extLst>
                  <a:ext uri="{FF2B5EF4-FFF2-40B4-BE49-F238E27FC236}">
                    <a16:creationId xmlns:a16="http://schemas.microsoft.com/office/drawing/2014/main" id="{3E085075-A03E-4D1C-A2BE-219D51E7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Shape 91">
                <a:extLst>
                  <a:ext uri="{FF2B5EF4-FFF2-40B4-BE49-F238E27FC236}">
                    <a16:creationId xmlns:a16="http://schemas.microsoft.com/office/drawing/2014/main" id="{A552ECBE-4DF7-4004-80CB-33A3864DC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Shape 92">
                <a:extLst>
                  <a:ext uri="{FF2B5EF4-FFF2-40B4-BE49-F238E27FC236}">
                    <a16:creationId xmlns:a16="http://schemas.microsoft.com/office/drawing/2014/main" id="{BB1DFB18-112F-43BE-938F-949ACF4CE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Shape 93">
                <a:extLst>
                  <a:ext uri="{FF2B5EF4-FFF2-40B4-BE49-F238E27FC236}">
                    <a16:creationId xmlns:a16="http://schemas.microsoft.com/office/drawing/2014/main" id="{7107EA75-B66F-478F-A9A4-8BE4090A1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Shape 94">
                <a:extLst>
                  <a:ext uri="{FF2B5EF4-FFF2-40B4-BE49-F238E27FC236}">
                    <a16:creationId xmlns:a16="http://schemas.microsoft.com/office/drawing/2014/main" id="{B032A1FF-0163-4F65-9627-3D0E330E7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Shape 95">
                <a:extLst>
                  <a:ext uri="{FF2B5EF4-FFF2-40B4-BE49-F238E27FC236}">
                    <a16:creationId xmlns:a16="http://schemas.microsoft.com/office/drawing/2014/main" id="{68F81DD7-3941-40F3-A5C5-1D25AD61E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Shape 96">
                <a:extLst>
                  <a:ext uri="{FF2B5EF4-FFF2-40B4-BE49-F238E27FC236}">
                    <a16:creationId xmlns:a16="http://schemas.microsoft.com/office/drawing/2014/main" id="{767D955C-E4A5-47E9-B07D-7C7FD8E39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Freeform: Shape 97">
                <a:extLst>
                  <a:ext uri="{FF2B5EF4-FFF2-40B4-BE49-F238E27FC236}">
                    <a16:creationId xmlns:a16="http://schemas.microsoft.com/office/drawing/2014/main" id="{331DEA5B-7DF4-4F3E-B837-7388E6701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Freeform: Shape 98">
                <a:extLst>
                  <a:ext uri="{FF2B5EF4-FFF2-40B4-BE49-F238E27FC236}">
                    <a16:creationId xmlns:a16="http://schemas.microsoft.com/office/drawing/2014/main" id="{F640D8A9-2845-4810-99AA-3464C47FB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C1AA428D-A610-40EA-926D-72664C6A3A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088B6BF5-3A26-476D-AF79-46892B0AE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Freeform: Shape 101">
                <a:extLst>
                  <a:ext uri="{FF2B5EF4-FFF2-40B4-BE49-F238E27FC236}">
                    <a16:creationId xmlns:a16="http://schemas.microsoft.com/office/drawing/2014/main" id="{A0D38E94-BDA0-466A-866C-7D754B54B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Freeform: Shape 102">
                <a:extLst>
                  <a:ext uri="{FF2B5EF4-FFF2-40B4-BE49-F238E27FC236}">
                    <a16:creationId xmlns:a16="http://schemas.microsoft.com/office/drawing/2014/main" id="{2E4807B4-64BB-4BB1-A6C7-B9F8B78FE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Freeform: Shape 103">
                <a:extLst>
                  <a:ext uri="{FF2B5EF4-FFF2-40B4-BE49-F238E27FC236}">
                    <a16:creationId xmlns:a16="http://schemas.microsoft.com/office/drawing/2014/main" id="{AB74427A-2B27-4328-8ECD-0166E61D8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Freeform: Shape 104">
                <a:extLst>
                  <a:ext uri="{FF2B5EF4-FFF2-40B4-BE49-F238E27FC236}">
                    <a16:creationId xmlns:a16="http://schemas.microsoft.com/office/drawing/2014/main" id="{058C6F50-4093-4240-B613-EA20F73E2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Freeform: Shape 105">
                <a:extLst>
                  <a:ext uri="{FF2B5EF4-FFF2-40B4-BE49-F238E27FC236}">
                    <a16:creationId xmlns:a16="http://schemas.microsoft.com/office/drawing/2014/main" id="{341C2F64-B446-495C-B3ED-DA19115FD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Freeform: Shape 106">
                <a:extLst>
                  <a:ext uri="{FF2B5EF4-FFF2-40B4-BE49-F238E27FC236}">
                    <a16:creationId xmlns:a16="http://schemas.microsoft.com/office/drawing/2014/main" id="{DEDDACDA-D780-49ED-88B3-AC1E6CECD3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Freeform: Shape 107">
                <a:extLst>
                  <a:ext uri="{FF2B5EF4-FFF2-40B4-BE49-F238E27FC236}">
                    <a16:creationId xmlns:a16="http://schemas.microsoft.com/office/drawing/2014/main" id="{3B6F340F-6BFF-4869-B569-850333B1C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Freeform: Shape 108">
                <a:extLst>
                  <a:ext uri="{FF2B5EF4-FFF2-40B4-BE49-F238E27FC236}">
                    <a16:creationId xmlns:a16="http://schemas.microsoft.com/office/drawing/2014/main" id="{C4FC277F-1805-46F5-8D99-EE30A5FCD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Freeform: Shape 109">
                <a:extLst>
                  <a:ext uri="{FF2B5EF4-FFF2-40B4-BE49-F238E27FC236}">
                    <a16:creationId xmlns:a16="http://schemas.microsoft.com/office/drawing/2014/main" id="{DE3D8861-A4CB-46F2-812C-4857D1E76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Freeform: Shape 110">
                <a:extLst>
                  <a:ext uri="{FF2B5EF4-FFF2-40B4-BE49-F238E27FC236}">
                    <a16:creationId xmlns:a16="http://schemas.microsoft.com/office/drawing/2014/main" id="{5C3AD847-D9CA-4EC5-890E-21244786F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Freeform: Shape 111">
                <a:extLst>
                  <a:ext uri="{FF2B5EF4-FFF2-40B4-BE49-F238E27FC236}">
                    <a16:creationId xmlns:a16="http://schemas.microsoft.com/office/drawing/2014/main" id="{CA89CE44-4244-411C-A74F-1446D8BC1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Freeform: Shape 112">
                <a:extLst>
                  <a:ext uri="{FF2B5EF4-FFF2-40B4-BE49-F238E27FC236}">
                    <a16:creationId xmlns:a16="http://schemas.microsoft.com/office/drawing/2014/main" id="{60E6026F-2714-4620-8EE9-3C55C2D6C2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Freeform: Shape 113">
                <a:extLst>
                  <a:ext uri="{FF2B5EF4-FFF2-40B4-BE49-F238E27FC236}">
                    <a16:creationId xmlns:a16="http://schemas.microsoft.com/office/drawing/2014/main" id="{C0A828ED-45A9-4D69-975D-19CD36650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Freeform: Shape 114">
                <a:extLst>
                  <a:ext uri="{FF2B5EF4-FFF2-40B4-BE49-F238E27FC236}">
                    <a16:creationId xmlns:a16="http://schemas.microsoft.com/office/drawing/2014/main" id="{970CBCD0-B8B7-483D-A17D-9351A1A47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Shape 115">
                <a:extLst>
                  <a:ext uri="{FF2B5EF4-FFF2-40B4-BE49-F238E27FC236}">
                    <a16:creationId xmlns:a16="http://schemas.microsoft.com/office/drawing/2014/main" id="{8BDEF120-B9AE-44F5-B98D-937D9C92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Freeform: Shape 116">
                <a:extLst>
                  <a:ext uri="{FF2B5EF4-FFF2-40B4-BE49-F238E27FC236}">
                    <a16:creationId xmlns:a16="http://schemas.microsoft.com/office/drawing/2014/main" id="{A8C22314-7ABA-46AF-98F6-EA626787D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Freeform: Shape 117">
                <a:extLst>
                  <a:ext uri="{FF2B5EF4-FFF2-40B4-BE49-F238E27FC236}">
                    <a16:creationId xmlns:a16="http://schemas.microsoft.com/office/drawing/2014/main" id="{8E57EC52-CDFD-4DC8-8C7F-DA76CBC94D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Freeform: Shape 118">
                <a:extLst>
                  <a:ext uri="{FF2B5EF4-FFF2-40B4-BE49-F238E27FC236}">
                    <a16:creationId xmlns:a16="http://schemas.microsoft.com/office/drawing/2014/main" id="{2E44CDAD-CC81-4519-A934-3E75CB58F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Shape 119">
                <a:extLst>
                  <a:ext uri="{FF2B5EF4-FFF2-40B4-BE49-F238E27FC236}">
                    <a16:creationId xmlns:a16="http://schemas.microsoft.com/office/drawing/2014/main" id="{D7234B76-B5E7-497F-8C9A-BEADE7D2A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reeform: Shape 120">
                <a:extLst>
                  <a:ext uri="{FF2B5EF4-FFF2-40B4-BE49-F238E27FC236}">
                    <a16:creationId xmlns:a16="http://schemas.microsoft.com/office/drawing/2014/main" id="{D308AC98-72DE-4623-8351-5CDBA5F858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Freeform: Shape 121">
                <a:extLst>
                  <a:ext uri="{FF2B5EF4-FFF2-40B4-BE49-F238E27FC236}">
                    <a16:creationId xmlns:a16="http://schemas.microsoft.com/office/drawing/2014/main" id="{16BCA60F-A345-4A89-8E76-8F628DE249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Freeform: Shape 122">
                <a:extLst>
                  <a:ext uri="{FF2B5EF4-FFF2-40B4-BE49-F238E27FC236}">
                    <a16:creationId xmlns:a16="http://schemas.microsoft.com/office/drawing/2014/main" id="{B712711F-FF52-40E0-8B6D-7AB132EFB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Freeform: Shape 123">
                <a:extLst>
                  <a:ext uri="{FF2B5EF4-FFF2-40B4-BE49-F238E27FC236}">
                    <a16:creationId xmlns:a16="http://schemas.microsoft.com/office/drawing/2014/main" id="{EBB99ABA-6734-4713-A9AA-6A0613DB3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Freeform: Shape 124">
                <a:extLst>
                  <a:ext uri="{FF2B5EF4-FFF2-40B4-BE49-F238E27FC236}">
                    <a16:creationId xmlns:a16="http://schemas.microsoft.com/office/drawing/2014/main" id="{A8DBC39A-A841-4DAD-A5EE-BAD254A4F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Freeform: Shape 125">
                <a:extLst>
                  <a:ext uri="{FF2B5EF4-FFF2-40B4-BE49-F238E27FC236}">
                    <a16:creationId xmlns:a16="http://schemas.microsoft.com/office/drawing/2014/main" id="{E88E8002-19BD-4C58-ACEF-D092676D5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Freeform: Shape 126">
                <a:extLst>
                  <a:ext uri="{FF2B5EF4-FFF2-40B4-BE49-F238E27FC236}">
                    <a16:creationId xmlns:a16="http://schemas.microsoft.com/office/drawing/2014/main" id="{637DEA0B-D0C3-4386-B016-901208881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Freeform: Shape 127">
                <a:extLst>
                  <a:ext uri="{FF2B5EF4-FFF2-40B4-BE49-F238E27FC236}">
                    <a16:creationId xmlns:a16="http://schemas.microsoft.com/office/drawing/2014/main" id="{1E085198-3B84-4E70-8004-5B739F0D0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Freeform: Shape 128">
                <a:extLst>
                  <a:ext uri="{FF2B5EF4-FFF2-40B4-BE49-F238E27FC236}">
                    <a16:creationId xmlns:a16="http://schemas.microsoft.com/office/drawing/2014/main" id="{1F8854E4-646B-4843-9429-2E68B3AE9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Freeform: Shape 129">
                <a:extLst>
                  <a:ext uri="{FF2B5EF4-FFF2-40B4-BE49-F238E27FC236}">
                    <a16:creationId xmlns:a16="http://schemas.microsoft.com/office/drawing/2014/main" id="{D75E4420-1C5B-4C29-9622-F3DA7E0BFB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Freeform: Shape 130">
                <a:extLst>
                  <a:ext uri="{FF2B5EF4-FFF2-40B4-BE49-F238E27FC236}">
                    <a16:creationId xmlns:a16="http://schemas.microsoft.com/office/drawing/2014/main" id="{69099746-E839-480D-A294-3851848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Freeform: Shape 131">
                <a:extLst>
                  <a:ext uri="{FF2B5EF4-FFF2-40B4-BE49-F238E27FC236}">
                    <a16:creationId xmlns:a16="http://schemas.microsoft.com/office/drawing/2014/main" id="{35C60C66-6A6A-42B6-82CE-9F5BCAD5F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Freeform: Shape 132">
                <a:extLst>
                  <a:ext uri="{FF2B5EF4-FFF2-40B4-BE49-F238E27FC236}">
                    <a16:creationId xmlns:a16="http://schemas.microsoft.com/office/drawing/2014/main" id="{A85425DE-B5F8-4166-8F76-168A6E6F5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Freeform: Shape 133">
                <a:extLst>
                  <a:ext uri="{FF2B5EF4-FFF2-40B4-BE49-F238E27FC236}">
                    <a16:creationId xmlns:a16="http://schemas.microsoft.com/office/drawing/2014/main" id="{AF5E9558-8664-40E2-818A-C90536250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Freeform: Shape 134">
                <a:extLst>
                  <a:ext uri="{FF2B5EF4-FFF2-40B4-BE49-F238E27FC236}">
                    <a16:creationId xmlns:a16="http://schemas.microsoft.com/office/drawing/2014/main" id="{620CC716-8E51-492E-95F3-7DF5778E8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Freeform: Shape 135">
                <a:extLst>
                  <a:ext uri="{FF2B5EF4-FFF2-40B4-BE49-F238E27FC236}">
                    <a16:creationId xmlns:a16="http://schemas.microsoft.com/office/drawing/2014/main" id="{87956267-D439-4A6C-8779-9864DDF69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Freeform: Shape 136">
                <a:extLst>
                  <a:ext uri="{FF2B5EF4-FFF2-40B4-BE49-F238E27FC236}">
                    <a16:creationId xmlns:a16="http://schemas.microsoft.com/office/drawing/2014/main" id="{E566625F-0177-4163-AAC6-DD5AA352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Freeform: Shape 137">
                <a:extLst>
                  <a:ext uri="{FF2B5EF4-FFF2-40B4-BE49-F238E27FC236}">
                    <a16:creationId xmlns:a16="http://schemas.microsoft.com/office/drawing/2014/main" id="{01580694-1781-46F9-B2C4-76F4689BA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Freeform: Shape 138">
                <a:extLst>
                  <a:ext uri="{FF2B5EF4-FFF2-40B4-BE49-F238E27FC236}">
                    <a16:creationId xmlns:a16="http://schemas.microsoft.com/office/drawing/2014/main" id="{1635D9A5-51BC-49A2-9AE2-4C8147FC5E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Freeform: Shape 139">
                <a:extLst>
                  <a:ext uri="{FF2B5EF4-FFF2-40B4-BE49-F238E27FC236}">
                    <a16:creationId xmlns:a16="http://schemas.microsoft.com/office/drawing/2014/main" id="{B6D58AC8-F8B3-4C3D-AE9F-26677AE63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Freeform: Shape 140">
                <a:extLst>
                  <a:ext uri="{FF2B5EF4-FFF2-40B4-BE49-F238E27FC236}">
                    <a16:creationId xmlns:a16="http://schemas.microsoft.com/office/drawing/2014/main" id="{53CA316E-6515-47CF-9F53-7A0EE31AF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Freeform: Shape 141">
                <a:extLst>
                  <a:ext uri="{FF2B5EF4-FFF2-40B4-BE49-F238E27FC236}">
                    <a16:creationId xmlns:a16="http://schemas.microsoft.com/office/drawing/2014/main" id="{F8E79866-F842-47A5-8D8C-0185FD69D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Freeform: Shape 142">
                <a:extLst>
                  <a:ext uri="{FF2B5EF4-FFF2-40B4-BE49-F238E27FC236}">
                    <a16:creationId xmlns:a16="http://schemas.microsoft.com/office/drawing/2014/main" id="{A1939D2F-E660-4CFF-BF9C-2146DD9CC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Freeform: Shape 143">
                <a:extLst>
                  <a:ext uri="{FF2B5EF4-FFF2-40B4-BE49-F238E27FC236}">
                    <a16:creationId xmlns:a16="http://schemas.microsoft.com/office/drawing/2014/main" id="{3F048F16-4CC3-406C-93A3-3CEDF31C4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Freeform: Shape 144">
                <a:extLst>
                  <a:ext uri="{FF2B5EF4-FFF2-40B4-BE49-F238E27FC236}">
                    <a16:creationId xmlns:a16="http://schemas.microsoft.com/office/drawing/2014/main" id="{BA5658A8-AB7B-409C-A206-50CDD5818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Freeform: Shape 145">
                <a:extLst>
                  <a:ext uri="{FF2B5EF4-FFF2-40B4-BE49-F238E27FC236}">
                    <a16:creationId xmlns:a16="http://schemas.microsoft.com/office/drawing/2014/main" id="{1A4F8AC2-9FA1-4E5B-ACB2-661CAABFE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Freeform: Shape 146">
                <a:extLst>
                  <a:ext uri="{FF2B5EF4-FFF2-40B4-BE49-F238E27FC236}">
                    <a16:creationId xmlns:a16="http://schemas.microsoft.com/office/drawing/2014/main" id="{6438DDE6-AE18-4B2A-92CE-57D6032A1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Freeform: Shape 147">
                <a:extLst>
                  <a:ext uri="{FF2B5EF4-FFF2-40B4-BE49-F238E27FC236}">
                    <a16:creationId xmlns:a16="http://schemas.microsoft.com/office/drawing/2014/main" id="{19B002FA-1035-4DE8-8097-3675A4FB2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Freeform: Shape 148">
                <a:extLst>
                  <a:ext uri="{FF2B5EF4-FFF2-40B4-BE49-F238E27FC236}">
                    <a16:creationId xmlns:a16="http://schemas.microsoft.com/office/drawing/2014/main" id="{699ADFD1-CBA1-4C59-A545-CA6EEAF2C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Freeform: Shape 149">
                <a:extLst>
                  <a:ext uri="{FF2B5EF4-FFF2-40B4-BE49-F238E27FC236}">
                    <a16:creationId xmlns:a16="http://schemas.microsoft.com/office/drawing/2014/main" id="{85DDA6CB-B8BF-4E57-BF2E-5C880FAF87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Freeform: Shape 150">
                <a:extLst>
                  <a:ext uri="{FF2B5EF4-FFF2-40B4-BE49-F238E27FC236}">
                    <a16:creationId xmlns:a16="http://schemas.microsoft.com/office/drawing/2014/main" id="{6A8B2946-9D70-4DD4-B9B2-606E8F83A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Freeform: Shape 151">
                <a:extLst>
                  <a:ext uri="{FF2B5EF4-FFF2-40B4-BE49-F238E27FC236}">
                    <a16:creationId xmlns:a16="http://schemas.microsoft.com/office/drawing/2014/main" id="{C319A466-F3AE-4F1F-BD2F-77D9F148B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Freeform: Shape 152">
                <a:extLst>
                  <a:ext uri="{FF2B5EF4-FFF2-40B4-BE49-F238E27FC236}">
                    <a16:creationId xmlns:a16="http://schemas.microsoft.com/office/drawing/2014/main" id="{C6CF0A07-A757-404E-9880-5AF3D52DE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Freeform: Shape 153">
                <a:extLst>
                  <a:ext uri="{FF2B5EF4-FFF2-40B4-BE49-F238E27FC236}">
                    <a16:creationId xmlns:a16="http://schemas.microsoft.com/office/drawing/2014/main" id="{DD3C2686-5B08-4159-865F-1B0A72E7E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Freeform: Shape 154">
                <a:extLst>
                  <a:ext uri="{FF2B5EF4-FFF2-40B4-BE49-F238E27FC236}">
                    <a16:creationId xmlns:a16="http://schemas.microsoft.com/office/drawing/2014/main" id="{5AAB7354-0524-4F71-83F0-35FAFA9EE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Freeform: Shape 155">
                <a:extLst>
                  <a:ext uri="{FF2B5EF4-FFF2-40B4-BE49-F238E27FC236}">
                    <a16:creationId xmlns:a16="http://schemas.microsoft.com/office/drawing/2014/main" id="{C93C7EEE-727B-4A0D-AA01-3B0893F866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Freeform: Shape 156">
                <a:extLst>
                  <a:ext uri="{FF2B5EF4-FFF2-40B4-BE49-F238E27FC236}">
                    <a16:creationId xmlns:a16="http://schemas.microsoft.com/office/drawing/2014/main" id="{7F98C909-0D3D-402C-86A1-9647DA57B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Freeform: Shape 157">
                <a:extLst>
                  <a:ext uri="{FF2B5EF4-FFF2-40B4-BE49-F238E27FC236}">
                    <a16:creationId xmlns:a16="http://schemas.microsoft.com/office/drawing/2014/main" id="{29CF4616-0FC7-4D90-97D4-47F26C31B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Freeform: Shape 158">
                <a:extLst>
                  <a:ext uri="{FF2B5EF4-FFF2-40B4-BE49-F238E27FC236}">
                    <a16:creationId xmlns:a16="http://schemas.microsoft.com/office/drawing/2014/main" id="{A5151952-7057-44BC-B171-EC280CDD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Freeform: Shape 159">
                <a:extLst>
                  <a:ext uri="{FF2B5EF4-FFF2-40B4-BE49-F238E27FC236}">
                    <a16:creationId xmlns:a16="http://schemas.microsoft.com/office/drawing/2014/main" id="{0CC14CA9-836E-4131-9614-CC7AF80C7A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Freeform: Shape 160">
                <a:extLst>
                  <a:ext uri="{FF2B5EF4-FFF2-40B4-BE49-F238E27FC236}">
                    <a16:creationId xmlns:a16="http://schemas.microsoft.com/office/drawing/2014/main" id="{B9227461-A59A-437A-A371-0B3DD0510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Freeform: Shape 161">
                <a:extLst>
                  <a:ext uri="{FF2B5EF4-FFF2-40B4-BE49-F238E27FC236}">
                    <a16:creationId xmlns:a16="http://schemas.microsoft.com/office/drawing/2014/main" id="{4564435B-AE59-45CC-A733-1D61AB9A5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Freeform: Shape 162">
                <a:extLst>
                  <a:ext uri="{FF2B5EF4-FFF2-40B4-BE49-F238E27FC236}">
                    <a16:creationId xmlns:a16="http://schemas.microsoft.com/office/drawing/2014/main" id="{24964014-4F54-4767-B2A1-1E68A49A2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Freeform: Shape 163">
                <a:extLst>
                  <a:ext uri="{FF2B5EF4-FFF2-40B4-BE49-F238E27FC236}">
                    <a16:creationId xmlns:a16="http://schemas.microsoft.com/office/drawing/2014/main" id="{AB12DA42-BE2F-486C-A207-50F0B2A0D6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Freeform: Shape 164">
                <a:extLst>
                  <a:ext uri="{FF2B5EF4-FFF2-40B4-BE49-F238E27FC236}">
                    <a16:creationId xmlns:a16="http://schemas.microsoft.com/office/drawing/2014/main" id="{F35083CD-4EE4-48A6-BDE4-DCEB0CD08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Freeform: Shape 165">
                <a:extLst>
                  <a:ext uri="{FF2B5EF4-FFF2-40B4-BE49-F238E27FC236}">
                    <a16:creationId xmlns:a16="http://schemas.microsoft.com/office/drawing/2014/main" id="{2ACA69B4-304D-4E76-91E8-B824CC474C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Freeform: Shape 166">
                <a:extLst>
                  <a:ext uri="{FF2B5EF4-FFF2-40B4-BE49-F238E27FC236}">
                    <a16:creationId xmlns:a16="http://schemas.microsoft.com/office/drawing/2014/main" id="{05FBB8B7-7087-4F0C-8A80-BA19FA3C5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Freeform: Shape 167">
                <a:extLst>
                  <a:ext uri="{FF2B5EF4-FFF2-40B4-BE49-F238E27FC236}">
                    <a16:creationId xmlns:a16="http://schemas.microsoft.com/office/drawing/2014/main" id="{708B546A-B18E-4E08-B52F-1F1FB4515C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Freeform: Shape 168">
                <a:extLst>
                  <a:ext uri="{FF2B5EF4-FFF2-40B4-BE49-F238E27FC236}">
                    <a16:creationId xmlns:a16="http://schemas.microsoft.com/office/drawing/2014/main" id="{4D083028-5844-4BA9-91D6-6066256F8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Freeform: Shape 169">
                <a:extLst>
                  <a:ext uri="{FF2B5EF4-FFF2-40B4-BE49-F238E27FC236}">
                    <a16:creationId xmlns:a16="http://schemas.microsoft.com/office/drawing/2014/main" id="{46BDB7B8-D976-4509-BB67-E960BEB6E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Freeform: Shape 170">
                <a:extLst>
                  <a:ext uri="{FF2B5EF4-FFF2-40B4-BE49-F238E27FC236}">
                    <a16:creationId xmlns:a16="http://schemas.microsoft.com/office/drawing/2014/main" id="{1F8D90CC-4AD0-49F4-B215-61FD0A2FE8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Freeform: Shape 171">
                <a:extLst>
                  <a:ext uri="{FF2B5EF4-FFF2-40B4-BE49-F238E27FC236}">
                    <a16:creationId xmlns:a16="http://schemas.microsoft.com/office/drawing/2014/main" id="{FA255F4C-2D85-48C3-A425-B1B090100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Freeform: Shape 172">
                <a:extLst>
                  <a:ext uri="{FF2B5EF4-FFF2-40B4-BE49-F238E27FC236}">
                    <a16:creationId xmlns:a16="http://schemas.microsoft.com/office/drawing/2014/main" id="{64D88F2F-ACB0-4172-BB9F-71ABC334D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Freeform: Shape 173">
                <a:extLst>
                  <a:ext uri="{FF2B5EF4-FFF2-40B4-BE49-F238E27FC236}">
                    <a16:creationId xmlns:a16="http://schemas.microsoft.com/office/drawing/2014/main" id="{6102F024-AF29-4883-BE6C-52EFD020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Freeform: Shape 174">
                <a:extLst>
                  <a:ext uri="{FF2B5EF4-FFF2-40B4-BE49-F238E27FC236}">
                    <a16:creationId xmlns:a16="http://schemas.microsoft.com/office/drawing/2014/main" id="{809DB4B0-EDB8-4635-9A3D-B48E59658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Freeform: Shape 175">
                <a:extLst>
                  <a:ext uri="{FF2B5EF4-FFF2-40B4-BE49-F238E27FC236}">
                    <a16:creationId xmlns:a16="http://schemas.microsoft.com/office/drawing/2014/main" id="{BA4BB9B4-19AF-4964-8FDE-1C02C01F3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Freeform: Shape 176">
                <a:extLst>
                  <a:ext uri="{FF2B5EF4-FFF2-40B4-BE49-F238E27FC236}">
                    <a16:creationId xmlns:a16="http://schemas.microsoft.com/office/drawing/2014/main" id="{3466ACF5-678D-47AC-A8E1-250FBEA6E5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Freeform: Shape 177">
                <a:extLst>
                  <a:ext uri="{FF2B5EF4-FFF2-40B4-BE49-F238E27FC236}">
                    <a16:creationId xmlns:a16="http://schemas.microsoft.com/office/drawing/2014/main" id="{CF4BE354-56F1-4CC0-ABC3-CFA225559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Freeform: Shape 178">
                <a:extLst>
                  <a:ext uri="{FF2B5EF4-FFF2-40B4-BE49-F238E27FC236}">
                    <a16:creationId xmlns:a16="http://schemas.microsoft.com/office/drawing/2014/main" id="{1FF6AB4A-7E14-48F4-B58E-D3BCD7F55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Freeform: Shape 179">
                <a:extLst>
                  <a:ext uri="{FF2B5EF4-FFF2-40B4-BE49-F238E27FC236}">
                    <a16:creationId xmlns:a16="http://schemas.microsoft.com/office/drawing/2014/main" id="{826A8026-2DFD-4691-81ED-CF8C6C810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Freeform: Shape 180">
                <a:extLst>
                  <a:ext uri="{FF2B5EF4-FFF2-40B4-BE49-F238E27FC236}">
                    <a16:creationId xmlns:a16="http://schemas.microsoft.com/office/drawing/2014/main" id="{DCBE85A3-D478-4EBF-A094-768EDE80E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Freeform: Shape 181">
                <a:extLst>
                  <a:ext uri="{FF2B5EF4-FFF2-40B4-BE49-F238E27FC236}">
                    <a16:creationId xmlns:a16="http://schemas.microsoft.com/office/drawing/2014/main" id="{9B03629E-D0C6-47D9-9E55-FB00BFBAD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Freeform: Shape 182">
                <a:extLst>
                  <a:ext uri="{FF2B5EF4-FFF2-40B4-BE49-F238E27FC236}">
                    <a16:creationId xmlns:a16="http://schemas.microsoft.com/office/drawing/2014/main" id="{7ECA1C99-3F19-4C93-9683-CDDBE2840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Freeform: Shape 183">
                <a:extLst>
                  <a:ext uri="{FF2B5EF4-FFF2-40B4-BE49-F238E27FC236}">
                    <a16:creationId xmlns:a16="http://schemas.microsoft.com/office/drawing/2014/main" id="{6E53F2EA-BC30-4BEC-BBA5-FF485FD8B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Freeform: Shape 184">
                <a:extLst>
                  <a:ext uri="{FF2B5EF4-FFF2-40B4-BE49-F238E27FC236}">
                    <a16:creationId xmlns:a16="http://schemas.microsoft.com/office/drawing/2014/main" id="{4FE941FB-7EBE-489D-B1D8-06BC9E2F78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Freeform: Shape 185">
                <a:extLst>
                  <a:ext uri="{FF2B5EF4-FFF2-40B4-BE49-F238E27FC236}">
                    <a16:creationId xmlns:a16="http://schemas.microsoft.com/office/drawing/2014/main" id="{4FCECFFB-D979-4814-99CC-B8C0CCE04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Freeform: Shape 186">
                <a:extLst>
                  <a:ext uri="{FF2B5EF4-FFF2-40B4-BE49-F238E27FC236}">
                    <a16:creationId xmlns:a16="http://schemas.microsoft.com/office/drawing/2014/main" id="{5218BC88-1436-4861-9108-ED5C49172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Freeform: Shape 187">
                <a:extLst>
                  <a:ext uri="{FF2B5EF4-FFF2-40B4-BE49-F238E27FC236}">
                    <a16:creationId xmlns:a16="http://schemas.microsoft.com/office/drawing/2014/main" id="{7C43492A-8ADB-4CDA-976F-F9159DE140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Freeform: Shape 188">
                <a:extLst>
                  <a:ext uri="{FF2B5EF4-FFF2-40B4-BE49-F238E27FC236}">
                    <a16:creationId xmlns:a16="http://schemas.microsoft.com/office/drawing/2014/main" id="{448A8C4E-CD2B-4E83-895D-6B1071C5E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Freeform: Shape 189">
                <a:extLst>
                  <a:ext uri="{FF2B5EF4-FFF2-40B4-BE49-F238E27FC236}">
                    <a16:creationId xmlns:a16="http://schemas.microsoft.com/office/drawing/2014/main" id="{2315E315-11E8-4514-BE71-EEA42E237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Freeform: Shape 190">
                <a:extLst>
                  <a:ext uri="{FF2B5EF4-FFF2-40B4-BE49-F238E27FC236}">
                    <a16:creationId xmlns:a16="http://schemas.microsoft.com/office/drawing/2014/main" id="{26C36A72-5D83-400B-9DC6-D6A4F7D36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Freeform: Shape 191">
                <a:extLst>
                  <a:ext uri="{FF2B5EF4-FFF2-40B4-BE49-F238E27FC236}">
                    <a16:creationId xmlns:a16="http://schemas.microsoft.com/office/drawing/2014/main" id="{DF388598-6DD8-4B12-8DBD-1F8933348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Freeform: Shape 192">
                <a:extLst>
                  <a:ext uri="{FF2B5EF4-FFF2-40B4-BE49-F238E27FC236}">
                    <a16:creationId xmlns:a16="http://schemas.microsoft.com/office/drawing/2014/main" id="{42ADD8C0-C6F0-46A9-8D78-B6026B55B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Freeform: Shape 193">
                <a:extLst>
                  <a:ext uri="{FF2B5EF4-FFF2-40B4-BE49-F238E27FC236}">
                    <a16:creationId xmlns:a16="http://schemas.microsoft.com/office/drawing/2014/main" id="{B5CC1749-FD2F-40FD-AA5A-CAFE9C6E2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Freeform: Shape 194">
                <a:extLst>
                  <a:ext uri="{FF2B5EF4-FFF2-40B4-BE49-F238E27FC236}">
                    <a16:creationId xmlns:a16="http://schemas.microsoft.com/office/drawing/2014/main" id="{38F5A197-D6C9-4BDB-A9DE-7FFE84B35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Freeform: Shape 195">
                <a:extLst>
                  <a:ext uri="{FF2B5EF4-FFF2-40B4-BE49-F238E27FC236}">
                    <a16:creationId xmlns:a16="http://schemas.microsoft.com/office/drawing/2014/main" id="{0B6C64F3-7126-4337-9067-15A64EF535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Freeform: Shape 196">
                <a:extLst>
                  <a:ext uri="{FF2B5EF4-FFF2-40B4-BE49-F238E27FC236}">
                    <a16:creationId xmlns:a16="http://schemas.microsoft.com/office/drawing/2014/main" id="{5A902BCF-C9BF-4566-AC1E-1E91502F2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Freeform: Shape 197">
                <a:extLst>
                  <a:ext uri="{FF2B5EF4-FFF2-40B4-BE49-F238E27FC236}">
                    <a16:creationId xmlns:a16="http://schemas.microsoft.com/office/drawing/2014/main" id="{09B1FBFF-C965-462A-9B34-D01689CAFE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Freeform: Shape 198">
                <a:extLst>
                  <a:ext uri="{FF2B5EF4-FFF2-40B4-BE49-F238E27FC236}">
                    <a16:creationId xmlns:a16="http://schemas.microsoft.com/office/drawing/2014/main" id="{C13CFECF-7502-40A2-92A6-3DBC74DF93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Freeform: Shape 199">
                <a:extLst>
                  <a:ext uri="{FF2B5EF4-FFF2-40B4-BE49-F238E27FC236}">
                    <a16:creationId xmlns:a16="http://schemas.microsoft.com/office/drawing/2014/main" id="{01280C84-683C-4088-8E3C-8A98A6749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Freeform: Shape 200">
                <a:extLst>
                  <a:ext uri="{FF2B5EF4-FFF2-40B4-BE49-F238E27FC236}">
                    <a16:creationId xmlns:a16="http://schemas.microsoft.com/office/drawing/2014/main" id="{3747508C-3AE5-4D8D-A086-A46FDBEDE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Freeform: Shape 201">
                <a:extLst>
                  <a:ext uri="{FF2B5EF4-FFF2-40B4-BE49-F238E27FC236}">
                    <a16:creationId xmlns:a16="http://schemas.microsoft.com/office/drawing/2014/main" id="{EEC02501-119D-4C07-AB8C-A131B125B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Freeform: Shape 202">
                <a:extLst>
                  <a:ext uri="{FF2B5EF4-FFF2-40B4-BE49-F238E27FC236}">
                    <a16:creationId xmlns:a16="http://schemas.microsoft.com/office/drawing/2014/main" id="{8F899201-EDD3-4F1A-89A6-345290E70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Freeform: Shape 203">
                <a:extLst>
                  <a:ext uri="{FF2B5EF4-FFF2-40B4-BE49-F238E27FC236}">
                    <a16:creationId xmlns:a16="http://schemas.microsoft.com/office/drawing/2014/main" id="{225488C2-1481-42C0-AE4D-4052F7EFF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Freeform: Shape 204">
                <a:extLst>
                  <a:ext uri="{FF2B5EF4-FFF2-40B4-BE49-F238E27FC236}">
                    <a16:creationId xmlns:a16="http://schemas.microsoft.com/office/drawing/2014/main" id="{84F224FC-B0FB-4A2E-A9BD-0F7CFB241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Freeform: Shape 205">
                <a:extLst>
                  <a:ext uri="{FF2B5EF4-FFF2-40B4-BE49-F238E27FC236}">
                    <a16:creationId xmlns:a16="http://schemas.microsoft.com/office/drawing/2014/main" id="{D04F68AF-F37B-4407-8471-E549ADCFA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Freeform: Shape 206">
                <a:extLst>
                  <a:ext uri="{FF2B5EF4-FFF2-40B4-BE49-F238E27FC236}">
                    <a16:creationId xmlns:a16="http://schemas.microsoft.com/office/drawing/2014/main" id="{6030291B-8F7B-4D02-A35F-561C0DAA8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Freeform: Shape 207">
                <a:extLst>
                  <a:ext uri="{FF2B5EF4-FFF2-40B4-BE49-F238E27FC236}">
                    <a16:creationId xmlns:a16="http://schemas.microsoft.com/office/drawing/2014/main" id="{3E961417-D5BB-4D51-8FD8-340228425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Freeform: Shape 208">
                <a:extLst>
                  <a:ext uri="{FF2B5EF4-FFF2-40B4-BE49-F238E27FC236}">
                    <a16:creationId xmlns:a16="http://schemas.microsoft.com/office/drawing/2014/main" id="{133EAFF3-FE9C-4606-89F9-19982C0FE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Freeform: Shape 209">
                <a:extLst>
                  <a:ext uri="{FF2B5EF4-FFF2-40B4-BE49-F238E27FC236}">
                    <a16:creationId xmlns:a16="http://schemas.microsoft.com/office/drawing/2014/main" id="{01882DC7-070C-47B0-B378-FA112A6CA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Freeform: Shape 210">
                <a:extLst>
                  <a:ext uri="{FF2B5EF4-FFF2-40B4-BE49-F238E27FC236}">
                    <a16:creationId xmlns:a16="http://schemas.microsoft.com/office/drawing/2014/main" id="{BDF1B4B0-0A75-4538-A610-7272090817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Freeform: Shape 211">
                <a:extLst>
                  <a:ext uri="{FF2B5EF4-FFF2-40B4-BE49-F238E27FC236}">
                    <a16:creationId xmlns:a16="http://schemas.microsoft.com/office/drawing/2014/main" id="{6E4AD28E-F206-45E2-9B00-A2E68FFB4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Freeform: Shape 212">
                <a:extLst>
                  <a:ext uri="{FF2B5EF4-FFF2-40B4-BE49-F238E27FC236}">
                    <a16:creationId xmlns:a16="http://schemas.microsoft.com/office/drawing/2014/main" id="{735023C8-4EFD-461A-8FFD-C78035856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Freeform: Shape 213">
                <a:extLst>
                  <a:ext uri="{FF2B5EF4-FFF2-40B4-BE49-F238E27FC236}">
                    <a16:creationId xmlns:a16="http://schemas.microsoft.com/office/drawing/2014/main" id="{7FFEB6B5-C11C-4B5F-BCC4-C86C5659E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28302491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2A638C7D-9088-41A9-88A0-7357157BC1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31180" y="1109243"/>
            <a:ext cx="4842710" cy="4842710"/>
            <a:chOff x="1881974" y="1174396"/>
            <a:chExt cx="5290997" cy="5290997"/>
          </a:xfrm>
        </p:grpSpPr>
        <p:sp>
          <p:nvSpPr>
            <p:cNvPr id="31" name="Oval 30">
              <a:extLst>
                <a:ext uri="{FF2B5EF4-FFF2-40B4-BE49-F238E27FC236}">
                  <a16:creationId xmlns:a16="http://schemas.microsoft.com/office/drawing/2014/main" id="{9714B173-1D32-4BBC-A685-1F5D257AB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BEF82DD1-2343-4F41-B6A7-A6489A713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4" name="Oval 33">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270" y="1095407"/>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4E07CEF-BB01-4554-B726-40E973344AED}"/>
              </a:ext>
            </a:extLst>
          </p:cNvPr>
          <p:cNvSpPr>
            <a:spLocks noGrp="1"/>
          </p:cNvSpPr>
          <p:nvPr>
            <p:ph type="title"/>
          </p:nvPr>
        </p:nvSpPr>
        <p:spPr>
          <a:xfrm>
            <a:off x="5644751" y="568517"/>
            <a:ext cx="6161004" cy="886379"/>
          </a:xfrm>
        </p:spPr>
        <p:txBody>
          <a:bodyPr>
            <a:normAutofit/>
          </a:bodyPr>
          <a:lstStyle/>
          <a:p>
            <a:r>
              <a:rPr lang="en-AU">
                <a:solidFill>
                  <a:schemeClr val="bg1"/>
                </a:solidFill>
              </a:rPr>
              <a:t>Why is it significant?</a:t>
            </a:r>
          </a:p>
        </p:txBody>
      </p:sp>
      <p:grpSp>
        <p:nvGrpSpPr>
          <p:cNvPr id="36" name="Group 35">
            <a:extLst>
              <a:ext uri="{FF2B5EF4-FFF2-40B4-BE49-F238E27FC236}">
                <a16:creationId xmlns:a16="http://schemas.microsoft.com/office/drawing/2014/main" id="{3F219210-B16A-47B6-9AA8-207DAFF37E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37" name="Freeform: Shape 3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 name="Picture 3">
            <a:extLst>
              <a:ext uri="{FF2B5EF4-FFF2-40B4-BE49-F238E27FC236}">
                <a16:creationId xmlns:a16="http://schemas.microsoft.com/office/drawing/2014/main" id="{E8718722-11DA-434B-A68A-F67BB0A791FE}"/>
              </a:ext>
            </a:extLst>
          </p:cNvPr>
          <p:cNvPicPr>
            <a:picLocks noChangeAspect="1"/>
          </p:cNvPicPr>
          <p:nvPr/>
        </p:nvPicPr>
        <p:blipFill rotWithShape="1">
          <a:blip r:embed="rId2"/>
          <a:srcRect r="843" b="-2"/>
          <a:stretch/>
        </p:blipFill>
        <p:spPr>
          <a:xfrm>
            <a:off x="1649077" y="2393264"/>
            <a:ext cx="3217333" cy="2159233"/>
          </a:xfrm>
          <a:prstGeom prst="rect">
            <a:avLst/>
          </a:prstGeom>
        </p:spPr>
      </p:pic>
      <p:sp>
        <p:nvSpPr>
          <p:cNvPr id="3" name="Content Placeholder 2">
            <a:extLst>
              <a:ext uri="{FF2B5EF4-FFF2-40B4-BE49-F238E27FC236}">
                <a16:creationId xmlns:a16="http://schemas.microsoft.com/office/drawing/2014/main" id="{9552AC54-18F4-4471-A9A1-B33BFD3F3FDC}"/>
              </a:ext>
            </a:extLst>
          </p:cNvPr>
          <p:cNvSpPr>
            <a:spLocks noGrp="1"/>
          </p:cNvSpPr>
          <p:nvPr>
            <p:ph idx="1"/>
          </p:nvPr>
        </p:nvSpPr>
        <p:spPr>
          <a:xfrm>
            <a:off x="6234868" y="1820369"/>
            <a:ext cx="5217173" cy="4351338"/>
          </a:xfrm>
        </p:spPr>
        <p:txBody>
          <a:bodyPr>
            <a:normAutofit/>
          </a:bodyPr>
          <a:lstStyle/>
          <a:p>
            <a:pPr marL="0" indent="0">
              <a:buNone/>
            </a:pPr>
            <a:r>
              <a:rPr lang="en-AU">
                <a:solidFill>
                  <a:schemeClr val="bg1"/>
                </a:solidFill>
              </a:rPr>
              <a:t>Durdle Door is probably the most famous stone arch anywhere in the world. It was created when the sea pierced through the Portland limestone around 10,000 years ago. Looking west over the beach, isolated stacks out at sea show where an older coastline once lay.</a:t>
            </a:r>
          </a:p>
        </p:txBody>
      </p:sp>
      <p:grpSp>
        <p:nvGrpSpPr>
          <p:cNvPr id="40"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41" name="Freeform: Shape 40">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632508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DB31907-2DC7-431D-A7D2-0C70D503060E}"/>
              </a:ext>
            </a:extLst>
          </p:cNvPr>
          <p:cNvPicPr>
            <a:picLocks noChangeAspect="1"/>
          </p:cNvPicPr>
          <p:nvPr/>
        </p:nvPicPr>
        <p:blipFill rotWithShape="1">
          <a:blip r:embed="rId2"/>
          <a:srcRect t="25000"/>
          <a:stretch/>
        </p:blipFill>
        <p:spPr>
          <a:xfrm>
            <a:off x="2511713" y="3691119"/>
            <a:ext cx="3634674" cy="2044504"/>
          </a:xfrm>
          <a:prstGeom prst="rect">
            <a:avLst/>
          </a:prstGeom>
        </p:spPr>
      </p:pic>
      <p:grpSp>
        <p:nvGrpSpPr>
          <p:cNvPr id="18" name="Group 17">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19" name="Rectangle 18">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 name="Rectangle 21">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0534CD-D165-4021-9692-00624C912026}"/>
              </a:ext>
            </a:extLst>
          </p:cNvPr>
          <p:cNvSpPr>
            <a:spLocks noGrp="1"/>
          </p:cNvSpPr>
          <p:nvPr>
            <p:ph type="title"/>
          </p:nvPr>
        </p:nvSpPr>
        <p:spPr>
          <a:xfrm>
            <a:off x="740584" y="859808"/>
            <a:ext cx="3543197" cy="2878986"/>
          </a:xfrm>
        </p:spPr>
        <p:txBody>
          <a:bodyPr>
            <a:normAutofit/>
          </a:bodyPr>
          <a:lstStyle/>
          <a:p>
            <a:pPr algn="ctr"/>
            <a:r>
              <a:rPr lang="en-AU">
                <a:solidFill>
                  <a:schemeClr val="bg1"/>
                </a:solidFill>
              </a:rPr>
              <a:t>Are there any threats to the site?</a:t>
            </a:r>
          </a:p>
        </p:txBody>
      </p:sp>
      <p:grpSp>
        <p:nvGrpSpPr>
          <p:cNvPr id="24"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25" name="Freeform: Shape 24">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Shape 25">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Freeform: Shape 26">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Freeform: Shape 27">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Freeform: Shape 29">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Freeform: Shape 31">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Freeform: Shape 35">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9"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40" name="Freeform: Shape 39">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Freeform: Shape 40">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Freeform: Shape 48">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Freeform: Shape 50">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Shape 51">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 name="Content Placeholder 2">
            <a:extLst>
              <a:ext uri="{FF2B5EF4-FFF2-40B4-BE49-F238E27FC236}">
                <a16:creationId xmlns:a16="http://schemas.microsoft.com/office/drawing/2014/main" id="{AD718512-EEB5-4173-8B6F-BEB3B1B07387}"/>
              </a:ext>
            </a:extLst>
          </p:cNvPr>
          <p:cNvSpPr>
            <a:spLocks noGrp="1"/>
          </p:cNvSpPr>
          <p:nvPr>
            <p:ph idx="1"/>
          </p:nvPr>
        </p:nvSpPr>
        <p:spPr>
          <a:xfrm>
            <a:off x="6477270" y="685805"/>
            <a:ext cx="4974771" cy="5534019"/>
          </a:xfrm>
        </p:spPr>
        <p:txBody>
          <a:bodyPr>
            <a:normAutofit/>
          </a:bodyPr>
          <a:lstStyle/>
          <a:p>
            <a:pPr marL="0" indent="0">
              <a:buNone/>
            </a:pPr>
            <a:r>
              <a:rPr lang="en-AU" sz="1500">
                <a:solidFill>
                  <a:schemeClr val="bg1"/>
                </a:solidFill>
              </a:rPr>
              <a:t>“These arches are natural features in our landscape and with time they do erode and they will eventually collapse,” said Dr Sally Brown, geomorphologist at Bournemouth University.</a:t>
            </a:r>
          </a:p>
          <a:p>
            <a:pPr marL="0" indent="0">
              <a:buNone/>
            </a:pPr>
            <a:r>
              <a:rPr lang="en-AU" sz="1500">
                <a:solidFill>
                  <a:schemeClr val="bg1"/>
                </a:solidFill>
              </a:rPr>
              <a:t>It seems the collapse of this iconic arch could happen in a couple of ways. The first is through natural weathering and the other through erosion from the base of the cliffs.</a:t>
            </a:r>
          </a:p>
          <a:p>
            <a:pPr marL="0" indent="0">
              <a:buNone/>
            </a:pPr>
            <a:endParaRPr lang="en-AU" sz="1500">
              <a:solidFill>
                <a:schemeClr val="bg1"/>
              </a:solidFill>
            </a:endParaRPr>
          </a:p>
          <a:p>
            <a:pPr marL="0" indent="0">
              <a:buNone/>
            </a:pPr>
            <a:r>
              <a:rPr lang="en-AU" sz="1500">
                <a:solidFill>
                  <a:schemeClr val="bg1"/>
                </a:solidFill>
              </a:rPr>
              <a:t>“The water and the waves would eat away at the base until those stacks get a lot thinner and then they’re unable to support the weight of the arch and then the arch collapses,” Dr Brown said. Though it’s unlikely that the collapse would harm anyone, the possibility isn’t zero.</a:t>
            </a:r>
          </a:p>
          <a:p>
            <a:pPr marL="0" indent="0">
              <a:buNone/>
            </a:pPr>
            <a:endParaRPr lang="en-AU" sz="1500">
              <a:solidFill>
                <a:schemeClr val="bg1"/>
              </a:solidFill>
            </a:endParaRPr>
          </a:p>
          <a:p>
            <a:pPr marL="0" indent="0">
              <a:buNone/>
            </a:pPr>
            <a:endParaRPr lang="en-AU" sz="1500">
              <a:solidFill>
                <a:schemeClr val="bg1"/>
              </a:solidFill>
            </a:endParaRPr>
          </a:p>
          <a:p>
            <a:pPr marL="0" indent="0">
              <a:buNone/>
            </a:pPr>
            <a:r>
              <a:rPr lang="en-AU" sz="1500">
                <a:solidFill>
                  <a:schemeClr val="bg1"/>
                </a:solidFill>
              </a:rPr>
              <a:t>“It can collapse, a bit like cliffs, all of a sudden without any warning. And if that happened, it could cause a big wave coming into the shore,” Dr Brown warned.</a:t>
            </a:r>
          </a:p>
        </p:txBody>
      </p:sp>
    </p:spTree>
    <p:extLst>
      <p:ext uri="{BB962C8B-B14F-4D97-AF65-F5344CB8AC3E}">
        <p14:creationId xmlns:p14="http://schemas.microsoft.com/office/powerpoint/2010/main" val="36254075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B54AF-DE87-4D3A-BE3D-5646F9BB7EBB}"/>
              </a:ext>
            </a:extLst>
          </p:cNvPr>
          <p:cNvSpPr>
            <a:spLocks noGrp="1"/>
          </p:cNvSpPr>
          <p:nvPr>
            <p:ph type="title"/>
          </p:nvPr>
        </p:nvSpPr>
        <p:spPr>
          <a:xfrm>
            <a:off x="6234865" y="568517"/>
            <a:ext cx="5248221" cy="1067209"/>
          </a:xfrm>
        </p:spPr>
        <p:txBody>
          <a:bodyPr>
            <a:normAutofit/>
          </a:bodyPr>
          <a:lstStyle/>
          <a:p>
            <a:r>
              <a:rPr lang="en-AU" sz="3400">
                <a:solidFill>
                  <a:schemeClr val="bg1"/>
                </a:solidFill>
              </a:rPr>
              <a:t>How is durdle door being protected?</a:t>
            </a:r>
          </a:p>
        </p:txBody>
      </p:sp>
      <p:pic>
        <p:nvPicPr>
          <p:cNvPr id="4" name="Picture 3">
            <a:extLst>
              <a:ext uri="{FF2B5EF4-FFF2-40B4-BE49-F238E27FC236}">
                <a16:creationId xmlns:a16="http://schemas.microsoft.com/office/drawing/2014/main" id="{595945D2-D920-409A-A02E-B64A04C61DB8}"/>
              </a:ext>
            </a:extLst>
          </p:cNvPr>
          <p:cNvPicPr>
            <a:picLocks noChangeAspect="1"/>
          </p:cNvPicPr>
          <p:nvPr/>
        </p:nvPicPr>
        <p:blipFill rotWithShape="1">
          <a:blip r:embed="rId2"/>
          <a:srcRect l="23478" r="9976" b="-1"/>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1" name="Group 10">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2" name="Freeform: Shape 11">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 name="Content Placeholder 2">
            <a:extLst>
              <a:ext uri="{FF2B5EF4-FFF2-40B4-BE49-F238E27FC236}">
                <a16:creationId xmlns:a16="http://schemas.microsoft.com/office/drawing/2014/main" id="{D0978C28-ED62-495C-A4EF-DDD3C7913501}"/>
              </a:ext>
            </a:extLst>
          </p:cNvPr>
          <p:cNvSpPr>
            <a:spLocks noGrp="1"/>
          </p:cNvSpPr>
          <p:nvPr>
            <p:ph idx="1"/>
          </p:nvPr>
        </p:nvSpPr>
        <p:spPr>
          <a:xfrm>
            <a:off x="6234868" y="1820369"/>
            <a:ext cx="5217173" cy="4351338"/>
          </a:xfrm>
        </p:spPr>
        <p:txBody>
          <a:bodyPr>
            <a:normAutofit/>
          </a:bodyPr>
          <a:lstStyle/>
          <a:p>
            <a:r>
              <a:rPr lang="en-AU">
                <a:solidFill>
                  <a:schemeClr val="bg1"/>
                </a:solidFill>
              </a:rPr>
              <a:t>This coast protection scheme was constructed in 1994 and comprises a steel sheet piled, stepped concrete sea wall, rock groyne and rock armour protection. We monitor these defences and associated works and carry out maintenance works as necessary.</a:t>
            </a:r>
          </a:p>
        </p:txBody>
      </p:sp>
      <p:grpSp>
        <p:nvGrpSpPr>
          <p:cNvPr id="22"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3" name="Freeform: Shape 15">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Freeform: Shape 16">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Freeform: Shape 17">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29818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3F13AAF-525E-4953-A67E-7B34FDB4D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p:cNvSpPr>
            <a:spLocks noGrp="1"/>
          </p:cNvSpPr>
          <p:nvPr>
            <p:ph type="ctrTitle"/>
          </p:nvPr>
        </p:nvSpPr>
        <p:spPr>
          <a:xfrm>
            <a:off x="1079510" y="4575967"/>
            <a:ext cx="4457690" cy="1720850"/>
          </a:xfrm>
        </p:spPr>
        <p:txBody>
          <a:bodyPr anchor="ctr">
            <a:normAutofit/>
          </a:bodyPr>
          <a:lstStyle/>
          <a:p>
            <a:pPr>
              <a:lnSpc>
                <a:spcPct val="100000"/>
              </a:lnSpc>
            </a:pPr>
            <a:r>
              <a:rPr lang="en-GB">
                <a:cs typeface="Calibri Light"/>
              </a:rPr>
              <a:t>World Heritage Sites</a:t>
            </a:r>
            <a:endParaRPr lang="en-GB"/>
          </a:p>
        </p:txBody>
      </p:sp>
      <p:sp>
        <p:nvSpPr>
          <p:cNvPr id="3" name="Subtitle 2"/>
          <p:cNvSpPr>
            <a:spLocks noGrp="1"/>
          </p:cNvSpPr>
          <p:nvPr>
            <p:ph type="subTitle" idx="1"/>
          </p:nvPr>
        </p:nvSpPr>
        <p:spPr>
          <a:xfrm>
            <a:off x="6654801" y="4575967"/>
            <a:ext cx="4451347" cy="1720850"/>
          </a:xfrm>
        </p:spPr>
        <p:txBody>
          <a:bodyPr anchor="ctr">
            <a:normAutofit/>
          </a:bodyPr>
          <a:lstStyle/>
          <a:p>
            <a:r>
              <a:rPr lang="en-GB">
                <a:solidFill>
                  <a:srgbClr val="000000">
                    <a:alpha val="60000"/>
                  </a:srgbClr>
                </a:solidFill>
                <a:ea typeface="Yu Gothic"/>
              </a:rPr>
              <a:t>Guillaume van der Riet</a:t>
            </a:r>
            <a:endParaRPr lang="en-GB"/>
          </a:p>
        </p:txBody>
      </p:sp>
      <p:pic>
        <p:nvPicPr>
          <p:cNvPr id="4" name="Picture 3" descr="Temple spires at sunrise">
            <a:extLst>
              <a:ext uri="{FF2B5EF4-FFF2-40B4-BE49-F238E27FC236}">
                <a16:creationId xmlns:a16="http://schemas.microsoft.com/office/drawing/2014/main" id="{1987293C-06CF-7AED-C490-8F7BCFD31645}"/>
              </a:ext>
            </a:extLst>
          </p:cNvPr>
          <p:cNvPicPr>
            <a:picLocks noChangeAspect="1"/>
          </p:cNvPicPr>
          <p:nvPr/>
        </p:nvPicPr>
        <p:blipFill rotWithShape="1">
          <a:blip r:embed="rId2"/>
          <a:srcRect t="26807" r="-2" b="20504"/>
          <a:stretch/>
        </p:blipFill>
        <p:spPr>
          <a:xfrm>
            <a:off x="20" y="10"/>
            <a:ext cx="12191977" cy="4014777"/>
          </a:xfrm>
          <a:prstGeom prst="rect">
            <a:avLst/>
          </a:prstGeom>
        </p:spPr>
      </p:pic>
      <p:cxnSp>
        <p:nvCxnSpPr>
          <p:cNvPr id="11" name="Straight Connector 1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363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755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1" name="Straight Connector 30">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34" name="Group 33">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6"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37"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sp>
          <p:nvSpPr>
            <p:cNvPr id="35"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sp useBgFill="1">
        <p:nvSpPr>
          <p:cNvPr id="39" name="Rectangle 3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06"/>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a:extLst>
              <a:ext uri="{FF2B5EF4-FFF2-40B4-BE49-F238E27FC236}">
                <a16:creationId xmlns:a16="http://schemas.microsoft.com/office/drawing/2014/main" id="{61549A18-6A40-57CC-F5AE-AD522D639C00}"/>
              </a:ext>
            </a:extLst>
          </p:cNvPr>
          <p:cNvSpPr>
            <a:spLocks noGrp="1"/>
          </p:cNvSpPr>
          <p:nvPr>
            <p:ph type="title"/>
          </p:nvPr>
        </p:nvSpPr>
        <p:spPr>
          <a:xfrm>
            <a:off x="990000" y="395289"/>
            <a:ext cx="4075200" cy="2226688"/>
          </a:xfrm>
        </p:spPr>
        <p:txBody>
          <a:bodyPr vert="horz" lIns="91440" tIns="45720" rIns="91440" bIns="45720" rtlCol="0" anchor="b" anchorCtr="0">
            <a:normAutofit/>
          </a:bodyPr>
          <a:lstStyle/>
          <a:p>
            <a:pPr>
              <a:lnSpc>
                <a:spcPct val="100000"/>
              </a:lnSpc>
            </a:pPr>
            <a:r>
              <a:rPr lang="en-US" spc="0"/>
              <a:t>Ningaloo Coast</a:t>
            </a:r>
          </a:p>
        </p:txBody>
      </p:sp>
      <p:sp>
        <p:nvSpPr>
          <p:cNvPr id="3" name="Content Placeholder 2">
            <a:extLst>
              <a:ext uri="{FF2B5EF4-FFF2-40B4-BE49-F238E27FC236}">
                <a16:creationId xmlns:a16="http://schemas.microsoft.com/office/drawing/2014/main" id="{CB39E3CA-55DE-0528-C310-3BAAE0A20A1B}"/>
              </a:ext>
            </a:extLst>
          </p:cNvPr>
          <p:cNvSpPr>
            <a:spLocks noGrp="1"/>
          </p:cNvSpPr>
          <p:nvPr>
            <p:ph type="body" idx="1"/>
          </p:nvPr>
        </p:nvSpPr>
        <p:spPr>
          <a:xfrm>
            <a:off x="990000" y="4248000"/>
            <a:ext cx="4075200" cy="2070001"/>
          </a:xfrm>
        </p:spPr>
        <p:txBody>
          <a:bodyPr vert="horz" lIns="91440" tIns="45720" rIns="91440" bIns="45720" rtlCol="0">
            <a:normAutofit/>
          </a:bodyPr>
          <a:lstStyle/>
          <a:p>
            <a:r>
              <a:rPr lang="en-US" i="0" spc="50"/>
              <a:t>Western Australia</a:t>
            </a:r>
          </a:p>
        </p:txBody>
      </p:sp>
      <p:grpSp>
        <p:nvGrpSpPr>
          <p:cNvPr id="41" name="Group 40">
            <a:extLst>
              <a:ext uri="{FF2B5EF4-FFF2-40B4-BE49-F238E27FC236}">
                <a16:creationId xmlns:a16="http://schemas.microsoft.com/office/drawing/2014/main" id="{50F37AA1-A09B-4E28-987B-38E5060E1B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42" name="Rectangle 41">
              <a:extLst>
                <a:ext uri="{FF2B5EF4-FFF2-40B4-BE49-F238E27FC236}">
                  <a16:creationId xmlns:a16="http://schemas.microsoft.com/office/drawing/2014/main" id="{9874D018-FDBA-4AD4-8C74-17D41F4F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grpSp>
          <p:nvGrpSpPr>
            <p:cNvPr id="43" name="Group 42">
              <a:extLst>
                <a:ext uri="{FF2B5EF4-FFF2-40B4-BE49-F238E27FC236}">
                  <a16:creationId xmlns:a16="http://schemas.microsoft.com/office/drawing/2014/main" id="{DB43F5C4-EF74-49F4-97CB-97938DDC2F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44" name="Group 43">
                <a:extLst>
                  <a:ext uri="{FF2B5EF4-FFF2-40B4-BE49-F238E27FC236}">
                    <a16:creationId xmlns:a16="http://schemas.microsoft.com/office/drawing/2014/main" id="{B74E0761-A6EC-4896-A2D4-97A0AF0AA0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49" name="Freeform 68">
                  <a:extLst>
                    <a:ext uri="{FF2B5EF4-FFF2-40B4-BE49-F238E27FC236}">
                      <a16:creationId xmlns:a16="http://schemas.microsoft.com/office/drawing/2014/main" id="{E02DDA0C-BC2F-4EA7-B34E-E0A38B82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50" name="Freeform 69">
                  <a:extLst>
                    <a:ext uri="{FF2B5EF4-FFF2-40B4-BE49-F238E27FC236}">
                      <a16:creationId xmlns:a16="http://schemas.microsoft.com/office/drawing/2014/main" id="{CF13B05D-4163-4B4E-A2D2-FA7ED94682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51" name="Line 70">
                  <a:extLst>
                    <a:ext uri="{FF2B5EF4-FFF2-40B4-BE49-F238E27FC236}">
                      <a16:creationId xmlns:a16="http://schemas.microsoft.com/office/drawing/2014/main" id="{6D222543-B140-45C1-A731-C56E6B3A17C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grpSp>
            <p:nvGrpSpPr>
              <p:cNvPr id="45" name="Group 44">
                <a:extLst>
                  <a:ext uri="{FF2B5EF4-FFF2-40B4-BE49-F238E27FC236}">
                    <a16:creationId xmlns:a16="http://schemas.microsoft.com/office/drawing/2014/main" id="{21D25868-4B38-41A5-8DA7-BB01E85342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46" name="Freeform 68">
                  <a:extLst>
                    <a:ext uri="{FF2B5EF4-FFF2-40B4-BE49-F238E27FC236}">
                      <a16:creationId xmlns:a16="http://schemas.microsoft.com/office/drawing/2014/main" id="{9BA6FA89-CCD8-4CC0-954F-FBBFA5973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47" name="Freeform 69">
                  <a:extLst>
                    <a:ext uri="{FF2B5EF4-FFF2-40B4-BE49-F238E27FC236}">
                      <a16:creationId xmlns:a16="http://schemas.microsoft.com/office/drawing/2014/main" id="{73005E59-2B44-4A62-A8F1-504FB1706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48" name="Line 70">
                  <a:extLst>
                    <a:ext uri="{FF2B5EF4-FFF2-40B4-BE49-F238E27FC236}">
                      <a16:creationId xmlns:a16="http://schemas.microsoft.com/office/drawing/2014/main" id="{C9AB3E16-8B92-47B2-BA2E-02935767A80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grpSp>
      </p:grpSp>
      <p:pic>
        <p:nvPicPr>
          <p:cNvPr id="4" name="Picture 4" descr="A picture containing water, sky, nature, ocean&#10;&#10;Description automatically generated">
            <a:extLst>
              <a:ext uri="{FF2B5EF4-FFF2-40B4-BE49-F238E27FC236}">
                <a16:creationId xmlns:a16="http://schemas.microsoft.com/office/drawing/2014/main" id="{74935BC0-07CF-8158-82DE-696260EA6C14}"/>
              </a:ext>
            </a:extLst>
          </p:cNvPr>
          <p:cNvPicPr>
            <a:picLocks noChangeAspect="1"/>
          </p:cNvPicPr>
          <p:nvPr/>
        </p:nvPicPr>
        <p:blipFill rotWithShape="1">
          <a:blip r:embed="rId2"/>
          <a:srcRect l="14149" r="20796" b="-1"/>
          <a:stretch/>
        </p:blipFill>
        <p:spPr>
          <a:xfrm>
            <a:off x="6080462" y="6306"/>
            <a:ext cx="6111538" cy="6858000"/>
          </a:xfrm>
          <a:prstGeom prst="rect">
            <a:avLst/>
          </a:prstGeom>
        </p:spPr>
      </p:pic>
    </p:spTree>
    <p:extLst>
      <p:ext uri="{BB962C8B-B14F-4D97-AF65-F5344CB8AC3E}">
        <p14:creationId xmlns:p14="http://schemas.microsoft.com/office/powerpoint/2010/main" val="17394729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a:extLst>
              <a:ext uri="{FF2B5EF4-FFF2-40B4-BE49-F238E27FC236}">
                <a16:creationId xmlns:a16="http://schemas.microsoft.com/office/drawing/2014/main" id="{24D75D7D-889B-52F9-449F-7067CF003E5C}"/>
              </a:ext>
            </a:extLst>
          </p:cNvPr>
          <p:cNvSpPr>
            <a:spLocks noGrp="1"/>
          </p:cNvSpPr>
          <p:nvPr>
            <p:ph type="title"/>
          </p:nvPr>
        </p:nvSpPr>
        <p:spPr>
          <a:xfrm>
            <a:off x="990000" y="540000"/>
            <a:ext cx="3528000" cy="2303213"/>
          </a:xfrm>
        </p:spPr>
        <p:txBody>
          <a:bodyPr vert="horz" lIns="91440" tIns="45720" rIns="91440" bIns="45720" rtlCol="0" anchor="ctr" anchorCtr="0">
            <a:normAutofit/>
          </a:bodyPr>
          <a:lstStyle/>
          <a:p>
            <a:pPr algn="ctr">
              <a:lnSpc>
                <a:spcPct val="100000"/>
              </a:lnSpc>
            </a:pPr>
            <a:r>
              <a:rPr lang="en-US" kern="1200" cap="none" spc="0" baseline="0">
                <a:solidFill>
                  <a:schemeClr val="tx1"/>
                </a:solidFill>
                <a:latin typeface="+mj-lt"/>
                <a:ea typeface="+mj-ea"/>
                <a:cs typeface="+mj-cs"/>
              </a:rPr>
              <a:t>Where is the Ningaloo Coast?</a:t>
            </a:r>
          </a:p>
        </p:txBody>
      </p:sp>
      <p:cxnSp>
        <p:nvCxnSpPr>
          <p:cNvPr id="19" name="Straight Connector 18">
            <a:extLst>
              <a:ext uri="{FF2B5EF4-FFF2-40B4-BE49-F238E27FC236}">
                <a16:creationId xmlns:a16="http://schemas.microsoft.com/office/drawing/2014/main" id="{3A513CAD-9784-4D35-BAF9-1F7DDD697B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4714750" y="1691606"/>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19B6976-04E6-1EBF-6197-728A2B2CE00E}"/>
              </a:ext>
            </a:extLst>
          </p:cNvPr>
          <p:cNvSpPr>
            <a:spLocks noGrp="1"/>
          </p:cNvSpPr>
          <p:nvPr>
            <p:ph sz="half" idx="1"/>
          </p:nvPr>
        </p:nvSpPr>
        <p:spPr>
          <a:xfrm>
            <a:off x="5543552" y="450000"/>
            <a:ext cx="6107460" cy="2484000"/>
          </a:xfrm>
        </p:spPr>
        <p:txBody>
          <a:bodyPr vert="horz" lIns="91440" tIns="45720" rIns="91440" bIns="45720" rtlCol="0" anchor="ctr">
            <a:normAutofit/>
          </a:bodyPr>
          <a:lstStyle/>
          <a:p>
            <a:pPr marL="359410" indent="-359410"/>
            <a:r>
              <a:rPr lang="en-US" spc="50"/>
              <a:t>The Ningaloo Coast is located on Western Australia's remote coast along the East Indian Ocean. The interconnected ocean and arid coast form aesthetically striking landscapes and seascapes.</a:t>
            </a:r>
          </a:p>
        </p:txBody>
      </p:sp>
      <p:pic>
        <p:nvPicPr>
          <p:cNvPr id="5" name="Picture 5" descr="Map&#10;&#10;Description automatically generated">
            <a:extLst>
              <a:ext uri="{FF2B5EF4-FFF2-40B4-BE49-F238E27FC236}">
                <a16:creationId xmlns:a16="http://schemas.microsoft.com/office/drawing/2014/main" id="{A8F14445-C53F-EB97-CE94-7B74F512E2F1}"/>
              </a:ext>
            </a:extLst>
          </p:cNvPr>
          <p:cNvPicPr>
            <a:picLocks noGrp="1" noChangeAspect="1"/>
          </p:cNvPicPr>
          <p:nvPr>
            <p:ph sz="half" idx="2"/>
          </p:nvPr>
        </p:nvPicPr>
        <p:blipFill rotWithShape="1">
          <a:blip r:embed="rId2"/>
          <a:srcRect t="10545" b="20437"/>
          <a:stretch/>
        </p:blipFill>
        <p:spPr>
          <a:xfrm>
            <a:off x="20" y="3429000"/>
            <a:ext cx="12191977" cy="3429000"/>
          </a:xfrm>
          <a:prstGeom prst="rect">
            <a:avLst/>
          </a:prstGeom>
        </p:spPr>
      </p:pic>
    </p:spTree>
    <p:extLst>
      <p:ext uri="{BB962C8B-B14F-4D97-AF65-F5344CB8AC3E}">
        <p14:creationId xmlns:p14="http://schemas.microsoft.com/office/powerpoint/2010/main" val="10879574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a:extLst>
              <a:ext uri="{FF2B5EF4-FFF2-40B4-BE49-F238E27FC236}">
                <a16:creationId xmlns:a16="http://schemas.microsoft.com/office/drawing/2014/main" id="{537FB5CC-3D02-5F03-2ED6-A7DE7699D750}"/>
              </a:ext>
            </a:extLst>
          </p:cNvPr>
          <p:cNvSpPr>
            <a:spLocks noGrp="1"/>
          </p:cNvSpPr>
          <p:nvPr>
            <p:ph type="title"/>
          </p:nvPr>
        </p:nvSpPr>
        <p:spPr>
          <a:xfrm>
            <a:off x="990000" y="536575"/>
            <a:ext cx="4078800" cy="1453003"/>
          </a:xfrm>
        </p:spPr>
        <p:txBody>
          <a:bodyPr vert="horz" wrap="square" lIns="91440" tIns="45720" rIns="91440" bIns="45720" rtlCol="0" anchor="b" anchorCtr="0">
            <a:normAutofit/>
          </a:bodyPr>
          <a:lstStyle/>
          <a:p>
            <a:pPr algn="ctr">
              <a:lnSpc>
                <a:spcPct val="100000"/>
              </a:lnSpc>
            </a:pPr>
            <a:r>
              <a:rPr lang="en-US" kern="1200" cap="none" spc="0" baseline="0">
                <a:solidFill>
                  <a:schemeClr val="tx1"/>
                </a:solidFill>
                <a:latin typeface="+mj-lt"/>
                <a:ea typeface="+mj-ea"/>
                <a:cs typeface="+mj-cs"/>
              </a:rPr>
              <a:t>What Type of Site is the Ningaloo Coast? </a:t>
            </a:r>
          </a:p>
        </p:txBody>
      </p:sp>
      <p:cxnSp>
        <p:nvCxnSpPr>
          <p:cNvPr id="12" name="Straight Connector 11">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5F6612A-9FC6-8706-D78E-6DCCDB070565}"/>
              </a:ext>
            </a:extLst>
          </p:cNvPr>
          <p:cNvSpPr>
            <a:spLocks noGrp="1"/>
          </p:cNvSpPr>
          <p:nvPr>
            <p:ph sz="half" idx="1"/>
          </p:nvPr>
        </p:nvSpPr>
        <p:spPr>
          <a:xfrm>
            <a:off x="990000" y="2877018"/>
            <a:ext cx="4078800" cy="2901482"/>
          </a:xfrm>
        </p:spPr>
        <p:txBody>
          <a:bodyPr vert="horz" lIns="91440" tIns="45720" rIns="91440" bIns="45720" rtlCol="0" anchor="t">
            <a:normAutofit/>
          </a:bodyPr>
          <a:lstStyle/>
          <a:p>
            <a:pPr marL="359410" indent="-359410">
              <a:lnSpc>
                <a:spcPct val="140000"/>
              </a:lnSpc>
            </a:pPr>
            <a:r>
              <a:rPr lang="en-US" sz="1400" spc="50"/>
              <a:t>The Ningaloo Coast is considered a natural heritage site, listed so because of its natural features, geological and physiographical formations and delineated areas that constitute the habitat of threatened species of animals, plants and natural sites of value from the point of view of science, conservation and natural beauty. </a:t>
            </a:r>
          </a:p>
        </p:txBody>
      </p:sp>
      <p:pic>
        <p:nvPicPr>
          <p:cNvPr id="5" name="Picture 5" descr="A picture containing sky, water, outdoor, wave&#10;&#10;Description automatically generated">
            <a:extLst>
              <a:ext uri="{FF2B5EF4-FFF2-40B4-BE49-F238E27FC236}">
                <a16:creationId xmlns:a16="http://schemas.microsoft.com/office/drawing/2014/main" id="{3EC6FA3D-E046-B174-C501-9B8AD7AB5A8D}"/>
              </a:ext>
            </a:extLst>
          </p:cNvPr>
          <p:cNvPicPr>
            <a:picLocks noGrp="1" noChangeAspect="1"/>
          </p:cNvPicPr>
          <p:nvPr>
            <p:ph sz="half" idx="2"/>
          </p:nvPr>
        </p:nvPicPr>
        <p:blipFill rotWithShape="1">
          <a:blip r:embed="rId2"/>
          <a:srcRect l="27166" r="26493"/>
          <a:stretch/>
        </p:blipFill>
        <p:spPr>
          <a:xfrm>
            <a:off x="6080462" y="10"/>
            <a:ext cx="6111538" cy="6857990"/>
          </a:xfrm>
          <a:prstGeom prst="rect">
            <a:avLst/>
          </a:prstGeom>
        </p:spPr>
      </p:pic>
    </p:spTree>
    <p:extLst>
      <p:ext uri="{BB962C8B-B14F-4D97-AF65-F5344CB8AC3E}">
        <p14:creationId xmlns:p14="http://schemas.microsoft.com/office/powerpoint/2010/main" val="34716854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5AA36A-D7CC-493C-A0EE-F8AC3564D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a:extLst>
              <a:ext uri="{FF2B5EF4-FFF2-40B4-BE49-F238E27FC236}">
                <a16:creationId xmlns:a16="http://schemas.microsoft.com/office/drawing/2014/main" id="{7B86FF1B-9587-F289-49B6-18ADD6A5F993}"/>
              </a:ext>
            </a:extLst>
          </p:cNvPr>
          <p:cNvSpPr>
            <a:spLocks noGrp="1"/>
          </p:cNvSpPr>
          <p:nvPr>
            <p:ph type="title"/>
          </p:nvPr>
        </p:nvSpPr>
        <p:spPr>
          <a:xfrm>
            <a:off x="7766050" y="395289"/>
            <a:ext cx="3886200" cy="1594290"/>
          </a:xfrm>
        </p:spPr>
        <p:txBody>
          <a:bodyPr vert="horz" wrap="square" lIns="91440" tIns="45720" rIns="91440" bIns="45720" rtlCol="0" anchor="b" anchorCtr="0">
            <a:normAutofit/>
          </a:bodyPr>
          <a:lstStyle/>
          <a:p>
            <a:pPr algn="ctr">
              <a:lnSpc>
                <a:spcPct val="100000"/>
              </a:lnSpc>
            </a:pPr>
            <a:r>
              <a:rPr lang="en-US" kern="1200" cap="none" spc="0" baseline="0">
                <a:solidFill>
                  <a:schemeClr val="tx1"/>
                </a:solidFill>
                <a:latin typeface="+mj-lt"/>
                <a:ea typeface="+mj-ea"/>
                <a:cs typeface="+mj-cs"/>
              </a:rPr>
              <a:t>Why is the Ningaloo Coast Significant?</a:t>
            </a:r>
          </a:p>
        </p:txBody>
      </p:sp>
      <p:pic>
        <p:nvPicPr>
          <p:cNvPr id="5" name="Picture 5" descr="A picture containing nature, reef, swimming&#10;&#10;Description automatically generated">
            <a:extLst>
              <a:ext uri="{FF2B5EF4-FFF2-40B4-BE49-F238E27FC236}">
                <a16:creationId xmlns:a16="http://schemas.microsoft.com/office/drawing/2014/main" id="{EA75184C-3C5B-4B86-64CA-5848D1ABB2C5}"/>
              </a:ext>
            </a:extLst>
          </p:cNvPr>
          <p:cNvPicPr>
            <a:picLocks noGrp="1" noChangeAspect="1"/>
          </p:cNvPicPr>
          <p:nvPr>
            <p:ph sz="half" idx="2"/>
          </p:nvPr>
        </p:nvPicPr>
        <p:blipFill rotWithShape="1">
          <a:blip r:embed="rId2"/>
          <a:srcRect l="31668" r="9178"/>
          <a:stretch/>
        </p:blipFill>
        <p:spPr>
          <a:xfrm>
            <a:off x="20" y="10"/>
            <a:ext cx="7211993" cy="6857990"/>
          </a:xfrm>
          <a:prstGeom prst="rect">
            <a:avLst/>
          </a:prstGeom>
        </p:spPr>
      </p:pic>
      <p:cxnSp>
        <p:nvCxnSpPr>
          <p:cNvPr id="12" name="Straight Connector 11">
            <a:extLst>
              <a:ext uri="{FF2B5EF4-FFF2-40B4-BE49-F238E27FC236}">
                <a16:creationId xmlns:a16="http://schemas.microsoft.com/office/drawing/2014/main" id="{E1C2E33F-4B1D-4F8B-B721-96313EA294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915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7F38EF3-160C-05FD-A551-D9803E2D8938}"/>
              </a:ext>
            </a:extLst>
          </p:cNvPr>
          <p:cNvSpPr>
            <a:spLocks noGrp="1"/>
          </p:cNvSpPr>
          <p:nvPr>
            <p:ph sz="half" idx="1"/>
          </p:nvPr>
        </p:nvSpPr>
        <p:spPr>
          <a:xfrm>
            <a:off x="8172006" y="2877018"/>
            <a:ext cx="3545775" cy="4224436"/>
          </a:xfrm>
        </p:spPr>
        <p:txBody>
          <a:bodyPr vert="horz" lIns="91440" tIns="45720" rIns="91440" bIns="45720" rtlCol="0" anchor="t">
            <a:normAutofit fontScale="85000" lnSpcReduction="10000"/>
          </a:bodyPr>
          <a:lstStyle/>
          <a:p>
            <a:pPr marL="359410" indent="-359410">
              <a:lnSpc>
                <a:spcPct val="140000"/>
              </a:lnSpc>
            </a:pPr>
            <a:r>
              <a:rPr lang="en-US" sz="1900" spc="50"/>
              <a:t>The Ningaloo Coast supports over 1000 species of living organisms, including breeding sites for turtles, humpback whales and whale sharks. The Reef and coastline contribute $110 million annually to the local economy and support over 1000 jobs.</a:t>
            </a:r>
            <a:endParaRPr lang="en-US" sz="1900" spc="50">
              <a:solidFill>
                <a:srgbClr val="000000">
                  <a:alpha val="60000"/>
                </a:srgbClr>
              </a:solidFill>
              <a:ea typeface="Yu Gothic"/>
            </a:endParaRPr>
          </a:p>
          <a:p>
            <a:pPr marL="359410" indent="-359410"/>
            <a:br>
              <a:rPr lang="en-US"/>
            </a:br>
            <a:endParaRPr lang="en-US"/>
          </a:p>
          <a:p>
            <a:pPr marL="359410" indent="-359410">
              <a:lnSpc>
                <a:spcPct val="140000"/>
              </a:lnSpc>
            </a:pPr>
            <a:endParaRPr lang="en-US" sz="1100" spc="50">
              <a:solidFill>
                <a:srgbClr val="000000">
                  <a:alpha val="60000"/>
                </a:srgbClr>
              </a:solidFill>
              <a:ea typeface="Yu Gothic"/>
            </a:endParaRPr>
          </a:p>
        </p:txBody>
      </p:sp>
    </p:spTree>
    <p:extLst>
      <p:ext uri="{BB962C8B-B14F-4D97-AF65-F5344CB8AC3E}">
        <p14:creationId xmlns:p14="http://schemas.microsoft.com/office/powerpoint/2010/main" val="21287660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9">
            <a:extLst>
              <a:ext uri="{FF2B5EF4-FFF2-40B4-BE49-F238E27FC236}">
                <a16:creationId xmlns:a16="http://schemas.microsoft.com/office/drawing/2014/main" id="{B65AA36A-D7CC-493C-A0EE-F8AC3564D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a:extLst>
              <a:ext uri="{FF2B5EF4-FFF2-40B4-BE49-F238E27FC236}">
                <a16:creationId xmlns:a16="http://schemas.microsoft.com/office/drawing/2014/main" id="{A202FF06-3A37-DE6F-C957-A88B6BC70516}"/>
              </a:ext>
            </a:extLst>
          </p:cNvPr>
          <p:cNvSpPr>
            <a:spLocks noGrp="1"/>
          </p:cNvSpPr>
          <p:nvPr>
            <p:ph type="title"/>
          </p:nvPr>
        </p:nvSpPr>
        <p:spPr>
          <a:xfrm>
            <a:off x="7112369" y="395297"/>
            <a:ext cx="4078800" cy="1594282"/>
          </a:xfrm>
        </p:spPr>
        <p:txBody>
          <a:bodyPr vert="horz" wrap="square" lIns="91440" tIns="45720" rIns="91440" bIns="45720" rtlCol="0" anchor="b" anchorCtr="0">
            <a:normAutofit/>
          </a:bodyPr>
          <a:lstStyle/>
          <a:p>
            <a:pPr algn="ctr">
              <a:lnSpc>
                <a:spcPct val="100000"/>
              </a:lnSpc>
            </a:pPr>
            <a:r>
              <a:rPr lang="en-US" kern="1200" cap="none" spc="0" baseline="0">
                <a:latin typeface="+mj-lt"/>
                <a:ea typeface="+mj-ea"/>
                <a:cs typeface="+mj-cs"/>
              </a:rPr>
              <a:t>Ningaloo </a:t>
            </a:r>
            <a:r>
              <a:rPr lang="en-US" spc="0"/>
              <a:t>Reef</a:t>
            </a:r>
            <a:r>
              <a:rPr lang="en-US" kern="1200" cap="none" spc="0" baseline="0">
                <a:latin typeface="+mj-lt"/>
                <a:ea typeface="+mj-ea"/>
                <a:cs typeface="+mj-cs"/>
              </a:rPr>
              <a:t> threats</a:t>
            </a:r>
          </a:p>
        </p:txBody>
      </p:sp>
      <p:pic>
        <p:nvPicPr>
          <p:cNvPr id="5" name="Picture 5" descr="A picture containing water, sky, nature, ocean&#10;&#10;Description automatically generated">
            <a:extLst>
              <a:ext uri="{FF2B5EF4-FFF2-40B4-BE49-F238E27FC236}">
                <a16:creationId xmlns:a16="http://schemas.microsoft.com/office/drawing/2014/main" id="{0E79D47B-43B4-303E-C59E-C1843FD68263}"/>
              </a:ext>
            </a:extLst>
          </p:cNvPr>
          <p:cNvPicPr>
            <a:picLocks noGrp="1" noChangeAspect="1"/>
          </p:cNvPicPr>
          <p:nvPr>
            <p:ph sz="half" idx="2"/>
          </p:nvPr>
        </p:nvPicPr>
        <p:blipFill rotWithShape="1">
          <a:blip r:embed="rId2"/>
          <a:srcRect l="10176" r="16825" b="2"/>
          <a:stretch/>
        </p:blipFill>
        <p:spPr>
          <a:xfrm>
            <a:off x="717006" y="540000"/>
            <a:ext cx="5778000" cy="5778000"/>
          </a:xfrm>
          <a:custGeom>
            <a:avLst/>
            <a:gdLst/>
            <a:ahLst/>
            <a:cxnLst/>
            <a:rect l="l" t="t" r="r" b="b"/>
            <a:pathLst>
              <a:path w="5778000" h="5778000">
                <a:moveTo>
                  <a:pt x="2889000" y="0"/>
                </a:moveTo>
                <a:cubicBezTo>
                  <a:pt x="4484551" y="0"/>
                  <a:pt x="5778000" y="1293449"/>
                  <a:pt x="5778000" y="2889000"/>
                </a:cubicBezTo>
                <a:cubicBezTo>
                  <a:pt x="5778000" y="4484551"/>
                  <a:pt x="4484551" y="5778000"/>
                  <a:pt x="2889000" y="5778000"/>
                </a:cubicBezTo>
                <a:cubicBezTo>
                  <a:pt x="1293449" y="5778000"/>
                  <a:pt x="0" y="4484551"/>
                  <a:pt x="0" y="2889000"/>
                </a:cubicBezTo>
                <a:cubicBezTo>
                  <a:pt x="0" y="1293449"/>
                  <a:pt x="1293449" y="0"/>
                  <a:pt x="2889000" y="0"/>
                </a:cubicBezTo>
                <a:close/>
              </a:path>
            </a:pathLst>
          </a:custGeom>
        </p:spPr>
      </p:pic>
      <p:cxnSp>
        <p:nvCxnSpPr>
          <p:cNvPr id="18" name="Straight Connector 11">
            <a:extLst>
              <a:ext uri="{FF2B5EF4-FFF2-40B4-BE49-F238E27FC236}">
                <a16:creationId xmlns:a16="http://schemas.microsoft.com/office/drawing/2014/main" id="{1850A2DA-FC3C-4E59-9724-29CF2777D3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D977D00-8B0F-0C4B-448F-438B557556BC}"/>
              </a:ext>
            </a:extLst>
          </p:cNvPr>
          <p:cNvSpPr>
            <a:spLocks noGrp="1"/>
          </p:cNvSpPr>
          <p:nvPr>
            <p:ph sz="half" idx="1"/>
          </p:nvPr>
        </p:nvSpPr>
        <p:spPr>
          <a:xfrm>
            <a:off x="7112369" y="2877018"/>
            <a:ext cx="4078800" cy="2901482"/>
          </a:xfrm>
        </p:spPr>
        <p:txBody>
          <a:bodyPr vert="horz" lIns="91440" tIns="45720" rIns="91440" bIns="45720" rtlCol="0">
            <a:normAutofit/>
          </a:bodyPr>
          <a:lstStyle/>
          <a:p>
            <a:pPr marL="0" indent="0">
              <a:lnSpc>
                <a:spcPct val="140000"/>
              </a:lnSpc>
              <a:buNone/>
            </a:pPr>
            <a:r>
              <a:rPr lang="en-US" sz="1700" spc="50"/>
              <a:t>Climate change is one of the key threats facing coral reefs around the world, and the impacts of coral bleaching, ocean acidification and changing environmental conditions are predicted to affect Ningaloo in coming future.</a:t>
            </a:r>
          </a:p>
          <a:p>
            <a:pPr marL="0" indent="0">
              <a:lnSpc>
                <a:spcPct val="140000"/>
              </a:lnSpc>
              <a:buNone/>
            </a:pPr>
            <a:endParaRPr lang="en-US" sz="1700" spc="50"/>
          </a:p>
        </p:txBody>
      </p:sp>
    </p:spTree>
    <p:extLst>
      <p:ext uri="{BB962C8B-B14F-4D97-AF65-F5344CB8AC3E}">
        <p14:creationId xmlns:p14="http://schemas.microsoft.com/office/powerpoint/2010/main" val="11335845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0">
            <a:extLst>
              <a:ext uri="{FF2B5EF4-FFF2-40B4-BE49-F238E27FC236}">
                <a16:creationId xmlns:a16="http://schemas.microsoft.com/office/drawing/2014/main" id="{B65AA36A-D7CC-493C-A0EE-F8AC3564D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a:extLst>
              <a:ext uri="{FF2B5EF4-FFF2-40B4-BE49-F238E27FC236}">
                <a16:creationId xmlns:a16="http://schemas.microsoft.com/office/drawing/2014/main" id="{7038C94D-8F0A-4C5C-7D7E-24258389371D}"/>
              </a:ext>
            </a:extLst>
          </p:cNvPr>
          <p:cNvSpPr>
            <a:spLocks noGrp="1"/>
          </p:cNvSpPr>
          <p:nvPr>
            <p:ph type="title"/>
          </p:nvPr>
        </p:nvSpPr>
        <p:spPr>
          <a:xfrm>
            <a:off x="7766050" y="536575"/>
            <a:ext cx="3886200" cy="1453003"/>
          </a:xfrm>
        </p:spPr>
        <p:txBody>
          <a:bodyPr vert="horz" wrap="square" lIns="91440" tIns="45720" rIns="91440" bIns="45720" rtlCol="0" anchor="b" anchorCtr="0">
            <a:normAutofit/>
          </a:bodyPr>
          <a:lstStyle/>
          <a:p>
            <a:pPr algn="ctr">
              <a:lnSpc>
                <a:spcPct val="100000"/>
              </a:lnSpc>
            </a:pPr>
            <a:r>
              <a:rPr lang="en-US" kern="1200" cap="none" spc="0" baseline="0">
                <a:solidFill>
                  <a:schemeClr val="tx1"/>
                </a:solidFill>
                <a:latin typeface="+mj-lt"/>
                <a:ea typeface="+mj-ea"/>
                <a:cs typeface="+mj-cs"/>
              </a:rPr>
              <a:t>How is the site being protected?</a:t>
            </a:r>
          </a:p>
        </p:txBody>
      </p:sp>
      <p:pic>
        <p:nvPicPr>
          <p:cNvPr id="5" name="Picture 5" descr="A picture containing sky, outdoor, nature&#10;&#10;Description automatically generated">
            <a:extLst>
              <a:ext uri="{FF2B5EF4-FFF2-40B4-BE49-F238E27FC236}">
                <a16:creationId xmlns:a16="http://schemas.microsoft.com/office/drawing/2014/main" id="{4DF09B58-D440-13BA-8082-FF9EF9B30458}"/>
              </a:ext>
            </a:extLst>
          </p:cNvPr>
          <p:cNvPicPr>
            <a:picLocks noGrp="1" noChangeAspect="1"/>
          </p:cNvPicPr>
          <p:nvPr>
            <p:ph sz="half" idx="2"/>
          </p:nvPr>
        </p:nvPicPr>
        <p:blipFill rotWithShape="1">
          <a:blip r:embed="rId2"/>
          <a:srcRect t="4843"/>
          <a:stretch/>
        </p:blipFill>
        <p:spPr>
          <a:xfrm>
            <a:off x="20" y="10"/>
            <a:ext cx="7210780" cy="3430790"/>
          </a:xfrm>
          <a:prstGeom prst="rect">
            <a:avLst/>
          </a:prstGeom>
        </p:spPr>
      </p:pic>
      <p:cxnSp>
        <p:nvCxnSpPr>
          <p:cNvPr id="21" name="Straight Connector 12">
            <a:extLst>
              <a:ext uri="{FF2B5EF4-FFF2-40B4-BE49-F238E27FC236}">
                <a16:creationId xmlns:a16="http://schemas.microsoft.com/office/drawing/2014/main" id="{DCED233F-8914-4DE8-A8C1-FD7B2470C5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915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6" name="Picture 6" descr="A picture containing text, outdoor, water sport, swimming&#10;&#10;Description automatically generated">
            <a:extLst>
              <a:ext uri="{FF2B5EF4-FFF2-40B4-BE49-F238E27FC236}">
                <a16:creationId xmlns:a16="http://schemas.microsoft.com/office/drawing/2014/main" id="{96CA2DB7-6B70-9720-02B6-45A811179F2C}"/>
              </a:ext>
            </a:extLst>
          </p:cNvPr>
          <p:cNvPicPr>
            <a:picLocks noChangeAspect="1"/>
          </p:cNvPicPr>
          <p:nvPr/>
        </p:nvPicPr>
        <p:blipFill rotWithShape="1">
          <a:blip r:embed="rId3"/>
          <a:srcRect t="28721"/>
          <a:stretch/>
        </p:blipFill>
        <p:spPr>
          <a:xfrm>
            <a:off x="-1" y="3427200"/>
            <a:ext cx="7210800" cy="3430800"/>
          </a:xfrm>
          <a:prstGeom prst="rect">
            <a:avLst/>
          </a:prstGeom>
        </p:spPr>
      </p:pic>
      <p:sp>
        <p:nvSpPr>
          <p:cNvPr id="3" name="Content Placeholder 2">
            <a:extLst>
              <a:ext uri="{FF2B5EF4-FFF2-40B4-BE49-F238E27FC236}">
                <a16:creationId xmlns:a16="http://schemas.microsoft.com/office/drawing/2014/main" id="{B65702B9-1417-5842-B216-A4268342C1F6}"/>
              </a:ext>
            </a:extLst>
          </p:cNvPr>
          <p:cNvSpPr>
            <a:spLocks noGrp="1"/>
          </p:cNvSpPr>
          <p:nvPr>
            <p:ph sz="half" idx="1"/>
          </p:nvPr>
        </p:nvSpPr>
        <p:spPr>
          <a:xfrm>
            <a:off x="8172006" y="2877018"/>
            <a:ext cx="3060000" cy="2938561"/>
          </a:xfrm>
        </p:spPr>
        <p:txBody>
          <a:bodyPr vert="horz" lIns="91440" tIns="45720" rIns="91440" bIns="45720" rtlCol="0">
            <a:normAutofit/>
          </a:bodyPr>
          <a:lstStyle/>
          <a:p>
            <a:pPr marL="359410" indent="-359410">
              <a:lnSpc>
                <a:spcPct val="140000"/>
              </a:lnSpc>
            </a:pPr>
            <a:r>
              <a:rPr lang="en-US" sz="1100" spc="50"/>
              <a:t>The government announced that it will protect Exmouth Gulf on Western Australia's Ningaloo Coast by implementing a variety of conservation measures, including the formation of new conservation reserves in areas where major industrial developments were proposed</a:t>
            </a:r>
          </a:p>
          <a:p>
            <a:pPr marL="359410" indent="-359410">
              <a:lnSpc>
                <a:spcPct val="140000"/>
              </a:lnSpc>
            </a:pPr>
            <a:br>
              <a:rPr lang="en-US" sz="1100" spc="50"/>
            </a:br>
            <a:endParaRPr lang="en-US" sz="1100" spc="50"/>
          </a:p>
          <a:p>
            <a:pPr marL="359410" indent="-359410">
              <a:lnSpc>
                <a:spcPct val="140000"/>
              </a:lnSpc>
            </a:pPr>
            <a:endParaRPr lang="en-US" sz="1100" spc="50"/>
          </a:p>
        </p:txBody>
      </p:sp>
    </p:spTree>
    <p:extLst>
      <p:ext uri="{BB962C8B-B14F-4D97-AF65-F5344CB8AC3E}">
        <p14:creationId xmlns:p14="http://schemas.microsoft.com/office/powerpoint/2010/main" val="40515573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30" name="Group 29">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2"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33"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sp>
          <p:nvSpPr>
            <p:cNvPr id="31"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sp useBgFill="1">
        <p:nvSpPr>
          <p:cNvPr id="35" name="Rectangle 34">
            <a:extLst>
              <a:ext uri="{FF2B5EF4-FFF2-40B4-BE49-F238E27FC236}">
                <a16:creationId xmlns:a16="http://schemas.microsoft.com/office/drawing/2014/main" id="{1F4CD6D0-88B6-45F4-AC60-54587D3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pic>
        <p:nvPicPr>
          <p:cNvPr id="5" name="Picture 5" descr="A picture containing sky, water, outdoor, scene&#10;&#10;Description automatically generated">
            <a:extLst>
              <a:ext uri="{FF2B5EF4-FFF2-40B4-BE49-F238E27FC236}">
                <a16:creationId xmlns:a16="http://schemas.microsoft.com/office/drawing/2014/main" id="{3FE8AE31-C014-51E0-399E-B06BEE27C5F6}"/>
              </a:ext>
            </a:extLst>
          </p:cNvPr>
          <p:cNvPicPr>
            <a:picLocks noChangeAspect="1"/>
          </p:cNvPicPr>
          <p:nvPr/>
        </p:nvPicPr>
        <p:blipFill rotWithShape="1">
          <a:blip r:embed="rId2"/>
          <a:srcRect t="15730"/>
          <a:stretch/>
        </p:blipFill>
        <p:spPr>
          <a:xfrm>
            <a:off x="20"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37" name="Rectangle 36">
            <a:extLst>
              <a:ext uri="{FF2B5EF4-FFF2-40B4-BE49-F238E27FC236}">
                <a16:creationId xmlns:a16="http://schemas.microsoft.com/office/drawing/2014/main" id="{3092D32E-B1E6-4335-BD86-8461882A7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20600" y="-1013389"/>
            <a:ext cx="6857999" cy="8884800"/>
          </a:xfrm>
          <a:prstGeom prst="rect">
            <a:avLst/>
          </a:prstGeom>
          <a:gradFill flip="none" rotWithShape="1">
            <a:gsLst>
              <a:gs pos="0">
                <a:srgbClr val="000000">
                  <a:alpha val="35000"/>
                </a:srgbClr>
              </a:gs>
              <a:gs pos="100000">
                <a:srgbClr val="000000">
                  <a:alpha val="0"/>
                </a:srgbClr>
              </a:gs>
              <a:gs pos="60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sp>
        <p:nvSpPr>
          <p:cNvPr id="2" name="Title 1">
            <a:extLst>
              <a:ext uri="{FF2B5EF4-FFF2-40B4-BE49-F238E27FC236}">
                <a16:creationId xmlns:a16="http://schemas.microsoft.com/office/drawing/2014/main" id="{EBF550C9-A3FC-9B8F-D984-3ED6E67BC50C}"/>
              </a:ext>
            </a:extLst>
          </p:cNvPr>
          <p:cNvSpPr>
            <a:spLocks noGrp="1"/>
          </p:cNvSpPr>
          <p:nvPr>
            <p:ph type="title"/>
          </p:nvPr>
        </p:nvSpPr>
        <p:spPr>
          <a:xfrm>
            <a:off x="7106396" y="395289"/>
            <a:ext cx="4075200" cy="2226688"/>
          </a:xfrm>
        </p:spPr>
        <p:txBody>
          <a:bodyPr vert="horz" lIns="91440" tIns="45720" rIns="91440" bIns="45720" rtlCol="0" anchor="b" anchorCtr="0">
            <a:normAutofit/>
          </a:bodyPr>
          <a:lstStyle/>
          <a:p>
            <a:pPr>
              <a:lnSpc>
                <a:spcPct val="100000"/>
              </a:lnSpc>
            </a:pPr>
            <a:r>
              <a:rPr lang="en-US" spc="0">
                <a:solidFill>
                  <a:srgbClr val="FFFFFF"/>
                </a:solidFill>
              </a:rPr>
              <a:t>Mont Saint Michel</a:t>
            </a:r>
          </a:p>
        </p:txBody>
      </p:sp>
      <p:sp>
        <p:nvSpPr>
          <p:cNvPr id="3" name="Content Placeholder 2">
            <a:extLst>
              <a:ext uri="{FF2B5EF4-FFF2-40B4-BE49-F238E27FC236}">
                <a16:creationId xmlns:a16="http://schemas.microsoft.com/office/drawing/2014/main" id="{0ACF5A03-1518-8389-025E-4FC9032D8BA9}"/>
              </a:ext>
            </a:extLst>
          </p:cNvPr>
          <p:cNvSpPr>
            <a:spLocks noGrp="1"/>
          </p:cNvSpPr>
          <p:nvPr>
            <p:ph type="body" idx="1"/>
          </p:nvPr>
        </p:nvSpPr>
        <p:spPr>
          <a:xfrm>
            <a:off x="7106396" y="4248000"/>
            <a:ext cx="4075200" cy="1520975"/>
          </a:xfrm>
        </p:spPr>
        <p:txBody>
          <a:bodyPr vert="horz" lIns="91440" tIns="45720" rIns="91440" bIns="45720" rtlCol="0">
            <a:normAutofit/>
          </a:bodyPr>
          <a:lstStyle/>
          <a:p>
            <a:r>
              <a:rPr lang="en-US" i="0" spc="50">
                <a:solidFill>
                  <a:srgbClr val="FFFFFF">
                    <a:alpha val="90000"/>
                  </a:srgbClr>
                </a:solidFill>
              </a:rPr>
              <a:t>World Heritage Site</a:t>
            </a:r>
          </a:p>
        </p:txBody>
      </p:sp>
      <p:grpSp>
        <p:nvGrpSpPr>
          <p:cNvPr id="39" name="Group 38">
            <a:extLst>
              <a:ext uri="{FF2B5EF4-FFF2-40B4-BE49-F238E27FC236}">
                <a16:creationId xmlns:a16="http://schemas.microsoft.com/office/drawing/2014/main" id="{DF3051BA-EC19-4D8D-B5E3-10AF20026F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35921" y="2840038"/>
            <a:ext cx="2216150" cy="1177924"/>
            <a:chOff x="4987925" y="2840038"/>
            <a:chExt cx="2216150" cy="1177924"/>
          </a:xfrm>
        </p:grpSpPr>
        <p:sp>
          <p:nvSpPr>
            <p:cNvPr id="40" name="Rectangle 39">
              <a:extLst>
                <a:ext uri="{FF2B5EF4-FFF2-40B4-BE49-F238E27FC236}">
                  <a16:creationId xmlns:a16="http://schemas.microsoft.com/office/drawing/2014/main" id="{FD78C318-2188-4C14-8EEF-F9F6C8CC3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a:ea typeface="+mn-ea"/>
                <a:cs typeface="+mn-cs"/>
              </a:endParaRPr>
            </a:p>
          </p:txBody>
        </p:sp>
        <p:grpSp>
          <p:nvGrpSpPr>
            <p:cNvPr id="41" name="Group 40">
              <a:extLst>
                <a:ext uri="{FF2B5EF4-FFF2-40B4-BE49-F238E27FC236}">
                  <a16:creationId xmlns:a16="http://schemas.microsoft.com/office/drawing/2014/main" id="{64B20085-9D92-406D-8A76-E698EA9189A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8"/>
              <a:ext cx="1080000" cy="1080000"/>
              <a:chOff x="6879023" y="2912638"/>
              <a:chExt cx="1080000" cy="1080000"/>
            </a:xfrm>
          </p:grpSpPr>
          <p:grpSp>
            <p:nvGrpSpPr>
              <p:cNvPr id="42" name="Group 41">
                <a:extLst>
                  <a:ext uri="{FF2B5EF4-FFF2-40B4-BE49-F238E27FC236}">
                    <a16:creationId xmlns:a16="http://schemas.microsoft.com/office/drawing/2014/main" id="{9C553453-D3A3-4D6C-AB29-56E1D615F6E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8"/>
                <a:ext cx="317159" cy="1080000"/>
                <a:chOff x="4799744" y="2905614"/>
                <a:chExt cx="317159" cy="1080000"/>
              </a:xfrm>
            </p:grpSpPr>
            <p:sp>
              <p:nvSpPr>
                <p:cNvPr id="47" name="Freeform 68">
                  <a:extLst>
                    <a:ext uri="{FF2B5EF4-FFF2-40B4-BE49-F238E27FC236}">
                      <a16:creationId xmlns:a16="http://schemas.microsoft.com/office/drawing/2014/main" id="{7AAE47F8-C3A8-4034-9064-8C3241A964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48" name="Freeform 69">
                  <a:extLst>
                    <a:ext uri="{FF2B5EF4-FFF2-40B4-BE49-F238E27FC236}">
                      <a16:creationId xmlns:a16="http://schemas.microsoft.com/office/drawing/2014/main" id="{A1BD09C1-6EAB-4FD0-8E3E-5395370F4C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49" name="Line 70">
                  <a:extLst>
                    <a:ext uri="{FF2B5EF4-FFF2-40B4-BE49-F238E27FC236}">
                      <a16:creationId xmlns:a16="http://schemas.microsoft.com/office/drawing/2014/main" id="{3A35D392-3E6C-44DF-8AE9-9623BC0EB24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grpSp>
            <p:nvGrpSpPr>
              <p:cNvPr id="43" name="Group 42">
                <a:extLst>
                  <a:ext uri="{FF2B5EF4-FFF2-40B4-BE49-F238E27FC236}">
                    <a16:creationId xmlns:a16="http://schemas.microsoft.com/office/drawing/2014/main" id="{B3DA3B67-52C7-4832-9866-8D5A5235974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8"/>
                <a:ext cx="317159" cy="1080000"/>
                <a:chOff x="4799744" y="2905614"/>
                <a:chExt cx="317159" cy="1080000"/>
              </a:xfrm>
            </p:grpSpPr>
            <p:sp>
              <p:nvSpPr>
                <p:cNvPr id="44" name="Freeform 68">
                  <a:extLst>
                    <a:ext uri="{FF2B5EF4-FFF2-40B4-BE49-F238E27FC236}">
                      <a16:creationId xmlns:a16="http://schemas.microsoft.com/office/drawing/2014/main" id="{996787C3-F164-4304-9FBF-2445183468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45" name="Freeform 69">
                  <a:extLst>
                    <a:ext uri="{FF2B5EF4-FFF2-40B4-BE49-F238E27FC236}">
                      <a16:creationId xmlns:a16="http://schemas.microsoft.com/office/drawing/2014/main" id="{8E004CCF-6644-4C43-B8CA-1BCC5C46A2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sp>
              <p:nvSpPr>
                <p:cNvPr id="46" name="Line 70">
                  <a:extLst>
                    <a:ext uri="{FF2B5EF4-FFF2-40B4-BE49-F238E27FC236}">
                      <a16:creationId xmlns:a16="http://schemas.microsoft.com/office/drawing/2014/main" id="{3824467A-05FD-4A66-8B5A-A544E930456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a:ea typeface="+mn-ea"/>
                    <a:cs typeface="+mn-cs"/>
                  </a:endParaRPr>
                </a:p>
              </p:txBody>
            </p:sp>
          </p:grpSp>
        </p:grpSp>
      </p:grpSp>
    </p:spTree>
    <p:extLst>
      <p:ext uri="{BB962C8B-B14F-4D97-AF65-F5344CB8AC3E}">
        <p14:creationId xmlns:p14="http://schemas.microsoft.com/office/powerpoint/2010/main" val="16796402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4C4F7-6FEB-9456-2541-49B93EB612BE}"/>
              </a:ext>
            </a:extLst>
          </p:cNvPr>
          <p:cNvSpPr>
            <a:spLocks noGrp="1"/>
          </p:cNvSpPr>
          <p:nvPr>
            <p:ph type="title"/>
          </p:nvPr>
        </p:nvSpPr>
        <p:spPr/>
        <p:txBody>
          <a:bodyPr/>
          <a:lstStyle/>
          <a:p>
            <a:r>
              <a:rPr lang="en-GB">
                <a:ea typeface="Yu Mincho Demibold"/>
              </a:rPr>
              <a:t>Where is Mont Saint Michel? </a:t>
            </a:r>
            <a:endParaRPr lang="en-GB"/>
          </a:p>
        </p:txBody>
      </p:sp>
      <p:sp>
        <p:nvSpPr>
          <p:cNvPr id="3" name="Content Placeholder 2">
            <a:extLst>
              <a:ext uri="{FF2B5EF4-FFF2-40B4-BE49-F238E27FC236}">
                <a16:creationId xmlns:a16="http://schemas.microsoft.com/office/drawing/2014/main" id="{8F97DE0D-DEC5-A27D-1517-E562E7C40198}"/>
              </a:ext>
            </a:extLst>
          </p:cNvPr>
          <p:cNvSpPr>
            <a:spLocks noGrp="1"/>
          </p:cNvSpPr>
          <p:nvPr>
            <p:ph sz="half" idx="1"/>
          </p:nvPr>
        </p:nvSpPr>
        <p:spPr/>
        <p:txBody>
          <a:bodyPr lIns="109728" tIns="109728" rIns="109728" bIns="91440" anchor="t"/>
          <a:lstStyle/>
          <a:p>
            <a:pPr marL="359410" indent="-359410"/>
            <a:r>
              <a:rPr lang="en-GB">
                <a:solidFill>
                  <a:srgbClr val="000000">
                    <a:alpha val="60000"/>
                  </a:srgbClr>
                </a:solidFill>
                <a:ea typeface="Yu Gothic"/>
              </a:rPr>
              <a:t>Mont Saint Michel is a tidal island and commune in Normandy, France.</a:t>
            </a:r>
          </a:p>
        </p:txBody>
      </p:sp>
      <p:sp>
        <p:nvSpPr>
          <p:cNvPr id="4" name="Content Placeholder 3">
            <a:extLst>
              <a:ext uri="{FF2B5EF4-FFF2-40B4-BE49-F238E27FC236}">
                <a16:creationId xmlns:a16="http://schemas.microsoft.com/office/drawing/2014/main" id="{FC4975AA-1972-06D2-50B5-6A98D46DFCD3}"/>
              </a:ext>
            </a:extLst>
          </p:cNvPr>
          <p:cNvSpPr>
            <a:spLocks noGrp="1"/>
          </p:cNvSpPr>
          <p:nvPr>
            <p:ph sz="half" idx="2"/>
          </p:nvPr>
        </p:nvSpPr>
        <p:spPr/>
        <p:txBody>
          <a:bodyPr lIns="109728" tIns="109728" rIns="109728" bIns="91440" anchor="t"/>
          <a:lstStyle/>
          <a:p>
            <a:pPr marL="359410" indent="-359410"/>
            <a:r>
              <a:rPr lang="en-GB">
                <a:solidFill>
                  <a:srgbClr val="000000">
                    <a:alpha val="60000"/>
                  </a:srgbClr>
                </a:solidFill>
                <a:ea typeface="Yu Gothic"/>
              </a:rPr>
              <a:t>Ur </a:t>
            </a:r>
          </a:p>
        </p:txBody>
      </p:sp>
    </p:spTree>
    <p:extLst>
      <p:ext uri="{BB962C8B-B14F-4D97-AF65-F5344CB8AC3E}">
        <p14:creationId xmlns:p14="http://schemas.microsoft.com/office/powerpoint/2010/main" val="1790927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8E81931-EC11-4433-BB7B-ED42BAA244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9" name="Rectangle 18">
            <a:extLst>
              <a:ext uri="{FF2B5EF4-FFF2-40B4-BE49-F238E27FC236}">
                <a16:creationId xmlns:a16="http://schemas.microsoft.com/office/drawing/2014/main" id="{F35BC353-549C-47DC-9732-7E6961372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58003"/>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pic>
        <p:nvPicPr>
          <p:cNvPr id="13" name="Picture 12" descr="Temple spires at sunrise">
            <a:extLst>
              <a:ext uri="{FF2B5EF4-FFF2-40B4-BE49-F238E27FC236}">
                <a16:creationId xmlns:a16="http://schemas.microsoft.com/office/drawing/2014/main" id="{46F17707-5B4C-D357-3860-2418B597E86C}"/>
              </a:ext>
            </a:extLst>
          </p:cNvPr>
          <p:cNvPicPr>
            <a:picLocks noChangeAspect="1"/>
          </p:cNvPicPr>
          <p:nvPr/>
        </p:nvPicPr>
        <p:blipFill rotWithShape="1">
          <a:blip r:embed="rId2"/>
          <a:srcRect t="8151" r="-2" b="1847"/>
          <a:stretch/>
        </p:blipFill>
        <p:spPr>
          <a:xfrm>
            <a:off x="20" y="-1"/>
            <a:ext cx="12191980" cy="6858002"/>
          </a:xfrm>
          <a:custGeom>
            <a:avLst/>
            <a:gdLst/>
            <a:ahLst/>
            <a:cxnLst/>
            <a:rect l="l" t="t" r="r" b="b"/>
            <a:pathLst>
              <a:path w="12192000" h="6858002">
                <a:moveTo>
                  <a:pt x="5307101" y="6857999"/>
                </a:moveTo>
                <a:lnTo>
                  <a:pt x="12192000" y="6857999"/>
                </a:lnTo>
                <a:lnTo>
                  <a:pt x="12192000" y="6858002"/>
                </a:lnTo>
                <a:lnTo>
                  <a:pt x="5307088" y="6858002"/>
                </a:lnTo>
                <a:close/>
                <a:moveTo>
                  <a:pt x="0" y="0"/>
                </a:moveTo>
                <a:lnTo>
                  <a:pt x="12192000" y="0"/>
                </a:lnTo>
                <a:lnTo>
                  <a:pt x="12192000" y="6277972"/>
                </a:lnTo>
                <a:lnTo>
                  <a:pt x="12152890" y="6290206"/>
                </a:lnTo>
                <a:cubicBezTo>
                  <a:pt x="12105395" y="6304478"/>
                  <a:pt x="12054092" y="6317152"/>
                  <a:pt x="12009354" y="6315664"/>
                </a:cubicBezTo>
                <a:cubicBezTo>
                  <a:pt x="11994503" y="6311032"/>
                  <a:pt x="11985943" y="6310638"/>
                  <a:pt x="11978968" y="6319390"/>
                </a:cubicBezTo>
                <a:cubicBezTo>
                  <a:pt x="11941764" y="6318961"/>
                  <a:pt x="11901790" y="6339612"/>
                  <a:pt x="11878895" y="6327233"/>
                </a:cubicBezTo>
                <a:cubicBezTo>
                  <a:pt x="11878918" y="6346592"/>
                  <a:pt x="11826486" y="6319151"/>
                  <a:pt x="11814979" y="6337141"/>
                </a:cubicBezTo>
                <a:cubicBezTo>
                  <a:pt x="11820607" y="6367517"/>
                  <a:pt x="11727668" y="6353622"/>
                  <a:pt x="11687508" y="6364470"/>
                </a:cubicBezTo>
                <a:cubicBezTo>
                  <a:pt x="11692944" y="6381370"/>
                  <a:pt x="11638976" y="6383664"/>
                  <a:pt x="11672002" y="6397904"/>
                </a:cubicBezTo>
                <a:cubicBezTo>
                  <a:pt x="11645814" y="6406115"/>
                  <a:pt x="11642999" y="6389784"/>
                  <a:pt x="11629894" y="6384496"/>
                </a:cubicBezTo>
                <a:cubicBezTo>
                  <a:pt x="11597582" y="6386755"/>
                  <a:pt x="11602281" y="6372208"/>
                  <a:pt x="11597728" y="6361596"/>
                </a:cubicBezTo>
                <a:cubicBezTo>
                  <a:pt x="11567716" y="6387703"/>
                  <a:pt x="11505156" y="6361750"/>
                  <a:pt x="11448211" y="6357842"/>
                </a:cubicBezTo>
                <a:cubicBezTo>
                  <a:pt x="11414499" y="6357897"/>
                  <a:pt x="11370196" y="6408532"/>
                  <a:pt x="11336630" y="6383021"/>
                </a:cubicBezTo>
                <a:cubicBezTo>
                  <a:pt x="11316728" y="6389671"/>
                  <a:pt x="11284212" y="6365546"/>
                  <a:pt x="11267820" y="6388199"/>
                </a:cubicBezTo>
                <a:cubicBezTo>
                  <a:pt x="11215412" y="6380118"/>
                  <a:pt x="11199532" y="6391497"/>
                  <a:pt x="11153755" y="6378749"/>
                </a:cubicBezTo>
                <a:cubicBezTo>
                  <a:pt x="11097684" y="6376473"/>
                  <a:pt x="11142086" y="6407848"/>
                  <a:pt x="11063998" y="6397440"/>
                </a:cubicBezTo>
                <a:cubicBezTo>
                  <a:pt x="11028900" y="6406581"/>
                  <a:pt x="10989384" y="6411343"/>
                  <a:pt x="10949261" y="6411271"/>
                </a:cubicBezTo>
                <a:cubicBezTo>
                  <a:pt x="10946808" y="6404413"/>
                  <a:pt x="10928478" y="6413021"/>
                  <a:pt x="10920620" y="6414504"/>
                </a:cubicBezTo>
                <a:cubicBezTo>
                  <a:pt x="10921840" y="6410173"/>
                  <a:pt x="10906289" y="6407257"/>
                  <a:pt x="10899483" y="6410536"/>
                </a:cubicBezTo>
                <a:cubicBezTo>
                  <a:pt x="10774259" y="6419728"/>
                  <a:pt x="10854212" y="6382839"/>
                  <a:pt x="10774590" y="6403309"/>
                </a:cubicBezTo>
                <a:cubicBezTo>
                  <a:pt x="10724638" y="6405843"/>
                  <a:pt x="10739599" y="6355991"/>
                  <a:pt x="10682861" y="6377814"/>
                </a:cubicBezTo>
                <a:cubicBezTo>
                  <a:pt x="10622947" y="6375380"/>
                  <a:pt x="10589912" y="6355504"/>
                  <a:pt x="10530714" y="6366548"/>
                </a:cubicBezTo>
                <a:cubicBezTo>
                  <a:pt x="10474643" y="6364190"/>
                  <a:pt x="10428348" y="6354710"/>
                  <a:pt x="10379097" y="6358630"/>
                </a:cubicBezTo>
                <a:cubicBezTo>
                  <a:pt x="10361622" y="6351880"/>
                  <a:pt x="10344151" y="6348805"/>
                  <a:pt x="10323727" y="6357333"/>
                </a:cubicBezTo>
                <a:cubicBezTo>
                  <a:pt x="10272196" y="6352518"/>
                  <a:pt x="10263446" y="6339056"/>
                  <a:pt x="10227126" y="6348100"/>
                </a:cubicBezTo>
                <a:cubicBezTo>
                  <a:pt x="10196351" y="6318664"/>
                  <a:pt x="10199174" y="6342674"/>
                  <a:pt x="10163542" y="6343141"/>
                </a:cubicBezTo>
                <a:cubicBezTo>
                  <a:pt x="10134376" y="6345476"/>
                  <a:pt x="10177885" y="6359944"/>
                  <a:pt x="10151161" y="6358763"/>
                </a:cubicBezTo>
                <a:cubicBezTo>
                  <a:pt x="10126522" y="6349492"/>
                  <a:pt x="10117113" y="6369683"/>
                  <a:pt x="10092125" y="6358861"/>
                </a:cubicBezTo>
                <a:cubicBezTo>
                  <a:pt x="10107302" y="6344459"/>
                  <a:pt x="10032910" y="6356018"/>
                  <a:pt x="10037958" y="6342614"/>
                </a:cubicBezTo>
                <a:cubicBezTo>
                  <a:pt x="10003046" y="6359008"/>
                  <a:pt x="10003017" y="6334504"/>
                  <a:pt x="9966866" y="6337014"/>
                </a:cubicBezTo>
                <a:cubicBezTo>
                  <a:pt x="9947485" y="6342600"/>
                  <a:pt x="9935606" y="6342702"/>
                  <a:pt x="9924418" y="6333490"/>
                </a:cubicBezTo>
                <a:cubicBezTo>
                  <a:pt x="9834150" y="6361084"/>
                  <a:pt x="9880223" y="6330704"/>
                  <a:pt x="9806001" y="6337361"/>
                </a:cubicBezTo>
                <a:cubicBezTo>
                  <a:pt x="9740686" y="6345638"/>
                  <a:pt x="9670300" y="6348205"/>
                  <a:pt x="9596449" y="6376180"/>
                </a:cubicBezTo>
                <a:cubicBezTo>
                  <a:pt x="9581101" y="6384665"/>
                  <a:pt x="9553986" y="6385744"/>
                  <a:pt x="9535890" y="6378590"/>
                </a:cubicBezTo>
                <a:cubicBezTo>
                  <a:pt x="9532775" y="6377359"/>
                  <a:pt x="9530052" y="6375925"/>
                  <a:pt x="9527805" y="6374334"/>
                </a:cubicBezTo>
                <a:cubicBezTo>
                  <a:pt x="9481894" y="6394749"/>
                  <a:pt x="9464762" y="6381055"/>
                  <a:pt x="9441373" y="6395633"/>
                </a:cubicBezTo>
                <a:cubicBezTo>
                  <a:pt x="9381290" y="6397202"/>
                  <a:pt x="9341618" y="6377583"/>
                  <a:pt x="9320149" y="6390280"/>
                </a:cubicBezTo>
                <a:cubicBezTo>
                  <a:pt x="9291150" y="6386896"/>
                  <a:pt x="9257768" y="6367103"/>
                  <a:pt x="9229488" y="6380382"/>
                </a:cubicBezTo>
                <a:cubicBezTo>
                  <a:pt x="9230007" y="6377216"/>
                  <a:pt x="9227921" y="6376045"/>
                  <a:pt x="9224285" y="6375920"/>
                </a:cubicBezTo>
                <a:lnTo>
                  <a:pt x="9217537" y="6376762"/>
                </a:lnTo>
                <a:lnTo>
                  <a:pt x="9214728" y="6381637"/>
                </a:lnTo>
                <a:cubicBezTo>
                  <a:pt x="9202170" y="6398803"/>
                  <a:pt x="9191484" y="6381138"/>
                  <a:pt x="9161049" y="6384539"/>
                </a:cubicBezTo>
                <a:cubicBezTo>
                  <a:pt x="9146336" y="6385184"/>
                  <a:pt x="9147761" y="6380673"/>
                  <a:pt x="9149697" y="6376552"/>
                </a:cubicBezTo>
                <a:lnTo>
                  <a:pt x="9150803" y="6372240"/>
                </a:lnTo>
                <a:lnTo>
                  <a:pt x="9141448" y="6372359"/>
                </a:lnTo>
                <a:lnTo>
                  <a:pt x="9137486" y="6372055"/>
                </a:lnTo>
                <a:lnTo>
                  <a:pt x="9126952" y="6375163"/>
                </a:lnTo>
                <a:cubicBezTo>
                  <a:pt x="9117353" y="6375502"/>
                  <a:pt x="9107828" y="6372135"/>
                  <a:pt x="9098334" y="6372861"/>
                </a:cubicBezTo>
                <a:cubicBezTo>
                  <a:pt x="9093587" y="6373224"/>
                  <a:pt x="9088847" y="6374610"/>
                  <a:pt x="9084110" y="6377995"/>
                </a:cubicBezTo>
                <a:cubicBezTo>
                  <a:pt x="9105864" y="6390113"/>
                  <a:pt x="9028073" y="6387966"/>
                  <a:pt x="9039515" y="6400351"/>
                </a:cubicBezTo>
                <a:cubicBezTo>
                  <a:pt x="8997651" y="6388705"/>
                  <a:pt x="9009590" y="6412472"/>
                  <a:pt x="8973305" y="6414442"/>
                </a:cubicBezTo>
                <a:cubicBezTo>
                  <a:pt x="8951781" y="6411385"/>
                  <a:pt x="8940212" y="6412734"/>
                  <a:pt x="8933861" y="6423031"/>
                </a:cubicBezTo>
                <a:cubicBezTo>
                  <a:pt x="8832841" y="6407267"/>
                  <a:pt x="8892362" y="6431116"/>
                  <a:pt x="8817130" y="6433703"/>
                </a:cubicBezTo>
                <a:cubicBezTo>
                  <a:pt x="8749745" y="6433633"/>
                  <a:pt x="8680232" y="6439719"/>
                  <a:pt x="8594947" y="6421586"/>
                </a:cubicBezTo>
                <a:cubicBezTo>
                  <a:pt x="8575919" y="6415227"/>
                  <a:pt x="8549096" y="6417484"/>
                  <a:pt x="8535041" y="6426626"/>
                </a:cubicBezTo>
                <a:cubicBezTo>
                  <a:pt x="8532621" y="6428200"/>
                  <a:pt x="8530681" y="6429922"/>
                  <a:pt x="8529279" y="6431739"/>
                </a:cubicBezTo>
                <a:cubicBezTo>
                  <a:pt x="8474783" y="6417534"/>
                  <a:pt x="8464858" y="6432901"/>
                  <a:pt x="8435056" y="6421613"/>
                </a:cubicBezTo>
                <a:cubicBezTo>
                  <a:pt x="8376022" y="6427411"/>
                  <a:pt x="8347129" y="6451271"/>
                  <a:pt x="8320108" y="6441573"/>
                </a:cubicBezTo>
                <a:cubicBezTo>
                  <a:pt x="8293638" y="6448387"/>
                  <a:pt x="8270932" y="6471649"/>
                  <a:pt x="8237020" y="6462216"/>
                </a:cubicBezTo>
                <a:cubicBezTo>
                  <a:pt x="8245222" y="6474245"/>
                  <a:pt x="8197387" y="6460392"/>
                  <a:pt x="8188860" y="6471379"/>
                </a:cubicBezTo>
                <a:cubicBezTo>
                  <a:pt x="8184024" y="6480393"/>
                  <a:pt x="8168383" y="6478291"/>
                  <a:pt x="8155558" y="6480722"/>
                </a:cubicBezTo>
                <a:cubicBezTo>
                  <a:pt x="8144819" y="6489457"/>
                  <a:pt x="8082218" y="6493172"/>
                  <a:pt x="8061412" y="6490111"/>
                </a:cubicBezTo>
                <a:cubicBezTo>
                  <a:pt x="8004043" y="6475925"/>
                  <a:pt x="7947523" y="6510024"/>
                  <a:pt x="7901437" y="6499659"/>
                </a:cubicBezTo>
                <a:cubicBezTo>
                  <a:pt x="7888774" y="6499544"/>
                  <a:pt x="7877960" y="6500846"/>
                  <a:pt x="7868353" y="6503024"/>
                </a:cubicBezTo>
                <a:lnTo>
                  <a:pt x="7843779" y="6511212"/>
                </a:lnTo>
                <a:lnTo>
                  <a:pt x="7841448" y="6517728"/>
                </a:lnTo>
                <a:lnTo>
                  <a:pt x="7823871" y="6520429"/>
                </a:lnTo>
                <a:lnTo>
                  <a:pt x="7820005" y="6522254"/>
                </a:lnTo>
                <a:cubicBezTo>
                  <a:pt x="7812641" y="6525763"/>
                  <a:pt x="7805193" y="6529063"/>
                  <a:pt x="7797020" y="6531612"/>
                </a:cubicBezTo>
                <a:cubicBezTo>
                  <a:pt x="7782159" y="6505259"/>
                  <a:pt x="7725050" y="6548941"/>
                  <a:pt x="7727879" y="6524102"/>
                </a:cubicBezTo>
                <a:cubicBezTo>
                  <a:pt x="7680386" y="6533519"/>
                  <a:pt x="7695538" y="6507405"/>
                  <a:pt x="7659324" y="6537474"/>
                </a:cubicBezTo>
                <a:cubicBezTo>
                  <a:pt x="7566636" y="6535069"/>
                  <a:pt x="7462452" y="6568928"/>
                  <a:pt x="7374068" y="6552862"/>
                </a:cubicBezTo>
                <a:cubicBezTo>
                  <a:pt x="7393454" y="6562410"/>
                  <a:pt x="7373124" y="6578225"/>
                  <a:pt x="7346163" y="6577609"/>
                </a:cubicBezTo>
                <a:cubicBezTo>
                  <a:pt x="7419349" y="6615756"/>
                  <a:pt x="7219942" y="6557562"/>
                  <a:pt x="7235023" y="6591880"/>
                </a:cubicBezTo>
                <a:cubicBezTo>
                  <a:pt x="7203144" y="6564271"/>
                  <a:pt x="7057485" y="6539224"/>
                  <a:pt x="7039074" y="6572474"/>
                </a:cubicBezTo>
                <a:cubicBezTo>
                  <a:pt x="6966094" y="6582775"/>
                  <a:pt x="6893201" y="6571018"/>
                  <a:pt x="6833428" y="6596853"/>
                </a:cubicBezTo>
                <a:cubicBezTo>
                  <a:pt x="6827113" y="6593647"/>
                  <a:pt x="6820080" y="6591377"/>
                  <a:pt x="6812583" y="6589775"/>
                </a:cubicBezTo>
                <a:lnTo>
                  <a:pt x="6790242" y="6586880"/>
                </a:lnTo>
                <a:lnTo>
                  <a:pt x="6787846" y="6588046"/>
                </a:lnTo>
                <a:cubicBezTo>
                  <a:pt x="6776461" y="6590858"/>
                  <a:pt x="6768832" y="6590687"/>
                  <a:pt x="6762881" y="6589201"/>
                </a:cubicBezTo>
                <a:lnTo>
                  <a:pt x="6756732" y="6586412"/>
                </a:lnTo>
                <a:lnTo>
                  <a:pt x="6739390" y="6586250"/>
                </a:lnTo>
                <a:lnTo>
                  <a:pt x="6704653" y="6583365"/>
                </a:lnTo>
                <a:lnTo>
                  <a:pt x="6698694" y="6585233"/>
                </a:lnTo>
                <a:lnTo>
                  <a:pt x="6647142" y="6584630"/>
                </a:lnTo>
                <a:lnTo>
                  <a:pt x="6646688" y="6585765"/>
                </a:lnTo>
                <a:cubicBezTo>
                  <a:pt x="6644494" y="6588296"/>
                  <a:pt x="6640660" y="6590137"/>
                  <a:pt x="6633278" y="6590589"/>
                </a:cubicBezTo>
                <a:cubicBezTo>
                  <a:pt x="6648367" y="6606646"/>
                  <a:pt x="6630160" y="6597288"/>
                  <a:pt x="6607065" y="6597202"/>
                </a:cubicBezTo>
                <a:cubicBezTo>
                  <a:pt x="6625347" y="6622121"/>
                  <a:pt x="6557475" y="6611760"/>
                  <a:pt x="6549804" y="6626596"/>
                </a:cubicBezTo>
                <a:cubicBezTo>
                  <a:pt x="6532425" y="6625972"/>
                  <a:pt x="6514382" y="6625766"/>
                  <a:pt x="6496083" y="6626095"/>
                </a:cubicBezTo>
                <a:lnTo>
                  <a:pt x="6485389" y="6626617"/>
                </a:lnTo>
                <a:lnTo>
                  <a:pt x="6485223" y="6626886"/>
                </a:lnTo>
                <a:cubicBezTo>
                  <a:pt x="6483001" y="6627550"/>
                  <a:pt x="6479520" y="6627927"/>
                  <a:pt x="6474035" y="6627950"/>
                </a:cubicBezTo>
                <a:lnTo>
                  <a:pt x="6465888" y="6627571"/>
                </a:lnTo>
                <a:lnTo>
                  <a:pt x="6445139" y="6628585"/>
                </a:lnTo>
                <a:lnTo>
                  <a:pt x="6438312" y="6630646"/>
                </a:lnTo>
                <a:cubicBezTo>
                  <a:pt x="6417397" y="6642787"/>
                  <a:pt x="6447851" y="6675286"/>
                  <a:pt x="6392168" y="6665569"/>
                </a:cubicBezTo>
                <a:cubicBezTo>
                  <a:pt x="6343510" y="6677589"/>
                  <a:pt x="6330169" y="6701494"/>
                  <a:pt x="6272304" y="6700835"/>
                </a:cubicBezTo>
                <a:cubicBezTo>
                  <a:pt x="6226827" y="6712160"/>
                  <a:pt x="6194756" y="6728533"/>
                  <a:pt x="6150447" y="6732895"/>
                </a:cubicBezTo>
                <a:cubicBezTo>
                  <a:pt x="6140653" y="6742032"/>
                  <a:pt x="6128186" y="6747742"/>
                  <a:pt x="6104787" y="6743117"/>
                </a:cubicBezTo>
                <a:cubicBezTo>
                  <a:pt x="6064916" y="6755994"/>
                  <a:pt x="6067350" y="6769968"/>
                  <a:pt x="6030197" y="6767449"/>
                </a:cubicBezTo>
                <a:cubicBezTo>
                  <a:pt x="6025714" y="6799897"/>
                  <a:pt x="6010615" y="6777056"/>
                  <a:pt x="5980285" y="6782421"/>
                </a:cubicBezTo>
                <a:cubicBezTo>
                  <a:pt x="5954036" y="6784991"/>
                  <a:pt x="5980131" y="6764424"/>
                  <a:pt x="5958496" y="6769874"/>
                </a:cubicBezTo>
                <a:cubicBezTo>
                  <a:pt x="5944505" y="6782527"/>
                  <a:pt x="5921893" y="6765237"/>
                  <a:pt x="5908732" y="6779393"/>
                </a:cubicBezTo>
                <a:cubicBezTo>
                  <a:pt x="5931989" y="6790347"/>
                  <a:pt x="5860959" y="6791681"/>
                  <a:pt x="5874963" y="6803355"/>
                </a:cubicBezTo>
                <a:cubicBezTo>
                  <a:pt x="5833647" y="6793755"/>
                  <a:pt x="5851456" y="6816602"/>
                  <a:pt x="5819199" y="6820147"/>
                </a:cubicBezTo>
                <a:cubicBezTo>
                  <a:pt x="5798819" y="6818094"/>
                  <a:pt x="5788750" y="6819934"/>
                  <a:pt x="5786035" y="6830341"/>
                </a:cubicBezTo>
                <a:cubicBezTo>
                  <a:pt x="5689973" y="6819312"/>
                  <a:pt x="5750863" y="6840131"/>
                  <a:pt x="5683543" y="6846008"/>
                </a:cubicBezTo>
                <a:cubicBezTo>
                  <a:pt x="5622546" y="6848924"/>
                  <a:pt x="5561433" y="6857988"/>
                  <a:pt x="5478912" y="6843932"/>
                </a:cubicBezTo>
                <a:cubicBezTo>
                  <a:pt x="5459815" y="6838522"/>
                  <a:pt x="5436209" y="6841929"/>
                  <a:pt x="5426182" y="6851543"/>
                </a:cubicBezTo>
                <a:cubicBezTo>
                  <a:pt x="5424458" y="6853198"/>
                  <a:pt x="5423209" y="6854977"/>
                  <a:pt x="5422476" y="6856827"/>
                </a:cubicBezTo>
                <a:cubicBezTo>
                  <a:pt x="5368974" y="6845270"/>
                  <a:pt x="5364519" y="6860824"/>
                  <a:pt x="5334223" y="6851042"/>
                </a:cubicBezTo>
                <a:lnTo>
                  <a:pt x="5307101" y="6857999"/>
                </a:lnTo>
                <a:lnTo>
                  <a:pt x="0" y="6857999"/>
                </a:lnTo>
                <a:lnTo>
                  <a:pt x="0" y="2143233"/>
                </a:lnTo>
                <a:lnTo>
                  <a:pt x="23798" y="2139906"/>
                </a:lnTo>
                <a:cubicBezTo>
                  <a:pt x="74043" y="2136293"/>
                  <a:pt x="38977" y="2165571"/>
                  <a:pt x="87258" y="2143366"/>
                </a:cubicBezTo>
                <a:cubicBezTo>
                  <a:pt x="122965" y="2137787"/>
                  <a:pt x="117457" y="2188700"/>
                  <a:pt x="156013" y="2163361"/>
                </a:cubicBezTo>
                <a:cubicBezTo>
                  <a:pt x="199419" y="2162157"/>
                  <a:pt x="225310" y="2180084"/>
                  <a:pt x="266777" y="2165405"/>
                </a:cubicBezTo>
                <a:cubicBezTo>
                  <a:pt x="307408" y="2164360"/>
                  <a:pt x="341751" y="2171054"/>
                  <a:pt x="376805" y="2164126"/>
                </a:cubicBezTo>
                <a:cubicBezTo>
                  <a:pt x="390105" y="2169833"/>
                  <a:pt x="403012" y="2171855"/>
                  <a:pt x="416820" y="2162058"/>
                </a:cubicBezTo>
                <a:cubicBezTo>
                  <a:pt x="454441" y="2163754"/>
                  <a:pt x="462164" y="2176725"/>
                  <a:pt x="487366" y="2165444"/>
                </a:cubicBezTo>
                <a:cubicBezTo>
                  <a:pt x="512638" y="2193098"/>
                  <a:pt x="508069" y="2169186"/>
                  <a:pt x="533680" y="2166550"/>
                </a:cubicBezTo>
                <a:cubicBezTo>
                  <a:pt x="554439" y="2162433"/>
                  <a:pt x="521576" y="2150568"/>
                  <a:pt x="540946" y="2150128"/>
                </a:cubicBezTo>
                <a:cubicBezTo>
                  <a:pt x="559671" y="2157928"/>
                  <a:pt x="564313" y="2137102"/>
                  <a:pt x="583453" y="2146439"/>
                </a:cubicBezTo>
                <a:cubicBezTo>
                  <a:pt x="574045" y="2161807"/>
                  <a:pt x="626400" y="2145688"/>
                  <a:pt x="624180" y="2159439"/>
                </a:cubicBezTo>
                <a:cubicBezTo>
                  <a:pt x="647591" y="2140873"/>
                  <a:pt x="650201" y="2165450"/>
                  <a:pt x="675971" y="2160733"/>
                </a:cubicBezTo>
                <a:cubicBezTo>
                  <a:pt x="689339" y="2153950"/>
                  <a:pt x="697882" y="2153126"/>
                  <a:pt x="706914" y="2161686"/>
                </a:cubicBezTo>
                <a:cubicBezTo>
                  <a:pt x="769009" y="2128516"/>
                  <a:pt x="739035" y="2161792"/>
                  <a:pt x="791788" y="2150599"/>
                </a:cubicBezTo>
                <a:cubicBezTo>
                  <a:pt x="837950" y="2138324"/>
                  <a:pt x="852628" y="2155297"/>
                  <a:pt x="902857" y="2122745"/>
                </a:cubicBezTo>
                <a:cubicBezTo>
                  <a:pt x="913016" y="2113301"/>
                  <a:pt x="967730" y="2097173"/>
                  <a:pt x="981959" y="2092815"/>
                </a:cubicBezTo>
                <a:cubicBezTo>
                  <a:pt x="996188" y="2088456"/>
                  <a:pt x="986445" y="2095133"/>
                  <a:pt x="988232" y="2096592"/>
                </a:cubicBezTo>
                <a:cubicBezTo>
                  <a:pt x="1019139" y="2073321"/>
                  <a:pt x="1032924" y="2086016"/>
                  <a:pt x="1048229" y="2069972"/>
                </a:cubicBezTo>
                <a:cubicBezTo>
                  <a:pt x="1091335" y="2064742"/>
                  <a:pt x="1121978" y="2082008"/>
                  <a:pt x="1136098" y="2067967"/>
                </a:cubicBezTo>
                <a:cubicBezTo>
                  <a:pt x="1157340" y="2069596"/>
                  <a:pt x="1183471" y="2087419"/>
                  <a:pt x="1202436" y="2072380"/>
                </a:cubicBezTo>
                <a:cubicBezTo>
                  <a:pt x="1202276" y="2085209"/>
                  <a:pt x="1228778" y="2063479"/>
                  <a:pt x="1239614" y="2072295"/>
                </a:cubicBezTo>
                <a:cubicBezTo>
                  <a:pt x="1247024" y="2079920"/>
                  <a:pt x="1256792" y="2075104"/>
                  <a:pt x="1266687" y="2075072"/>
                </a:cubicBezTo>
                <a:cubicBezTo>
                  <a:pt x="1278018" y="2081364"/>
                  <a:pt x="1322622" y="2073526"/>
                  <a:pt x="1335495" y="2066868"/>
                </a:cubicBezTo>
                <a:cubicBezTo>
                  <a:pt x="1368381" y="2043096"/>
                  <a:pt x="1422617" y="2065011"/>
                  <a:pt x="1449503" y="2046887"/>
                </a:cubicBezTo>
                <a:cubicBezTo>
                  <a:pt x="1458132" y="2044484"/>
                  <a:pt x="1466138" y="2043753"/>
                  <a:pt x="1473714" y="2044066"/>
                </a:cubicBezTo>
                <a:lnTo>
                  <a:pt x="1494279" y="2047336"/>
                </a:lnTo>
                <a:lnTo>
                  <a:pt x="1498838" y="2053057"/>
                </a:lnTo>
                <a:lnTo>
                  <a:pt x="1512113" y="2052421"/>
                </a:lnTo>
                <a:lnTo>
                  <a:pt x="1515595" y="2053441"/>
                </a:lnTo>
                <a:cubicBezTo>
                  <a:pt x="1522236" y="2055416"/>
                  <a:pt x="1528840" y="2057179"/>
                  <a:pt x="1535601" y="2058100"/>
                </a:cubicBezTo>
                <a:cubicBezTo>
                  <a:pt x="1533819" y="2030557"/>
                  <a:pt x="1592812" y="2061403"/>
                  <a:pt x="1579590" y="2038490"/>
                </a:cubicBezTo>
                <a:cubicBezTo>
                  <a:pt x="1616426" y="2038767"/>
                  <a:pt x="1594177" y="2016885"/>
                  <a:pt x="1632661" y="2038680"/>
                </a:cubicBezTo>
                <a:cubicBezTo>
                  <a:pt x="1695112" y="2019618"/>
                  <a:pt x="1728303" y="2044586"/>
                  <a:pt x="1781597" y="2013421"/>
                </a:cubicBezTo>
                <a:cubicBezTo>
                  <a:pt x="1834196" y="2009160"/>
                  <a:pt x="1902538" y="2002271"/>
                  <a:pt x="1942299" y="1995238"/>
                </a:cubicBezTo>
                <a:cubicBezTo>
                  <a:pt x="1987356" y="1969382"/>
                  <a:pt x="2046051" y="1931285"/>
                  <a:pt x="2073776" y="1959306"/>
                </a:cubicBezTo>
                <a:cubicBezTo>
                  <a:pt x="2128486" y="1955797"/>
                  <a:pt x="2173117" y="1931503"/>
                  <a:pt x="2225830" y="1945035"/>
                </a:cubicBezTo>
                <a:cubicBezTo>
                  <a:pt x="2228705" y="1940868"/>
                  <a:pt x="2232493" y="1937453"/>
                  <a:pt x="2236906" y="1934583"/>
                </a:cubicBezTo>
                <a:lnTo>
                  <a:pt x="2250907" y="1927805"/>
                </a:lnTo>
                <a:lnTo>
                  <a:pt x="2253081" y="1928470"/>
                </a:lnTo>
                <a:cubicBezTo>
                  <a:pt x="2262162" y="1929060"/>
                  <a:pt x="2267315" y="1927517"/>
                  <a:pt x="2270720" y="1925037"/>
                </a:cubicBezTo>
                <a:lnTo>
                  <a:pt x="2273667" y="1921293"/>
                </a:lnTo>
                <a:lnTo>
                  <a:pt x="2285482" y="1917998"/>
                </a:lnTo>
                <a:lnTo>
                  <a:pt x="2307986" y="1908982"/>
                </a:lnTo>
                <a:lnTo>
                  <a:pt x="2312921" y="1909665"/>
                </a:lnTo>
                <a:lnTo>
                  <a:pt x="2347989" y="1899756"/>
                </a:lnTo>
                <a:lnTo>
                  <a:pt x="2348816" y="1900744"/>
                </a:lnTo>
                <a:cubicBezTo>
                  <a:pt x="2351467" y="1902733"/>
                  <a:pt x="2354933" y="1903776"/>
                  <a:pt x="2360199" y="1902864"/>
                </a:cubicBezTo>
                <a:cubicBezTo>
                  <a:pt x="2357148" y="1920740"/>
                  <a:pt x="2365381" y="1908616"/>
                  <a:pt x="2381173" y="1904351"/>
                </a:cubicBezTo>
                <a:cubicBezTo>
                  <a:pt x="2379960" y="1931162"/>
                  <a:pt x="2421782" y="1909095"/>
                  <a:pt x="2433782" y="1921696"/>
                </a:cubicBezTo>
                <a:cubicBezTo>
                  <a:pt x="2445411" y="1917959"/>
                  <a:pt x="2457686" y="1914495"/>
                  <a:pt x="2470381" y="1911489"/>
                </a:cubicBezTo>
                <a:lnTo>
                  <a:pt x="2477951" y="1910044"/>
                </a:lnTo>
                <a:lnTo>
                  <a:pt x="2478187" y="1910267"/>
                </a:lnTo>
                <a:cubicBezTo>
                  <a:pt x="2480012" y="1910490"/>
                  <a:pt x="2482569" y="1910217"/>
                  <a:pt x="2486339" y="1909244"/>
                </a:cubicBezTo>
                <a:lnTo>
                  <a:pt x="2491753" y="1907410"/>
                </a:lnTo>
                <a:lnTo>
                  <a:pt x="2506438" y="1904607"/>
                </a:lnTo>
                <a:lnTo>
                  <a:pt x="2512055" y="1905314"/>
                </a:lnTo>
                <a:cubicBezTo>
                  <a:pt x="2531909" y="1912973"/>
                  <a:pt x="2525790" y="1949139"/>
                  <a:pt x="2559550" y="1929886"/>
                </a:cubicBezTo>
                <a:cubicBezTo>
                  <a:pt x="2598368" y="1932405"/>
                  <a:pt x="2618373" y="1952531"/>
                  <a:pt x="2657743" y="1941427"/>
                </a:cubicBezTo>
                <a:cubicBezTo>
                  <a:pt x="2694066" y="1943866"/>
                  <a:pt x="2723489" y="1953496"/>
                  <a:pt x="2755845" y="1949581"/>
                </a:cubicBezTo>
                <a:cubicBezTo>
                  <a:pt x="2766710" y="1956423"/>
                  <a:pt x="2777851" y="1959550"/>
                  <a:pt x="2791790" y="1950948"/>
                </a:cubicBezTo>
                <a:cubicBezTo>
                  <a:pt x="2824975" y="1955867"/>
                  <a:pt x="2829653" y="1969486"/>
                  <a:pt x="2853980" y="1960379"/>
                </a:cubicBezTo>
                <a:cubicBezTo>
                  <a:pt x="2867339" y="1982719"/>
                  <a:pt x="2870664" y="1974650"/>
                  <a:pt x="2881292" y="1969035"/>
                </a:cubicBezTo>
                <a:lnTo>
                  <a:pt x="2882690" y="1968669"/>
                </a:lnTo>
                <a:lnTo>
                  <a:pt x="2884480" y="1971856"/>
                </a:lnTo>
                <a:lnTo>
                  <a:pt x="2889504" y="1973560"/>
                </a:lnTo>
                <a:lnTo>
                  <a:pt x="2904507" y="1973450"/>
                </a:lnTo>
                <a:lnTo>
                  <a:pt x="2910361" y="1972623"/>
                </a:lnTo>
                <a:cubicBezTo>
                  <a:pt x="2914314" y="1972346"/>
                  <a:pt x="2916841" y="1972538"/>
                  <a:pt x="2918476" y="1973085"/>
                </a:cubicBezTo>
                <a:cubicBezTo>
                  <a:pt x="2918519" y="1973172"/>
                  <a:pt x="2918565" y="1973259"/>
                  <a:pt x="2918608" y="1973346"/>
                </a:cubicBezTo>
                <a:lnTo>
                  <a:pt x="2926342" y="1973289"/>
                </a:lnTo>
                <a:cubicBezTo>
                  <a:pt x="2939546" y="1972624"/>
                  <a:pt x="2952540" y="1971432"/>
                  <a:pt x="2965031" y="1969856"/>
                </a:cubicBezTo>
                <a:cubicBezTo>
                  <a:pt x="2971305" y="1984385"/>
                  <a:pt x="3019698" y="1970246"/>
                  <a:pt x="3007773" y="1996347"/>
                </a:cubicBezTo>
                <a:cubicBezTo>
                  <a:pt x="3024413" y="1995002"/>
                  <a:pt x="3037063" y="1984582"/>
                  <a:pt x="3026997" y="2001580"/>
                </a:cubicBezTo>
                <a:cubicBezTo>
                  <a:pt x="3032338" y="2001634"/>
                  <a:pt x="3035193" y="2003280"/>
                  <a:pt x="3036901" y="2005710"/>
                </a:cubicBezTo>
                <a:lnTo>
                  <a:pt x="3037285" y="2006829"/>
                </a:lnTo>
                <a:lnTo>
                  <a:pt x="3074407" y="2003411"/>
                </a:lnTo>
                <a:lnTo>
                  <a:pt x="3078795" y="2004969"/>
                </a:lnTo>
                <a:lnTo>
                  <a:pt x="3103685" y="2000166"/>
                </a:lnTo>
                <a:lnTo>
                  <a:pt x="3116175" y="1999058"/>
                </a:lnTo>
                <a:lnTo>
                  <a:pt x="3120468" y="1995915"/>
                </a:lnTo>
                <a:cubicBezTo>
                  <a:pt x="3124679" y="1994091"/>
                  <a:pt x="3130170" y="1993504"/>
                  <a:pt x="3138514" y="1995716"/>
                </a:cubicBezTo>
                <a:lnTo>
                  <a:pt x="3140299" y="1996760"/>
                </a:lnTo>
                <a:lnTo>
                  <a:pt x="3156256" y="1992625"/>
                </a:lnTo>
                <a:cubicBezTo>
                  <a:pt x="3161579" y="1990603"/>
                  <a:pt x="3166532" y="1987932"/>
                  <a:pt x="3170922" y="1984357"/>
                </a:cubicBezTo>
                <a:cubicBezTo>
                  <a:pt x="3215296" y="2007127"/>
                  <a:pt x="3279153" y="1979394"/>
                  <a:pt x="3332263" y="1985792"/>
                </a:cubicBezTo>
                <a:cubicBezTo>
                  <a:pt x="3365071" y="1970632"/>
                  <a:pt x="3439000" y="1997025"/>
                  <a:pt x="3460591" y="1967471"/>
                </a:cubicBezTo>
                <a:cubicBezTo>
                  <a:pt x="3451444" y="2002870"/>
                  <a:pt x="3556491" y="1969109"/>
                  <a:pt x="3595015" y="1975790"/>
                </a:cubicBezTo>
                <a:cubicBezTo>
                  <a:pt x="3658347" y="1975113"/>
                  <a:pt x="3722805" y="1993634"/>
                  <a:pt x="3769101" y="1999150"/>
                </a:cubicBezTo>
                <a:cubicBezTo>
                  <a:pt x="3796708" y="2027471"/>
                  <a:pt x="3784478" y="2001987"/>
                  <a:pt x="3819178" y="2008885"/>
                </a:cubicBezTo>
                <a:cubicBezTo>
                  <a:pt x="3815893" y="1984013"/>
                  <a:pt x="3859241" y="2024909"/>
                  <a:pt x="3868628" y="1997548"/>
                </a:cubicBezTo>
                <a:cubicBezTo>
                  <a:pt x="3874646" y="1999671"/>
                  <a:pt x="3880179" y="2002589"/>
                  <a:pt x="3885662" y="2005723"/>
                </a:cubicBezTo>
                <a:lnTo>
                  <a:pt x="3888539" y="2007351"/>
                </a:lnTo>
                <a:lnTo>
                  <a:pt x="3901342" y="2009114"/>
                </a:lnTo>
                <a:lnTo>
                  <a:pt x="3903349" y="2015552"/>
                </a:lnTo>
                <a:lnTo>
                  <a:pt x="3921468" y="2022461"/>
                </a:lnTo>
                <a:cubicBezTo>
                  <a:pt x="3928503" y="2024132"/>
                  <a:pt x="3936363" y="2024854"/>
                  <a:pt x="3945480" y="2024047"/>
                </a:cubicBezTo>
                <a:cubicBezTo>
                  <a:pt x="3978176" y="2011092"/>
                  <a:pt x="4020619" y="2042364"/>
                  <a:pt x="4061250" y="2024945"/>
                </a:cubicBezTo>
                <a:cubicBezTo>
                  <a:pt x="4076090" y="2020726"/>
                  <a:pt x="4121392" y="2021057"/>
                  <a:pt x="4129570" y="2029272"/>
                </a:cubicBezTo>
                <a:cubicBezTo>
                  <a:pt x="4138935" y="2031020"/>
                  <a:pt x="4150099" y="2028050"/>
                  <a:pt x="4154036" y="2036868"/>
                </a:cubicBezTo>
                <a:cubicBezTo>
                  <a:pt x="4160735" y="2047472"/>
                  <a:pt x="4194512" y="2030907"/>
                  <a:pt x="4189204" y="2043474"/>
                </a:cubicBezTo>
                <a:cubicBezTo>
                  <a:pt x="4213171" y="2032123"/>
                  <a:pt x="4230703" y="2054320"/>
                  <a:pt x="4250119" y="2059743"/>
                </a:cubicBezTo>
                <a:cubicBezTo>
                  <a:pt x="4259612" y="2054119"/>
                  <a:pt x="4269863" y="2056925"/>
                  <a:pt x="4283096" y="2061464"/>
                </a:cubicBezTo>
                <a:lnTo>
                  <a:pt x="4301210" y="2067352"/>
                </a:lnTo>
                <a:lnTo>
                  <a:pt x="4308819" y="2066758"/>
                </a:lnTo>
                <a:cubicBezTo>
                  <a:pt x="4318024" y="2066868"/>
                  <a:pt x="4326429" y="2067593"/>
                  <a:pt x="4333907" y="2068098"/>
                </a:cubicBezTo>
                <a:lnTo>
                  <a:pt x="4348284" y="2068116"/>
                </a:lnTo>
                <a:lnTo>
                  <a:pt x="4354009" y="2067847"/>
                </a:lnTo>
                <a:lnTo>
                  <a:pt x="4366647" y="2061827"/>
                </a:lnTo>
                <a:lnTo>
                  <a:pt x="4383151" y="2064242"/>
                </a:lnTo>
                <a:lnTo>
                  <a:pt x="4401354" y="2058245"/>
                </a:lnTo>
                <a:cubicBezTo>
                  <a:pt x="4402457" y="2059998"/>
                  <a:pt x="4403942" y="2061629"/>
                  <a:pt x="4405765" y="2063081"/>
                </a:cubicBezTo>
                <a:lnTo>
                  <a:pt x="4420601" y="2068011"/>
                </a:lnTo>
                <a:lnTo>
                  <a:pt x="4433312" y="2062239"/>
                </a:lnTo>
                <a:cubicBezTo>
                  <a:pt x="4433913" y="2071826"/>
                  <a:pt x="4448053" y="2061159"/>
                  <a:pt x="4459938" y="2058655"/>
                </a:cubicBezTo>
                <a:lnTo>
                  <a:pt x="4467257" y="2059536"/>
                </a:lnTo>
                <a:lnTo>
                  <a:pt x="4492833" y="2051951"/>
                </a:lnTo>
                <a:cubicBezTo>
                  <a:pt x="4506830" y="2048890"/>
                  <a:pt x="4520326" y="2046915"/>
                  <a:pt x="4533444" y="2045543"/>
                </a:cubicBezTo>
                <a:lnTo>
                  <a:pt x="4579902" y="2042473"/>
                </a:lnTo>
                <a:lnTo>
                  <a:pt x="4593061" y="2036537"/>
                </a:lnTo>
                <a:cubicBezTo>
                  <a:pt x="4623093" y="2030020"/>
                  <a:pt x="4659310" y="2036776"/>
                  <a:pt x="4678455" y="2022033"/>
                </a:cubicBezTo>
                <a:cubicBezTo>
                  <a:pt x="4686902" y="2019123"/>
                  <a:pt x="4694854" y="2017915"/>
                  <a:pt x="4702453" y="2017770"/>
                </a:cubicBezTo>
                <a:lnTo>
                  <a:pt x="4723263" y="2019792"/>
                </a:lnTo>
                <a:lnTo>
                  <a:pt x="4728248" y="2025217"/>
                </a:lnTo>
                <a:lnTo>
                  <a:pt x="4741475" y="2023784"/>
                </a:lnTo>
                <a:lnTo>
                  <a:pt x="4745033" y="2024591"/>
                </a:lnTo>
                <a:cubicBezTo>
                  <a:pt x="4751823" y="2026159"/>
                  <a:pt x="4758560" y="2027516"/>
                  <a:pt x="4765390" y="2028029"/>
                </a:cubicBezTo>
                <a:cubicBezTo>
                  <a:pt x="4761540" y="2000715"/>
                  <a:pt x="4822843" y="2027885"/>
                  <a:pt x="4807902" y="2005868"/>
                </a:cubicBezTo>
                <a:cubicBezTo>
                  <a:pt x="4844760" y="2003930"/>
                  <a:pt x="4820870" y="1983482"/>
                  <a:pt x="4860989" y="2002871"/>
                </a:cubicBezTo>
                <a:cubicBezTo>
                  <a:pt x="4922008" y="1980146"/>
                  <a:pt x="5009783" y="1987933"/>
                  <a:pt x="5060738" y="1953707"/>
                </a:cubicBezTo>
                <a:cubicBezTo>
                  <a:pt x="5113014" y="1946308"/>
                  <a:pt x="5135414" y="1967863"/>
                  <a:pt x="5174646" y="1958475"/>
                </a:cubicBezTo>
                <a:cubicBezTo>
                  <a:pt x="5181576" y="1926245"/>
                  <a:pt x="5266302" y="1871146"/>
                  <a:pt x="5296127" y="1897377"/>
                </a:cubicBezTo>
                <a:cubicBezTo>
                  <a:pt x="5350570" y="1890601"/>
                  <a:pt x="5393378" y="1863736"/>
                  <a:pt x="5447102" y="1874045"/>
                </a:cubicBezTo>
                <a:cubicBezTo>
                  <a:pt x="5449663" y="1869724"/>
                  <a:pt x="5453194" y="1866097"/>
                  <a:pt x="5457394" y="1862976"/>
                </a:cubicBezTo>
                <a:lnTo>
                  <a:pt x="5470885" y="1855386"/>
                </a:lnTo>
                <a:lnTo>
                  <a:pt x="5473108" y="1855919"/>
                </a:lnTo>
                <a:cubicBezTo>
                  <a:pt x="5482234" y="1855961"/>
                  <a:pt x="5487271" y="1854115"/>
                  <a:pt x="5490487" y="1851442"/>
                </a:cubicBezTo>
                <a:lnTo>
                  <a:pt x="5493156" y="1847537"/>
                </a:lnTo>
                <a:lnTo>
                  <a:pt x="5504724" y="1843550"/>
                </a:lnTo>
                <a:lnTo>
                  <a:pt x="5526552" y="1833223"/>
                </a:lnTo>
                <a:lnTo>
                  <a:pt x="5531534" y="1833606"/>
                </a:lnTo>
                <a:lnTo>
                  <a:pt x="5565857" y="1821637"/>
                </a:lnTo>
                <a:lnTo>
                  <a:pt x="5566758" y="1822571"/>
                </a:lnTo>
                <a:cubicBezTo>
                  <a:pt x="5569560" y="1824391"/>
                  <a:pt x="5573104" y="1825220"/>
                  <a:pt x="5578300" y="1823998"/>
                </a:cubicBezTo>
                <a:cubicBezTo>
                  <a:pt x="5576590" y="1841977"/>
                  <a:pt x="5583913" y="1829412"/>
                  <a:pt x="5599385" y="1824219"/>
                </a:cubicBezTo>
                <a:cubicBezTo>
                  <a:pt x="5600181" y="1850985"/>
                  <a:pt x="5640346" y="1826505"/>
                  <a:pt x="5653291" y="1838330"/>
                </a:cubicBezTo>
                <a:cubicBezTo>
                  <a:pt x="5664639" y="1833911"/>
                  <a:pt x="5676656" y="1829727"/>
                  <a:pt x="5689123" y="1825972"/>
                </a:cubicBezTo>
                <a:lnTo>
                  <a:pt x="5696583" y="1824080"/>
                </a:lnTo>
                <a:lnTo>
                  <a:pt x="5696836" y="1824287"/>
                </a:lnTo>
                <a:cubicBezTo>
                  <a:pt x="5698678" y="1824400"/>
                  <a:pt x="5701213" y="1823974"/>
                  <a:pt x="5704910" y="1822779"/>
                </a:cubicBezTo>
                <a:lnTo>
                  <a:pt x="5710186" y="1820629"/>
                </a:lnTo>
                <a:lnTo>
                  <a:pt x="5724662" y="1816957"/>
                </a:lnTo>
                <a:lnTo>
                  <a:pt x="5730330" y="1817323"/>
                </a:lnTo>
                <a:lnTo>
                  <a:pt x="5733569" y="1819818"/>
                </a:lnTo>
                <a:lnTo>
                  <a:pt x="5734751" y="1819150"/>
                </a:lnTo>
                <a:cubicBezTo>
                  <a:pt x="5742385" y="1811473"/>
                  <a:pt x="5741789" y="1803283"/>
                  <a:pt x="5765286" y="1820584"/>
                </a:cubicBezTo>
                <a:cubicBezTo>
                  <a:pt x="5784532" y="1806446"/>
                  <a:pt x="5795499" y="1817814"/>
                  <a:pt x="5829951" y="1814425"/>
                </a:cubicBezTo>
                <a:cubicBezTo>
                  <a:pt x="5839381" y="1803221"/>
                  <a:pt x="5851644" y="1803437"/>
                  <a:pt x="5865400" y="1807121"/>
                </a:cubicBezTo>
                <a:cubicBezTo>
                  <a:pt x="5894873" y="1795832"/>
                  <a:pt x="5927910" y="1797657"/>
                  <a:pt x="5964230" y="1791246"/>
                </a:cubicBezTo>
                <a:cubicBezTo>
                  <a:pt x="5997095" y="1771694"/>
                  <a:pt x="6025977" y="1785382"/>
                  <a:pt x="6064751" y="1778450"/>
                </a:cubicBezTo>
                <a:cubicBezTo>
                  <a:pt x="6088334" y="1752766"/>
                  <a:pt x="6099508" y="1787374"/>
                  <a:pt x="6122352" y="1789671"/>
                </a:cubicBezTo>
                <a:lnTo>
                  <a:pt x="6128122" y="1788981"/>
                </a:lnTo>
                <a:lnTo>
                  <a:pt x="6141014" y="1782915"/>
                </a:lnTo>
                <a:lnTo>
                  <a:pt x="6145388" y="1779947"/>
                </a:lnTo>
                <a:cubicBezTo>
                  <a:pt x="6148578" y="1778158"/>
                  <a:pt x="6150926" y="1777299"/>
                  <a:pt x="6152799" y="1777068"/>
                </a:cubicBezTo>
                <a:lnTo>
                  <a:pt x="6153131" y="1777217"/>
                </a:lnTo>
                <a:lnTo>
                  <a:pt x="6159777" y="1774090"/>
                </a:lnTo>
                <a:cubicBezTo>
                  <a:pt x="6170646" y="1768312"/>
                  <a:pt x="6180893" y="1762216"/>
                  <a:pt x="6190386" y="1756022"/>
                </a:cubicBezTo>
                <a:cubicBezTo>
                  <a:pt x="6207960" y="1764717"/>
                  <a:pt x="6238019" y="1734533"/>
                  <a:pt x="6249518" y="1759399"/>
                </a:cubicBezTo>
                <a:cubicBezTo>
                  <a:pt x="6262790" y="1751731"/>
                  <a:pt x="6265029" y="1738657"/>
                  <a:pt x="6270527" y="1755769"/>
                </a:cubicBezTo>
                <a:cubicBezTo>
                  <a:pt x="6275192" y="1753681"/>
                  <a:pt x="6279041" y="1753811"/>
                  <a:pt x="6282550" y="1755003"/>
                </a:cubicBezTo>
                <a:lnTo>
                  <a:pt x="6283816" y="1755712"/>
                </a:lnTo>
                <a:lnTo>
                  <a:pt x="6313084" y="1738281"/>
                </a:lnTo>
                <a:lnTo>
                  <a:pt x="6318182" y="1737732"/>
                </a:lnTo>
                <a:lnTo>
                  <a:pt x="6335709" y="1724111"/>
                </a:lnTo>
                <a:lnTo>
                  <a:pt x="6345588" y="1718279"/>
                </a:lnTo>
                <a:lnTo>
                  <a:pt x="6346673" y="1714145"/>
                </a:lnTo>
                <a:cubicBezTo>
                  <a:pt x="6348796" y="1711062"/>
                  <a:pt x="6353055" y="1708421"/>
                  <a:pt x="6362126" y="1706799"/>
                </a:cubicBezTo>
                <a:lnTo>
                  <a:pt x="6364545" y="1706892"/>
                </a:lnTo>
                <a:cubicBezTo>
                  <a:pt x="6367637" y="1703281"/>
                  <a:pt x="6424942" y="1698254"/>
                  <a:pt x="6464076" y="1679171"/>
                </a:cubicBezTo>
                <a:cubicBezTo>
                  <a:pt x="6504464" y="1655724"/>
                  <a:pt x="6547114" y="1618110"/>
                  <a:pt x="6599352" y="1592397"/>
                </a:cubicBezTo>
                <a:cubicBezTo>
                  <a:pt x="6621028" y="1623320"/>
                  <a:pt x="6702628" y="1477903"/>
                  <a:pt x="6694106" y="1530854"/>
                </a:cubicBezTo>
                <a:cubicBezTo>
                  <a:pt x="6709146" y="1521510"/>
                  <a:pt x="6782557" y="1496994"/>
                  <a:pt x="6779808" y="1510598"/>
                </a:cubicBezTo>
                <a:cubicBezTo>
                  <a:pt x="6816671" y="1469344"/>
                  <a:pt x="6859225" y="1490432"/>
                  <a:pt x="6910674" y="1458095"/>
                </a:cubicBezTo>
                <a:cubicBezTo>
                  <a:pt x="6958236" y="1468911"/>
                  <a:pt x="6926351" y="1454150"/>
                  <a:pt x="6962144" y="1445637"/>
                </a:cubicBezTo>
                <a:cubicBezTo>
                  <a:pt x="6938512" y="1427780"/>
                  <a:pt x="7010208" y="1442012"/>
                  <a:pt x="6995460" y="1417188"/>
                </a:cubicBezTo>
                <a:lnTo>
                  <a:pt x="7017033" y="1416698"/>
                </a:lnTo>
                <a:lnTo>
                  <a:pt x="7020886" y="1416805"/>
                </a:lnTo>
                <a:lnTo>
                  <a:pt x="7033438" y="1413061"/>
                </a:lnTo>
                <a:lnTo>
                  <a:pt x="7040555" y="1417220"/>
                </a:lnTo>
                <a:lnTo>
                  <a:pt x="7062011" y="1415322"/>
                </a:lnTo>
                <a:cubicBezTo>
                  <a:pt x="7069494" y="1413805"/>
                  <a:pt x="7076899" y="1411231"/>
                  <a:pt x="7084117" y="1406974"/>
                </a:cubicBezTo>
                <a:cubicBezTo>
                  <a:pt x="7101577" y="1383961"/>
                  <a:pt x="7164447" y="1391139"/>
                  <a:pt x="7185047" y="1361519"/>
                </a:cubicBezTo>
                <a:cubicBezTo>
                  <a:pt x="7194363" y="1352352"/>
                  <a:pt x="7233839" y="1334552"/>
                  <a:pt x="7247783" y="1337622"/>
                </a:cubicBezTo>
                <a:cubicBezTo>
                  <a:pt x="7257348" y="1335236"/>
                  <a:pt x="7264529" y="1328498"/>
                  <a:pt x="7275307" y="1333722"/>
                </a:cubicBezTo>
                <a:cubicBezTo>
                  <a:pt x="7289966" y="1339225"/>
                  <a:pt x="7305349" y="1312996"/>
                  <a:pt x="7311261" y="1324795"/>
                </a:cubicBezTo>
                <a:cubicBezTo>
                  <a:pt x="7322509" y="1306494"/>
                  <a:pt x="7356236" y="1316612"/>
                  <a:pt x="7377571" y="1313050"/>
                </a:cubicBezTo>
                <a:cubicBezTo>
                  <a:pt x="7384603" y="1296817"/>
                  <a:pt x="7422434" y="1305349"/>
                  <a:pt x="7461694" y="1290297"/>
                </a:cubicBezTo>
                <a:cubicBezTo>
                  <a:pt x="7468925" y="1271946"/>
                  <a:pt x="7488273" y="1280301"/>
                  <a:pt x="7507193" y="1251613"/>
                </a:cubicBezTo>
                <a:cubicBezTo>
                  <a:pt x="7509613" y="1252526"/>
                  <a:pt x="7512260" y="1253190"/>
                  <a:pt x="7515052" y="1253584"/>
                </a:cubicBezTo>
                <a:cubicBezTo>
                  <a:pt x="7531272" y="1255869"/>
                  <a:pt x="7548775" y="1248744"/>
                  <a:pt x="7554146" y="1237669"/>
                </a:cubicBezTo>
                <a:cubicBezTo>
                  <a:pt x="7587383" y="1195873"/>
                  <a:pt x="7632956" y="1177588"/>
                  <a:pt x="7671846" y="1155347"/>
                </a:cubicBezTo>
                <a:cubicBezTo>
                  <a:pt x="7717626" y="1132532"/>
                  <a:pt x="7704339" y="1170169"/>
                  <a:pt x="7748774" y="1124980"/>
                </a:cubicBezTo>
                <a:cubicBezTo>
                  <a:pt x="7761564" y="1130678"/>
                  <a:pt x="7769446" y="1127888"/>
                  <a:pt x="7779182" y="1118490"/>
                </a:cubicBezTo>
                <a:cubicBezTo>
                  <a:pt x="7801901" y="1108032"/>
                  <a:pt x="7816047" y="1129940"/>
                  <a:pt x="7829932" y="1107346"/>
                </a:cubicBezTo>
                <a:cubicBezTo>
                  <a:pt x="7834286" y="1120482"/>
                  <a:pt x="7877354" y="1093242"/>
                  <a:pt x="7875510" y="1109570"/>
                </a:cubicBezTo>
                <a:cubicBezTo>
                  <a:pt x="7898453" y="1113571"/>
                  <a:pt x="7893102" y="1093377"/>
                  <a:pt x="7914918" y="1096070"/>
                </a:cubicBezTo>
                <a:cubicBezTo>
                  <a:pt x="7933463" y="1091055"/>
                  <a:pt x="7896037" y="1088002"/>
                  <a:pt x="7914188" y="1079287"/>
                </a:cubicBezTo>
                <a:cubicBezTo>
                  <a:pt x="7937737" y="1070775"/>
                  <a:pt x="7922008" y="1049943"/>
                  <a:pt x="7959552" y="1069277"/>
                </a:cubicBezTo>
                <a:cubicBezTo>
                  <a:pt x="7978616" y="1052937"/>
                  <a:pt x="7992226" y="1062990"/>
                  <a:pt x="8029450" y="1055589"/>
                </a:cubicBezTo>
                <a:lnTo>
                  <a:pt x="8038422" y="1049493"/>
                </a:lnTo>
                <a:lnTo>
                  <a:pt x="8053585" y="1058943"/>
                </a:lnTo>
                <a:cubicBezTo>
                  <a:pt x="8061619" y="1062358"/>
                  <a:pt x="8070634" y="1063636"/>
                  <a:pt x="8081474" y="1059840"/>
                </a:cubicBezTo>
                <a:cubicBezTo>
                  <a:pt x="8141491" y="1015057"/>
                  <a:pt x="8090266" y="1080479"/>
                  <a:pt x="8197391" y="1038853"/>
                </a:cubicBezTo>
                <a:cubicBezTo>
                  <a:pt x="8201677" y="1033108"/>
                  <a:pt x="8217224" y="1033020"/>
                  <a:pt x="8218531" y="1038736"/>
                </a:cubicBezTo>
                <a:cubicBezTo>
                  <a:pt x="8224749" y="1034989"/>
                  <a:pt x="8236410" y="1019803"/>
                  <a:pt x="8242405" y="1027800"/>
                </a:cubicBezTo>
                <a:cubicBezTo>
                  <a:pt x="8260401" y="1023020"/>
                  <a:pt x="8277595" y="1016764"/>
                  <a:pt x="8293586" y="1009216"/>
                </a:cubicBezTo>
                <a:lnTo>
                  <a:pt x="8325267" y="990249"/>
                </a:lnTo>
                <a:lnTo>
                  <a:pt x="8335565" y="995156"/>
                </a:lnTo>
                <a:cubicBezTo>
                  <a:pt x="8342208" y="997234"/>
                  <a:pt x="8349366" y="997680"/>
                  <a:pt x="8357350" y="994276"/>
                </a:cubicBezTo>
                <a:cubicBezTo>
                  <a:pt x="8398773" y="957879"/>
                  <a:pt x="8366593" y="1009035"/>
                  <a:pt x="8445003" y="972367"/>
                </a:cubicBezTo>
                <a:cubicBezTo>
                  <a:pt x="8447663" y="967887"/>
                  <a:pt x="8459739" y="966961"/>
                  <a:pt x="8461421" y="971111"/>
                </a:cubicBezTo>
                <a:cubicBezTo>
                  <a:pt x="8465819" y="968000"/>
                  <a:pt x="8473109" y="956137"/>
                  <a:pt x="8478704" y="961712"/>
                </a:cubicBezTo>
                <a:cubicBezTo>
                  <a:pt x="8505565" y="952663"/>
                  <a:pt x="8529238" y="939426"/>
                  <a:pt x="8547429" y="923277"/>
                </a:cubicBezTo>
                <a:cubicBezTo>
                  <a:pt x="8576531" y="919061"/>
                  <a:pt x="8579138" y="912461"/>
                  <a:pt x="8579319" y="905576"/>
                </a:cubicBezTo>
                <a:cubicBezTo>
                  <a:pt x="8579529" y="904096"/>
                  <a:pt x="8579740" y="902618"/>
                  <a:pt x="8579950" y="901139"/>
                </a:cubicBezTo>
                <a:lnTo>
                  <a:pt x="8589038" y="903946"/>
                </a:lnTo>
                <a:cubicBezTo>
                  <a:pt x="8598255" y="904433"/>
                  <a:pt x="8605836" y="900079"/>
                  <a:pt x="8612581" y="893445"/>
                </a:cubicBezTo>
                <a:lnTo>
                  <a:pt x="8620213" y="884417"/>
                </a:lnTo>
                <a:lnTo>
                  <a:pt x="8636849" y="879570"/>
                </a:lnTo>
                <a:cubicBezTo>
                  <a:pt x="8647569" y="875664"/>
                  <a:pt x="8658506" y="871048"/>
                  <a:pt x="8678353" y="868709"/>
                </a:cubicBezTo>
                <a:cubicBezTo>
                  <a:pt x="8676250" y="844726"/>
                  <a:pt x="8711895" y="858913"/>
                  <a:pt x="8721366" y="848445"/>
                </a:cubicBezTo>
                <a:cubicBezTo>
                  <a:pt x="8730651" y="852242"/>
                  <a:pt x="8737642" y="851631"/>
                  <a:pt x="8743257" y="848457"/>
                </a:cubicBezTo>
                <a:lnTo>
                  <a:pt x="8755719" y="834419"/>
                </a:lnTo>
                <a:lnTo>
                  <a:pt x="8776970" y="830126"/>
                </a:lnTo>
                <a:cubicBezTo>
                  <a:pt x="8786153" y="826014"/>
                  <a:pt x="8792888" y="819621"/>
                  <a:pt x="8795998" y="809645"/>
                </a:cubicBezTo>
                <a:cubicBezTo>
                  <a:pt x="8805952" y="821837"/>
                  <a:pt x="8809794" y="841181"/>
                  <a:pt x="8837498" y="830583"/>
                </a:cubicBezTo>
                <a:cubicBezTo>
                  <a:pt x="8851172" y="827584"/>
                  <a:pt x="8868029" y="799681"/>
                  <a:pt x="8878040" y="791651"/>
                </a:cubicBezTo>
                <a:lnTo>
                  <a:pt x="8897564" y="782401"/>
                </a:lnTo>
                <a:lnTo>
                  <a:pt x="8905560" y="786219"/>
                </a:lnTo>
                <a:lnTo>
                  <a:pt x="8917778" y="783256"/>
                </a:lnTo>
                <a:lnTo>
                  <a:pt x="8914746" y="775031"/>
                </a:lnTo>
                <a:lnTo>
                  <a:pt x="8947030" y="764252"/>
                </a:lnTo>
                <a:cubicBezTo>
                  <a:pt x="8970788" y="755523"/>
                  <a:pt x="8988067" y="745115"/>
                  <a:pt x="8977138" y="726774"/>
                </a:cubicBezTo>
                <a:cubicBezTo>
                  <a:pt x="8977490" y="701480"/>
                  <a:pt x="9039667" y="723232"/>
                  <a:pt x="9028928" y="698996"/>
                </a:cubicBezTo>
                <a:cubicBezTo>
                  <a:pt x="9056296" y="708989"/>
                  <a:pt x="9080686" y="673518"/>
                  <a:pt x="9114263" y="665106"/>
                </a:cubicBezTo>
                <a:cubicBezTo>
                  <a:pt x="9115667" y="652470"/>
                  <a:pt x="9123557" y="650905"/>
                  <a:pt x="9139429" y="653134"/>
                </a:cubicBezTo>
                <a:cubicBezTo>
                  <a:pt x="9248531" y="629411"/>
                  <a:pt x="9343720" y="468354"/>
                  <a:pt x="9380600" y="515628"/>
                </a:cubicBezTo>
                <a:cubicBezTo>
                  <a:pt x="9406272" y="509931"/>
                  <a:pt x="9503943" y="538669"/>
                  <a:pt x="9561831" y="513591"/>
                </a:cubicBezTo>
                <a:cubicBezTo>
                  <a:pt x="9577802" y="480860"/>
                  <a:pt x="9713285" y="478736"/>
                  <a:pt x="9742561" y="469315"/>
                </a:cubicBezTo>
                <a:cubicBezTo>
                  <a:pt x="9742569" y="450758"/>
                  <a:pt x="9797169" y="453829"/>
                  <a:pt x="9784394" y="429345"/>
                </a:cubicBezTo>
                <a:cubicBezTo>
                  <a:pt x="9787055" y="417172"/>
                  <a:pt x="9801869" y="413844"/>
                  <a:pt x="9811914" y="421889"/>
                </a:cubicBezTo>
                <a:cubicBezTo>
                  <a:pt x="9828901" y="415568"/>
                  <a:pt x="9835642" y="400341"/>
                  <a:pt x="9858388" y="412158"/>
                </a:cubicBezTo>
                <a:cubicBezTo>
                  <a:pt x="9881945" y="404057"/>
                  <a:pt x="9894276" y="360744"/>
                  <a:pt x="9921770" y="380896"/>
                </a:cubicBezTo>
                <a:cubicBezTo>
                  <a:pt x="9930032" y="337884"/>
                  <a:pt x="10038117" y="312408"/>
                  <a:pt x="10084861" y="294587"/>
                </a:cubicBezTo>
                <a:cubicBezTo>
                  <a:pt x="10141631" y="278266"/>
                  <a:pt x="10188248" y="249698"/>
                  <a:pt x="10271351" y="227987"/>
                </a:cubicBezTo>
                <a:cubicBezTo>
                  <a:pt x="10362764" y="229558"/>
                  <a:pt x="10358378" y="196042"/>
                  <a:pt x="10424673" y="178078"/>
                </a:cubicBezTo>
                <a:cubicBezTo>
                  <a:pt x="10452909" y="162753"/>
                  <a:pt x="10514634" y="185033"/>
                  <a:pt x="10534657" y="156701"/>
                </a:cubicBezTo>
                <a:cubicBezTo>
                  <a:pt x="10595265" y="170910"/>
                  <a:pt x="10637600" y="149657"/>
                  <a:pt x="10726300" y="150292"/>
                </a:cubicBezTo>
                <a:cubicBezTo>
                  <a:pt x="10775756" y="148210"/>
                  <a:pt x="10805324" y="153235"/>
                  <a:pt x="10861177" y="138253"/>
                </a:cubicBezTo>
                <a:cubicBezTo>
                  <a:pt x="10888992" y="99450"/>
                  <a:pt x="10971843" y="126363"/>
                  <a:pt x="10995894" y="78271"/>
                </a:cubicBezTo>
                <a:cubicBezTo>
                  <a:pt x="11009945" y="87061"/>
                  <a:pt x="11016683" y="79738"/>
                  <a:pt x="11031776" y="74275"/>
                </a:cubicBezTo>
                <a:cubicBezTo>
                  <a:pt x="11049588" y="91553"/>
                  <a:pt x="11064655" y="65479"/>
                  <a:pt x="11082485" y="73705"/>
                </a:cubicBezTo>
                <a:cubicBezTo>
                  <a:pt x="11124351" y="51595"/>
                  <a:pt x="11194283" y="44212"/>
                  <a:pt x="11230739" y="34792"/>
                </a:cubicBezTo>
                <a:cubicBezTo>
                  <a:pt x="11248967" y="30081"/>
                  <a:pt x="11257520" y="13218"/>
                  <a:pt x="11268645" y="482"/>
                </a:cubicBezTo>
                <a:lnTo>
                  <a:pt x="11269336" y="3"/>
                </a:lnTo>
                <a:lnTo>
                  <a:pt x="0" y="3"/>
                </a:lnTo>
                <a:close/>
              </a:path>
            </a:pathLst>
          </a:custGeom>
        </p:spPr>
      </p:pic>
      <p:sp>
        <p:nvSpPr>
          <p:cNvPr id="2" name="Title 1"/>
          <p:cNvSpPr>
            <a:spLocks noGrp="1"/>
          </p:cNvSpPr>
          <p:nvPr>
            <p:ph type="ctrTitle"/>
          </p:nvPr>
        </p:nvSpPr>
        <p:spPr>
          <a:xfrm>
            <a:off x="545318" y="381663"/>
            <a:ext cx="7223106" cy="826935"/>
          </a:xfrm>
        </p:spPr>
        <p:txBody>
          <a:bodyPr>
            <a:normAutofit/>
          </a:bodyPr>
          <a:lstStyle/>
          <a:p>
            <a:pPr algn="l"/>
            <a:r>
              <a:rPr lang="en-GB" dirty="0">
                <a:ea typeface="Batang"/>
              </a:rPr>
              <a:t>WORLD HERITAGE SITES</a:t>
            </a:r>
            <a:endParaRPr lang="en-GB" dirty="0"/>
          </a:p>
        </p:txBody>
      </p:sp>
      <p:sp>
        <p:nvSpPr>
          <p:cNvPr id="3" name="Subtitle 2"/>
          <p:cNvSpPr>
            <a:spLocks noGrp="1"/>
          </p:cNvSpPr>
          <p:nvPr>
            <p:ph type="subTitle" idx="1"/>
          </p:nvPr>
        </p:nvSpPr>
        <p:spPr>
          <a:xfrm>
            <a:off x="545318" y="1256307"/>
            <a:ext cx="5553331" cy="572493"/>
          </a:xfrm>
        </p:spPr>
        <p:txBody>
          <a:bodyPr vert="horz" lIns="91440" tIns="45720" rIns="91440" bIns="45720" rtlCol="0">
            <a:normAutofit/>
          </a:bodyPr>
          <a:lstStyle/>
          <a:p>
            <a:pPr algn="l"/>
            <a:r>
              <a:rPr lang="en-GB" sz="1800">
                <a:ea typeface="Batang"/>
              </a:rPr>
              <a:t>By Dekoda-Marie and Leah</a:t>
            </a:r>
            <a:endParaRPr lang="en-GB" sz="1800"/>
          </a:p>
        </p:txBody>
      </p:sp>
    </p:spTree>
    <p:extLst>
      <p:ext uri="{BB962C8B-B14F-4D97-AF65-F5344CB8AC3E}">
        <p14:creationId xmlns:p14="http://schemas.microsoft.com/office/powerpoint/2010/main" val="3117013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8">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pic>
        <p:nvPicPr>
          <p:cNvPr id="22" name="Picture 4" descr="Green, mossy forest with sunlight peeking in">
            <a:extLst>
              <a:ext uri="{FF2B5EF4-FFF2-40B4-BE49-F238E27FC236}">
                <a16:creationId xmlns:a16="http://schemas.microsoft.com/office/drawing/2014/main" id="{6DFF7407-368B-B976-AB6A-2A4B2FB9E135}"/>
              </a:ext>
            </a:extLst>
          </p:cNvPr>
          <p:cNvPicPr>
            <a:picLocks noChangeAspect="1"/>
          </p:cNvPicPr>
          <p:nvPr/>
        </p:nvPicPr>
        <p:blipFill rotWithShape="1">
          <a:blip r:embed="rId2"/>
          <a:srcRect t="15481" r="-2" b="-2"/>
          <a:stretch/>
        </p:blipFill>
        <p:spPr>
          <a:xfrm>
            <a:off x="20" y="10"/>
            <a:ext cx="12191979" cy="6857989"/>
          </a:xfrm>
          <a:prstGeom prst="rect">
            <a:avLst/>
          </a:prstGeom>
        </p:spPr>
      </p:pic>
      <p:sp>
        <p:nvSpPr>
          <p:cNvPr id="23" name="Rectangle 10">
            <a:extLst>
              <a:ext uri="{FF2B5EF4-FFF2-40B4-BE49-F238E27FC236}">
                <a16:creationId xmlns:a16="http://schemas.microsoft.com/office/drawing/2014/main" id="{C792EE87-4150-454F-8312-283882EFB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9932"/>
            <a:ext cx="12191999" cy="4934490"/>
          </a:xfrm>
          <a:prstGeom prst="rect">
            <a:avLst/>
          </a:prstGeom>
          <a:gradFill flip="none" rotWithShape="1">
            <a:gsLst>
              <a:gs pos="50000">
                <a:srgbClr val="000000">
                  <a:alpha val="40784"/>
                </a:srgbClr>
              </a:gs>
              <a:gs pos="80000">
                <a:srgbClr val="000000">
                  <a:alpha val="28000"/>
                </a:srgbClr>
              </a:gs>
              <a:gs pos="0">
                <a:srgbClr val="000000">
                  <a:alpha val="0"/>
                </a:srgbClr>
              </a:gs>
              <a:gs pos="20000">
                <a:srgbClr val="000000">
                  <a:alpha val="2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3BD17C22-820D-9125-9F08-D12014433E6D}"/>
              </a:ext>
            </a:extLst>
          </p:cNvPr>
          <p:cNvSpPr>
            <a:spLocks noGrp="1"/>
          </p:cNvSpPr>
          <p:nvPr>
            <p:ph type="ctrTitle"/>
          </p:nvPr>
        </p:nvSpPr>
        <p:spPr>
          <a:xfrm>
            <a:off x="1897040" y="1122362"/>
            <a:ext cx="8376514" cy="2494295"/>
          </a:xfrm>
        </p:spPr>
        <p:txBody>
          <a:bodyPr>
            <a:normAutofit/>
          </a:bodyPr>
          <a:lstStyle/>
          <a:p>
            <a:r>
              <a:rPr lang="en-GB" dirty="0">
                <a:solidFill>
                  <a:srgbClr val="FFFFFF"/>
                </a:solidFill>
                <a:ea typeface="Batang"/>
              </a:rPr>
              <a:t>Discovery coast Atlantic forest reserves</a:t>
            </a:r>
            <a:endParaRPr lang="en-GB" dirty="0">
              <a:solidFill>
                <a:srgbClr val="FFFFFF"/>
              </a:solidFill>
            </a:endParaRPr>
          </a:p>
        </p:txBody>
      </p:sp>
      <p:sp>
        <p:nvSpPr>
          <p:cNvPr id="3" name="Subtitle 2">
            <a:extLst>
              <a:ext uri="{FF2B5EF4-FFF2-40B4-BE49-F238E27FC236}">
                <a16:creationId xmlns:a16="http://schemas.microsoft.com/office/drawing/2014/main" id="{617A32C9-36BB-8A46-25A5-0E5DADAF6E9C}"/>
              </a:ext>
            </a:extLst>
          </p:cNvPr>
          <p:cNvSpPr>
            <a:spLocks noGrp="1"/>
          </p:cNvSpPr>
          <p:nvPr>
            <p:ph type="subTitle" idx="1"/>
          </p:nvPr>
        </p:nvSpPr>
        <p:spPr>
          <a:xfrm>
            <a:off x="3029803" y="3772789"/>
            <a:ext cx="6141493" cy="1215470"/>
          </a:xfrm>
        </p:spPr>
        <p:txBody>
          <a:bodyPr vert="horz" lIns="91440" tIns="45720" rIns="91440" bIns="45720" rtlCol="0" anchor="t">
            <a:normAutofit/>
          </a:bodyPr>
          <a:lstStyle/>
          <a:p>
            <a:r>
              <a:rPr lang="en-GB" dirty="0">
                <a:solidFill>
                  <a:srgbClr val="FFFFFF"/>
                </a:solidFill>
                <a:ea typeface="Batang"/>
              </a:rPr>
              <a:t>Brazil</a:t>
            </a:r>
            <a:endParaRPr lang="en-GB" dirty="0">
              <a:solidFill>
                <a:srgbClr val="FFFFFF"/>
              </a:solidFill>
            </a:endParaRPr>
          </a:p>
        </p:txBody>
      </p:sp>
      <p:sp useBgFill="1">
        <p:nvSpPr>
          <p:cNvPr id="24" name="Freeform: Shape 12">
            <a:extLst>
              <a:ext uri="{FF2B5EF4-FFF2-40B4-BE49-F238E27FC236}">
                <a16:creationId xmlns:a16="http://schemas.microsoft.com/office/drawing/2014/main" id="{EA21D066-7EC1-44B4-8CF9-85511FDFC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sp>
        <p:nvSpPr>
          <p:cNvPr id="25" name="Freeform: Shape 14">
            <a:extLst>
              <a:ext uri="{FF2B5EF4-FFF2-40B4-BE49-F238E27FC236}">
                <a16:creationId xmlns:a16="http://schemas.microsoft.com/office/drawing/2014/main" id="{D6C2F2D6-F636-46AD-BCD9-994702A00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sp useBgFill="1">
        <p:nvSpPr>
          <p:cNvPr id="26" name="Freeform: Shape 16">
            <a:extLst>
              <a:ext uri="{FF2B5EF4-FFF2-40B4-BE49-F238E27FC236}">
                <a16:creationId xmlns:a16="http://schemas.microsoft.com/office/drawing/2014/main" id="{EF693875-948C-4D9B-AE6F-8F6894277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199"/>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7" name="Freeform: Shape 18">
            <a:extLst>
              <a:ext uri="{FF2B5EF4-FFF2-40B4-BE49-F238E27FC236}">
                <a16:creationId xmlns:a16="http://schemas.microsoft.com/office/drawing/2014/main" id="{D8CF630E-BC57-4786-8B1F-C22C04E8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200"/>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Tree>
    <p:extLst>
      <p:ext uri="{BB962C8B-B14F-4D97-AF65-F5344CB8AC3E}">
        <p14:creationId xmlns:p14="http://schemas.microsoft.com/office/powerpoint/2010/main" val="105362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31">
            <a:extLst>
              <a:ext uri="{FF2B5EF4-FFF2-40B4-BE49-F238E27FC236}">
                <a16:creationId xmlns:a16="http://schemas.microsoft.com/office/drawing/2014/main" id="{9ADB6B36-6D23-4279-BF08-86CFF703E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43" name="Freeform: Shape 33">
            <a:extLst>
              <a:ext uri="{FF2B5EF4-FFF2-40B4-BE49-F238E27FC236}">
                <a16:creationId xmlns:a16="http://schemas.microsoft.com/office/drawing/2014/main" id="{AEF4CD48-9281-4131-995B-E3B17C854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75548"/>
            <a:ext cx="12192000" cy="4582452"/>
          </a:xfrm>
          <a:custGeom>
            <a:avLst/>
            <a:gdLst>
              <a:gd name="connsiteX0" fmla="*/ 2782524 w 12192000"/>
              <a:gd name="connsiteY0" fmla="*/ 394 h 4582452"/>
              <a:gd name="connsiteX1" fmla="*/ 2999719 w 12192000"/>
              <a:gd name="connsiteY1" fmla="*/ 43075 h 4582452"/>
              <a:gd name="connsiteX2" fmla="*/ 3061656 w 12192000"/>
              <a:gd name="connsiteY2" fmla="*/ 42588 h 4582452"/>
              <a:gd name="connsiteX3" fmla="*/ 3069494 w 12192000"/>
              <a:gd name="connsiteY3" fmla="*/ 35859 h 4582452"/>
              <a:gd name="connsiteX4" fmla="*/ 3159577 w 12192000"/>
              <a:gd name="connsiteY4" fmla="*/ 61160 h 4582452"/>
              <a:gd name="connsiteX5" fmla="*/ 3282600 w 12192000"/>
              <a:gd name="connsiteY5" fmla="*/ 45367 h 4582452"/>
              <a:gd name="connsiteX6" fmla="*/ 3374052 w 12192000"/>
              <a:gd name="connsiteY6" fmla="*/ 24976 h 4582452"/>
              <a:gd name="connsiteX7" fmla="*/ 3378934 w 12192000"/>
              <a:gd name="connsiteY7" fmla="*/ 18137 h 4582452"/>
              <a:gd name="connsiteX8" fmla="*/ 3385889 w 12192000"/>
              <a:gd name="connsiteY8" fmla="*/ 18918 h 4582452"/>
              <a:gd name="connsiteX9" fmla="*/ 3389211 w 12192000"/>
              <a:gd name="connsiteY9" fmla="*/ 25828 h 4582452"/>
              <a:gd name="connsiteX10" fmla="*/ 3444184 w 12192000"/>
              <a:gd name="connsiteY10" fmla="*/ 26511 h 4582452"/>
              <a:gd name="connsiteX11" fmla="*/ 3454999 w 12192000"/>
              <a:gd name="connsiteY11" fmla="*/ 14134 h 4582452"/>
              <a:gd name="connsiteX12" fmla="*/ 3453466 w 12192000"/>
              <a:gd name="connsiteY12" fmla="*/ 7930 h 4582452"/>
              <a:gd name="connsiteX13" fmla="*/ 3463009 w 12192000"/>
              <a:gd name="connsiteY13" fmla="*/ 7487 h 4582452"/>
              <a:gd name="connsiteX14" fmla="*/ 3467018 w 12192000"/>
              <a:gd name="connsiteY14" fmla="*/ 6782 h 4582452"/>
              <a:gd name="connsiteX15" fmla="*/ 3478045 w 12192000"/>
              <a:gd name="connsiteY15" fmla="*/ 10611 h 4582452"/>
              <a:gd name="connsiteX16" fmla="*/ 3506989 w 12192000"/>
              <a:gd name="connsiteY16" fmla="*/ 5372 h 4582452"/>
              <a:gd name="connsiteX17" fmla="*/ 3521969 w 12192000"/>
              <a:gd name="connsiteY17" fmla="*/ 11906 h 4582452"/>
              <a:gd name="connsiteX18" fmla="*/ 3569519 w 12192000"/>
              <a:gd name="connsiteY18" fmla="*/ 41509 h 4582452"/>
              <a:gd name="connsiteX19" fmla="*/ 3638316 w 12192000"/>
              <a:gd name="connsiteY19" fmla="*/ 57654 h 4582452"/>
              <a:gd name="connsiteX20" fmla="*/ 3679320 w 12192000"/>
              <a:gd name="connsiteY20" fmla="*/ 67554 h 4582452"/>
              <a:gd name="connsiteX21" fmla="*/ 3799276 w 12192000"/>
              <a:gd name="connsiteY21" fmla="*/ 75386 h 4582452"/>
              <a:gd name="connsiteX22" fmla="*/ 4024540 w 12192000"/>
              <a:gd name="connsiteY22" fmla="*/ 43084 h 4582452"/>
              <a:gd name="connsiteX23" fmla="*/ 4086060 w 12192000"/>
              <a:gd name="connsiteY23" fmla="*/ 46467 h 4582452"/>
              <a:gd name="connsiteX24" fmla="*/ 4092413 w 12192000"/>
              <a:gd name="connsiteY24" fmla="*/ 53530 h 4582452"/>
              <a:gd name="connsiteX25" fmla="*/ 4187473 w 12192000"/>
              <a:gd name="connsiteY25" fmla="*/ 32571 h 4582452"/>
              <a:gd name="connsiteX26" fmla="*/ 4306487 w 12192000"/>
              <a:gd name="connsiteY26" fmla="*/ 54042 h 4582452"/>
              <a:gd name="connsiteX27" fmla="*/ 4393102 w 12192000"/>
              <a:gd name="connsiteY27" fmla="*/ 78610 h 4582452"/>
              <a:gd name="connsiteX28" fmla="*/ 4443041 w 12192000"/>
              <a:gd name="connsiteY28" fmla="*/ 88772 h 4582452"/>
              <a:gd name="connsiteX29" fmla="*/ 4477856 w 12192000"/>
              <a:gd name="connsiteY29" fmla="*/ 100175 h 4582452"/>
              <a:gd name="connsiteX30" fmla="*/ 4574677 w 12192000"/>
              <a:gd name="connsiteY30" fmla="*/ 107631 h 4582452"/>
              <a:gd name="connsiteX31" fmla="*/ 4738595 w 12192000"/>
              <a:gd name="connsiteY31" fmla="*/ 110972 h 4582452"/>
              <a:gd name="connsiteX32" fmla="*/ 4772623 w 12192000"/>
              <a:gd name="connsiteY32" fmla="*/ 113689 h 4582452"/>
              <a:gd name="connsiteX33" fmla="*/ 4798437 w 12192000"/>
              <a:gd name="connsiteY33" fmla="*/ 123987 h 4582452"/>
              <a:gd name="connsiteX34" fmla="*/ 4801426 w 12192000"/>
              <a:gd name="connsiteY34" fmla="*/ 133319 h 4582452"/>
              <a:gd name="connsiteX35" fmla="*/ 4819592 w 12192000"/>
              <a:gd name="connsiteY35" fmla="*/ 136092 h 4582452"/>
              <a:gd name="connsiteX36" fmla="*/ 4823704 w 12192000"/>
              <a:gd name="connsiteY36" fmla="*/ 138493 h 4582452"/>
              <a:gd name="connsiteX37" fmla="*/ 4825195 w 12192000"/>
              <a:gd name="connsiteY37" fmla="*/ 139235 h 4582452"/>
              <a:gd name="connsiteX38" fmla="*/ 4855377 w 12192000"/>
              <a:gd name="connsiteY38" fmla="*/ 139933 h 4582452"/>
              <a:gd name="connsiteX39" fmla="*/ 4864981 w 12192000"/>
              <a:gd name="connsiteY39" fmla="*/ 136638 h 4582452"/>
              <a:gd name="connsiteX40" fmla="*/ 4869194 w 12192000"/>
              <a:gd name="connsiteY40" fmla="*/ 137485 h 4582452"/>
              <a:gd name="connsiteX41" fmla="*/ 4899129 w 12192000"/>
              <a:gd name="connsiteY41" fmla="*/ 128724 h 4582452"/>
              <a:gd name="connsiteX42" fmla="*/ 4979727 w 12192000"/>
              <a:gd name="connsiteY42" fmla="*/ 116438 h 4582452"/>
              <a:gd name="connsiteX43" fmla="*/ 5090538 w 12192000"/>
              <a:gd name="connsiteY43" fmla="*/ 128083 h 4582452"/>
              <a:gd name="connsiteX44" fmla="*/ 5199199 w 12192000"/>
              <a:gd name="connsiteY44" fmla="*/ 106367 h 4582452"/>
              <a:gd name="connsiteX45" fmla="*/ 5239862 w 12192000"/>
              <a:gd name="connsiteY45" fmla="*/ 131030 h 4582452"/>
              <a:gd name="connsiteX46" fmla="*/ 5405165 w 12192000"/>
              <a:gd name="connsiteY46" fmla="*/ 107263 h 4582452"/>
              <a:gd name="connsiteX47" fmla="*/ 5973027 w 12192000"/>
              <a:gd name="connsiteY47" fmla="*/ 14505 h 4582452"/>
              <a:gd name="connsiteX48" fmla="*/ 6243587 w 12192000"/>
              <a:gd name="connsiteY48" fmla="*/ 20308 h 4582452"/>
              <a:gd name="connsiteX49" fmla="*/ 6333684 w 12192000"/>
              <a:gd name="connsiteY49" fmla="*/ 26092 h 4582452"/>
              <a:gd name="connsiteX50" fmla="*/ 6524594 w 12192000"/>
              <a:gd name="connsiteY50" fmla="*/ 62443 h 4582452"/>
              <a:gd name="connsiteX51" fmla="*/ 6701993 w 12192000"/>
              <a:gd name="connsiteY51" fmla="*/ 51745 h 4582452"/>
              <a:gd name="connsiteX52" fmla="*/ 6957361 w 12192000"/>
              <a:gd name="connsiteY52" fmla="*/ 97339 h 4582452"/>
              <a:gd name="connsiteX53" fmla="*/ 7268413 w 12192000"/>
              <a:gd name="connsiteY53" fmla="*/ 175925 h 4582452"/>
              <a:gd name="connsiteX54" fmla="*/ 8385054 w 12192000"/>
              <a:gd name="connsiteY54" fmla="*/ 133195 h 4582452"/>
              <a:gd name="connsiteX55" fmla="*/ 8584350 w 12192000"/>
              <a:gd name="connsiteY55" fmla="*/ 172955 h 4582452"/>
              <a:gd name="connsiteX56" fmla="*/ 8684341 w 12192000"/>
              <a:gd name="connsiteY56" fmla="*/ 199587 h 4582452"/>
              <a:gd name="connsiteX57" fmla="*/ 9008600 w 12192000"/>
              <a:gd name="connsiteY57" fmla="*/ 334202 h 4582452"/>
              <a:gd name="connsiteX58" fmla="*/ 9106061 w 12192000"/>
              <a:gd name="connsiteY58" fmla="*/ 332620 h 4582452"/>
              <a:gd name="connsiteX59" fmla="*/ 9950477 w 12192000"/>
              <a:gd name="connsiteY59" fmla="*/ 794954 h 4582452"/>
              <a:gd name="connsiteX60" fmla="*/ 11109679 w 12192000"/>
              <a:gd name="connsiteY60" fmla="*/ 1202887 h 4582452"/>
              <a:gd name="connsiteX61" fmla="*/ 11327194 w 12192000"/>
              <a:gd name="connsiteY61" fmla="*/ 1329149 h 4582452"/>
              <a:gd name="connsiteX62" fmla="*/ 11490981 w 12192000"/>
              <a:gd name="connsiteY62" fmla="*/ 1367364 h 4582452"/>
              <a:gd name="connsiteX63" fmla="*/ 11656589 w 12192000"/>
              <a:gd name="connsiteY63" fmla="*/ 1459110 h 4582452"/>
              <a:gd name="connsiteX64" fmla="*/ 11762730 w 12192000"/>
              <a:gd name="connsiteY64" fmla="*/ 1484877 h 4582452"/>
              <a:gd name="connsiteX65" fmla="*/ 11907234 w 12192000"/>
              <a:gd name="connsiteY65" fmla="*/ 1475186 h 4582452"/>
              <a:gd name="connsiteX66" fmla="*/ 12097301 w 12192000"/>
              <a:gd name="connsiteY66" fmla="*/ 1446454 h 4582452"/>
              <a:gd name="connsiteX67" fmla="*/ 12168592 w 12192000"/>
              <a:gd name="connsiteY67" fmla="*/ 1434583 h 4582452"/>
              <a:gd name="connsiteX68" fmla="*/ 12192000 w 12192000"/>
              <a:gd name="connsiteY68" fmla="*/ 1428254 h 4582452"/>
              <a:gd name="connsiteX69" fmla="*/ 12192000 w 12192000"/>
              <a:gd name="connsiteY69" fmla="*/ 4582452 h 4582452"/>
              <a:gd name="connsiteX70" fmla="*/ 0 w 12192000"/>
              <a:gd name="connsiteY70" fmla="*/ 4582452 h 4582452"/>
              <a:gd name="connsiteX71" fmla="*/ 0 w 12192000"/>
              <a:gd name="connsiteY71" fmla="*/ 502249 h 4582452"/>
              <a:gd name="connsiteX72" fmla="*/ 26658 w 12192000"/>
              <a:gd name="connsiteY72" fmla="*/ 498850 h 4582452"/>
              <a:gd name="connsiteX73" fmla="*/ 117228 w 12192000"/>
              <a:gd name="connsiteY73" fmla="*/ 490270 h 4582452"/>
              <a:gd name="connsiteX74" fmla="*/ 197716 w 12192000"/>
              <a:gd name="connsiteY74" fmla="*/ 414976 h 4582452"/>
              <a:gd name="connsiteX75" fmla="*/ 287300 w 12192000"/>
              <a:gd name="connsiteY75" fmla="*/ 332486 h 4582452"/>
              <a:gd name="connsiteX76" fmla="*/ 442569 w 12192000"/>
              <a:gd name="connsiteY76" fmla="*/ 268508 h 4582452"/>
              <a:gd name="connsiteX77" fmla="*/ 632547 w 12192000"/>
              <a:gd name="connsiteY77" fmla="*/ 181204 h 4582452"/>
              <a:gd name="connsiteX78" fmla="*/ 735335 w 12192000"/>
              <a:gd name="connsiteY78" fmla="*/ 132652 h 4582452"/>
              <a:gd name="connsiteX79" fmla="*/ 867806 w 12192000"/>
              <a:gd name="connsiteY79" fmla="*/ 164026 h 4582452"/>
              <a:gd name="connsiteX80" fmla="*/ 928403 w 12192000"/>
              <a:gd name="connsiteY80" fmla="*/ 189376 h 4582452"/>
              <a:gd name="connsiteX81" fmla="*/ 959021 w 12192000"/>
              <a:gd name="connsiteY81" fmla="*/ 153917 h 4582452"/>
              <a:gd name="connsiteX82" fmla="*/ 1111027 w 12192000"/>
              <a:gd name="connsiteY82" fmla="*/ 138584 h 4582452"/>
              <a:gd name="connsiteX83" fmla="*/ 1227103 w 12192000"/>
              <a:gd name="connsiteY83" fmla="*/ 167875 h 4582452"/>
              <a:gd name="connsiteX84" fmla="*/ 1297710 w 12192000"/>
              <a:gd name="connsiteY84" fmla="*/ 170873 h 4582452"/>
              <a:gd name="connsiteX85" fmla="*/ 1413052 w 12192000"/>
              <a:gd name="connsiteY85" fmla="*/ 149589 h 4582452"/>
              <a:gd name="connsiteX86" fmla="*/ 1506277 w 12192000"/>
              <a:gd name="connsiteY86" fmla="*/ 170874 h 4582452"/>
              <a:gd name="connsiteX87" fmla="*/ 1624499 w 12192000"/>
              <a:gd name="connsiteY87" fmla="*/ 183437 h 4582452"/>
              <a:gd name="connsiteX88" fmla="*/ 1653990 w 12192000"/>
              <a:gd name="connsiteY88" fmla="*/ 186254 h 4582452"/>
              <a:gd name="connsiteX89" fmla="*/ 1675154 w 12192000"/>
              <a:gd name="connsiteY89" fmla="*/ 179082 h 4582452"/>
              <a:gd name="connsiteX90" fmla="*/ 1801740 w 12192000"/>
              <a:gd name="connsiteY90" fmla="*/ 160320 h 4582452"/>
              <a:gd name="connsiteX91" fmla="*/ 1892809 w 12192000"/>
              <a:gd name="connsiteY91" fmla="*/ 117150 h 4582452"/>
              <a:gd name="connsiteX92" fmla="*/ 2046786 w 12192000"/>
              <a:gd name="connsiteY92" fmla="*/ 90709 h 4582452"/>
              <a:gd name="connsiteX93" fmla="*/ 2200539 w 12192000"/>
              <a:gd name="connsiteY93" fmla="*/ 69177 h 4582452"/>
              <a:gd name="connsiteX94" fmla="*/ 2256839 w 12192000"/>
              <a:gd name="connsiteY94" fmla="*/ 63635 h 4582452"/>
              <a:gd name="connsiteX95" fmla="*/ 2354406 w 12192000"/>
              <a:gd name="connsiteY95" fmla="*/ 43819 h 4582452"/>
              <a:gd name="connsiteX96" fmla="*/ 2418731 w 12192000"/>
              <a:gd name="connsiteY96" fmla="*/ 32403 h 4582452"/>
              <a:gd name="connsiteX97" fmla="*/ 2432820 w 12192000"/>
              <a:gd name="connsiteY97" fmla="*/ 54328 h 4582452"/>
              <a:gd name="connsiteX98" fmla="*/ 2492988 w 12192000"/>
              <a:gd name="connsiteY98" fmla="*/ 50574 h 4582452"/>
              <a:gd name="connsiteX99" fmla="*/ 2546652 w 12192000"/>
              <a:gd name="connsiteY99" fmla="*/ 23348 h 4582452"/>
              <a:gd name="connsiteX100" fmla="*/ 2618568 w 12192000"/>
              <a:gd name="connsiteY100" fmla="*/ 10504 h 4582452"/>
              <a:gd name="connsiteX101" fmla="*/ 2661490 w 12192000"/>
              <a:gd name="connsiteY101" fmla="*/ 2573 h 4582452"/>
              <a:gd name="connsiteX102" fmla="*/ 2782524 w 12192000"/>
              <a:gd name="connsiteY102" fmla="*/ 394 h 458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2192000" h="4582452">
                <a:moveTo>
                  <a:pt x="2782524" y="394"/>
                </a:moveTo>
                <a:cubicBezTo>
                  <a:pt x="2849861" y="8132"/>
                  <a:pt x="2921827" y="7224"/>
                  <a:pt x="2999719" y="43075"/>
                </a:cubicBezTo>
                <a:cubicBezTo>
                  <a:pt x="3016159" y="54416"/>
                  <a:pt x="3043891" y="54196"/>
                  <a:pt x="3061656" y="42588"/>
                </a:cubicBezTo>
                <a:cubicBezTo>
                  <a:pt x="3064714" y="40590"/>
                  <a:pt x="3067354" y="38323"/>
                  <a:pt x="3069494" y="35859"/>
                </a:cubicBezTo>
                <a:cubicBezTo>
                  <a:pt x="3118202" y="62547"/>
                  <a:pt x="3134369" y="41482"/>
                  <a:pt x="3159577" y="61160"/>
                </a:cubicBezTo>
                <a:cubicBezTo>
                  <a:pt x="3220950" y="59479"/>
                  <a:pt x="3259526" y="28301"/>
                  <a:pt x="3282600" y="45367"/>
                </a:cubicBezTo>
                <a:cubicBezTo>
                  <a:pt x="3311832" y="38528"/>
                  <a:pt x="3343982" y="7511"/>
                  <a:pt x="3374052" y="24976"/>
                </a:cubicBezTo>
                <a:cubicBezTo>
                  <a:pt x="3373225" y="20402"/>
                  <a:pt x="3375240" y="18558"/>
                  <a:pt x="3378934" y="18137"/>
                </a:cubicBezTo>
                <a:lnTo>
                  <a:pt x="3385889" y="18918"/>
                </a:lnTo>
                <a:lnTo>
                  <a:pt x="3389211" y="25828"/>
                </a:lnTo>
                <a:cubicBezTo>
                  <a:pt x="3403626" y="49991"/>
                  <a:pt x="3412849" y="23568"/>
                  <a:pt x="3444184" y="26511"/>
                </a:cubicBezTo>
                <a:cubicBezTo>
                  <a:pt x="3459237" y="26479"/>
                  <a:pt x="3457360" y="20006"/>
                  <a:pt x="3454999" y="14134"/>
                </a:cubicBezTo>
                <a:cubicBezTo>
                  <a:pt x="3454488" y="12066"/>
                  <a:pt x="3453976" y="9998"/>
                  <a:pt x="3453466" y="7930"/>
                </a:cubicBezTo>
                <a:lnTo>
                  <a:pt x="3463009" y="7487"/>
                </a:lnTo>
                <a:lnTo>
                  <a:pt x="3467018" y="6782"/>
                </a:lnTo>
                <a:lnTo>
                  <a:pt x="3478045" y="10611"/>
                </a:lnTo>
                <a:cubicBezTo>
                  <a:pt x="3487858" y="10471"/>
                  <a:pt x="3497247" y="4941"/>
                  <a:pt x="3506989" y="5372"/>
                </a:cubicBezTo>
                <a:cubicBezTo>
                  <a:pt x="3511861" y="5586"/>
                  <a:pt x="3516822" y="7292"/>
                  <a:pt x="3521969" y="11906"/>
                </a:cubicBezTo>
                <a:cubicBezTo>
                  <a:pt x="3500944" y="30982"/>
                  <a:pt x="3580010" y="22724"/>
                  <a:pt x="3569519" y="41509"/>
                </a:cubicBezTo>
                <a:cubicBezTo>
                  <a:pt x="3611081" y="21792"/>
                  <a:pt x="3601156" y="57180"/>
                  <a:pt x="3638316" y="57654"/>
                </a:cubicBezTo>
                <a:cubicBezTo>
                  <a:pt x="3659961" y="51783"/>
                  <a:pt x="3671878" y="52983"/>
                  <a:pt x="3679320" y="67554"/>
                </a:cubicBezTo>
                <a:cubicBezTo>
                  <a:pt x="3780774" y="37937"/>
                  <a:pt x="3722369" y="76585"/>
                  <a:pt x="3799276" y="75386"/>
                </a:cubicBezTo>
                <a:cubicBezTo>
                  <a:pt x="3867935" y="70837"/>
                  <a:pt x="3939343" y="75109"/>
                  <a:pt x="4024540" y="43084"/>
                </a:cubicBezTo>
                <a:cubicBezTo>
                  <a:pt x="4043330" y="32570"/>
                  <a:pt x="4070875" y="34086"/>
                  <a:pt x="4086060" y="46467"/>
                </a:cubicBezTo>
                <a:cubicBezTo>
                  <a:pt x="4088674" y="48598"/>
                  <a:pt x="4090814" y="50977"/>
                  <a:pt x="4092413" y="53530"/>
                </a:cubicBezTo>
                <a:cubicBezTo>
                  <a:pt x="4146606" y="29255"/>
                  <a:pt x="4158169" y="50970"/>
                  <a:pt x="4187473" y="32571"/>
                </a:cubicBezTo>
                <a:cubicBezTo>
                  <a:pt x="4248175" y="37116"/>
                  <a:pt x="4279868" y="69943"/>
                  <a:pt x="4306487" y="54042"/>
                </a:cubicBezTo>
                <a:cubicBezTo>
                  <a:pt x="4334104" y="62215"/>
                  <a:pt x="4359433" y="94581"/>
                  <a:pt x="4393102" y="78610"/>
                </a:cubicBezTo>
                <a:cubicBezTo>
                  <a:pt x="4385877" y="96663"/>
                  <a:pt x="4433316" y="73341"/>
                  <a:pt x="4443041" y="88772"/>
                </a:cubicBezTo>
                <a:cubicBezTo>
                  <a:pt x="4448819" y="101575"/>
                  <a:pt x="4464559" y="97484"/>
                  <a:pt x="4477856" y="100175"/>
                </a:cubicBezTo>
                <a:cubicBezTo>
                  <a:pt x="4489623" y="112184"/>
                  <a:pt x="4553764" y="113460"/>
                  <a:pt x="4574677" y="107631"/>
                </a:cubicBezTo>
                <a:cubicBezTo>
                  <a:pt x="4631799" y="83193"/>
                  <a:pt x="4692609" y="129103"/>
                  <a:pt x="4738595" y="110972"/>
                </a:cubicBezTo>
                <a:cubicBezTo>
                  <a:pt x="4751486" y="109970"/>
                  <a:pt x="4762630" y="111152"/>
                  <a:pt x="4772623" y="113689"/>
                </a:cubicBezTo>
                <a:lnTo>
                  <a:pt x="4798437" y="123987"/>
                </a:lnTo>
                <a:lnTo>
                  <a:pt x="4801426" y="133319"/>
                </a:lnTo>
                <a:lnTo>
                  <a:pt x="4819592" y="136092"/>
                </a:lnTo>
                <a:lnTo>
                  <a:pt x="4823704" y="138493"/>
                </a:lnTo>
                <a:lnTo>
                  <a:pt x="4825195" y="139235"/>
                </a:lnTo>
                <a:lnTo>
                  <a:pt x="4855377" y="139933"/>
                </a:lnTo>
                <a:lnTo>
                  <a:pt x="4864981" y="136638"/>
                </a:lnTo>
                <a:lnTo>
                  <a:pt x="4869194" y="137485"/>
                </a:lnTo>
                <a:lnTo>
                  <a:pt x="4899129" y="128724"/>
                </a:lnTo>
                <a:cubicBezTo>
                  <a:pt x="4925366" y="119718"/>
                  <a:pt x="4952397" y="110410"/>
                  <a:pt x="4979727" y="116438"/>
                </a:cubicBezTo>
                <a:lnTo>
                  <a:pt x="5090538" y="128083"/>
                </a:lnTo>
                <a:cubicBezTo>
                  <a:pt x="5091044" y="127833"/>
                  <a:pt x="5198695" y="106616"/>
                  <a:pt x="5199199" y="106367"/>
                </a:cubicBezTo>
                <a:cubicBezTo>
                  <a:pt x="5208231" y="105810"/>
                  <a:pt x="5223768" y="127168"/>
                  <a:pt x="5239862" y="131030"/>
                </a:cubicBezTo>
                <a:lnTo>
                  <a:pt x="5405165" y="107263"/>
                </a:lnTo>
                <a:cubicBezTo>
                  <a:pt x="5535422" y="88884"/>
                  <a:pt x="5767648" y="35344"/>
                  <a:pt x="5973027" y="14505"/>
                </a:cubicBezTo>
                <a:cubicBezTo>
                  <a:pt x="6149187" y="10405"/>
                  <a:pt x="6095956" y="65577"/>
                  <a:pt x="6243587" y="20308"/>
                </a:cubicBezTo>
                <a:cubicBezTo>
                  <a:pt x="6251541" y="17483"/>
                  <a:pt x="6316307" y="24479"/>
                  <a:pt x="6333684" y="26092"/>
                </a:cubicBezTo>
                <a:cubicBezTo>
                  <a:pt x="6455330" y="37381"/>
                  <a:pt x="6480371" y="34647"/>
                  <a:pt x="6524594" y="62443"/>
                </a:cubicBezTo>
                <a:cubicBezTo>
                  <a:pt x="6703626" y="57298"/>
                  <a:pt x="6501799" y="46780"/>
                  <a:pt x="6701993" y="51745"/>
                </a:cubicBezTo>
                <a:cubicBezTo>
                  <a:pt x="6785735" y="112479"/>
                  <a:pt x="6849632" y="85702"/>
                  <a:pt x="6957361" y="97339"/>
                </a:cubicBezTo>
                <a:cubicBezTo>
                  <a:pt x="7077727" y="97171"/>
                  <a:pt x="7161639" y="169735"/>
                  <a:pt x="7268413" y="175925"/>
                </a:cubicBezTo>
                <a:cubicBezTo>
                  <a:pt x="7315714" y="184495"/>
                  <a:pt x="8335549" y="125386"/>
                  <a:pt x="8385054" y="133195"/>
                </a:cubicBezTo>
                <a:lnTo>
                  <a:pt x="8584350" y="172955"/>
                </a:lnTo>
                <a:lnTo>
                  <a:pt x="8684341" y="199587"/>
                </a:lnTo>
                <a:cubicBezTo>
                  <a:pt x="8755050" y="226462"/>
                  <a:pt x="8938313" y="312030"/>
                  <a:pt x="9008600" y="334202"/>
                </a:cubicBezTo>
                <a:cubicBezTo>
                  <a:pt x="9019984" y="330076"/>
                  <a:pt x="9096828" y="338089"/>
                  <a:pt x="9106061" y="332620"/>
                </a:cubicBezTo>
                <a:cubicBezTo>
                  <a:pt x="9263041" y="409410"/>
                  <a:pt x="9721812" y="681736"/>
                  <a:pt x="9950477" y="794954"/>
                </a:cubicBezTo>
                <a:cubicBezTo>
                  <a:pt x="10099279" y="799039"/>
                  <a:pt x="11075919" y="1215896"/>
                  <a:pt x="11109679" y="1202887"/>
                </a:cubicBezTo>
                <a:cubicBezTo>
                  <a:pt x="11253855" y="1312360"/>
                  <a:pt x="11263644" y="1301737"/>
                  <a:pt x="11327194" y="1329149"/>
                </a:cubicBezTo>
                <a:cubicBezTo>
                  <a:pt x="11390743" y="1356562"/>
                  <a:pt x="11429961" y="1342032"/>
                  <a:pt x="11490981" y="1367364"/>
                </a:cubicBezTo>
                <a:cubicBezTo>
                  <a:pt x="11552001" y="1392696"/>
                  <a:pt x="11585592" y="1433403"/>
                  <a:pt x="11656589" y="1459110"/>
                </a:cubicBezTo>
                <a:cubicBezTo>
                  <a:pt x="11672385" y="1460354"/>
                  <a:pt x="11746935" y="1483632"/>
                  <a:pt x="11762730" y="1484877"/>
                </a:cubicBezTo>
                <a:lnTo>
                  <a:pt x="11907234" y="1475186"/>
                </a:lnTo>
                <a:cubicBezTo>
                  <a:pt x="11928018" y="1493892"/>
                  <a:pt x="12059326" y="1426351"/>
                  <a:pt x="12097301" y="1446454"/>
                </a:cubicBezTo>
                <a:cubicBezTo>
                  <a:pt x="12130425" y="1440491"/>
                  <a:pt x="12152650" y="1437305"/>
                  <a:pt x="12168592" y="1434583"/>
                </a:cubicBezTo>
                <a:lnTo>
                  <a:pt x="12192000" y="1428254"/>
                </a:lnTo>
                <a:lnTo>
                  <a:pt x="12192000" y="4582452"/>
                </a:lnTo>
                <a:lnTo>
                  <a:pt x="0" y="4582452"/>
                </a:lnTo>
                <a:lnTo>
                  <a:pt x="0" y="502249"/>
                </a:lnTo>
                <a:lnTo>
                  <a:pt x="26658" y="498850"/>
                </a:lnTo>
                <a:cubicBezTo>
                  <a:pt x="53543" y="495845"/>
                  <a:pt x="83450" y="492951"/>
                  <a:pt x="117228" y="490270"/>
                </a:cubicBezTo>
                <a:cubicBezTo>
                  <a:pt x="156589" y="507996"/>
                  <a:pt x="88161" y="422256"/>
                  <a:pt x="197716" y="414976"/>
                </a:cubicBezTo>
                <a:lnTo>
                  <a:pt x="287300" y="332486"/>
                </a:lnTo>
                <a:lnTo>
                  <a:pt x="442569" y="268508"/>
                </a:lnTo>
                <a:cubicBezTo>
                  <a:pt x="497662" y="243295"/>
                  <a:pt x="582529" y="197726"/>
                  <a:pt x="632547" y="181204"/>
                </a:cubicBezTo>
                <a:cubicBezTo>
                  <a:pt x="634349" y="209388"/>
                  <a:pt x="721914" y="107222"/>
                  <a:pt x="735335" y="132652"/>
                </a:cubicBezTo>
                <a:cubicBezTo>
                  <a:pt x="732464" y="177245"/>
                  <a:pt x="825860" y="150882"/>
                  <a:pt x="867806" y="164026"/>
                </a:cubicBezTo>
                <a:cubicBezTo>
                  <a:pt x="899984" y="173480"/>
                  <a:pt x="913201" y="191061"/>
                  <a:pt x="928403" y="189376"/>
                </a:cubicBezTo>
                <a:cubicBezTo>
                  <a:pt x="961543" y="190533"/>
                  <a:pt x="955382" y="169666"/>
                  <a:pt x="959021" y="153917"/>
                </a:cubicBezTo>
                <a:cubicBezTo>
                  <a:pt x="992066" y="189943"/>
                  <a:pt x="1053368" y="148031"/>
                  <a:pt x="1111027" y="138584"/>
                </a:cubicBezTo>
                <a:cubicBezTo>
                  <a:pt x="1145385" y="136440"/>
                  <a:pt x="1195305" y="207229"/>
                  <a:pt x="1227103" y="167875"/>
                </a:cubicBezTo>
                <a:cubicBezTo>
                  <a:pt x="1248010" y="176242"/>
                  <a:pt x="1278870" y="138976"/>
                  <a:pt x="1297710" y="170873"/>
                </a:cubicBezTo>
                <a:cubicBezTo>
                  <a:pt x="1350352" y="155650"/>
                  <a:pt x="1367607" y="171168"/>
                  <a:pt x="1413052" y="149589"/>
                </a:cubicBezTo>
                <a:cubicBezTo>
                  <a:pt x="1469974" y="142574"/>
                  <a:pt x="1427686" y="191179"/>
                  <a:pt x="1506277" y="170874"/>
                </a:cubicBezTo>
                <a:cubicBezTo>
                  <a:pt x="1542904" y="181865"/>
                  <a:pt x="1583620" y="186190"/>
                  <a:pt x="1624499" y="183437"/>
                </a:cubicBezTo>
                <a:cubicBezTo>
                  <a:pt x="1626352" y="173292"/>
                  <a:pt x="1645842" y="184613"/>
                  <a:pt x="1653990" y="186254"/>
                </a:cubicBezTo>
                <a:cubicBezTo>
                  <a:pt x="1652338" y="180029"/>
                  <a:pt x="1667910" y="174758"/>
                  <a:pt x="1675154" y="179082"/>
                </a:cubicBezTo>
                <a:cubicBezTo>
                  <a:pt x="1803626" y="184200"/>
                  <a:pt x="1718674" y="135774"/>
                  <a:pt x="1801740" y="160320"/>
                </a:cubicBezTo>
                <a:cubicBezTo>
                  <a:pt x="1852880" y="160711"/>
                  <a:pt x="1832935" y="89126"/>
                  <a:pt x="1892809" y="117150"/>
                </a:cubicBezTo>
                <a:cubicBezTo>
                  <a:pt x="1953632" y="109654"/>
                  <a:pt x="1985421" y="78539"/>
                  <a:pt x="2046786" y="90709"/>
                </a:cubicBezTo>
                <a:cubicBezTo>
                  <a:pt x="2103701" y="83577"/>
                  <a:pt x="2149982" y="66720"/>
                  <a:pt x="2200539" y="69177"/>
                </a:cubicBezTo>
                <a:cubicBezTo>
                  <a:pt x="2217709" y="58197"/>
                  <a:pt x="2235223" y="52567"/>
                  <a:pt x="2256839" y="63635"/>
                </a:cubicBezTo>
                <a:cubicBezTo>
                  <a:pt x="2308895" y="53224"/>
                  <a:pt x="2316542" y="33049"/>
                  <a:pt x="2354406" y="43819"/>
                </a:cubicBezTo>
                <a:cubicBezTo>
                  <a:pt x="2382991" y="-1065"/>
                  <a:pt x="2382377" y="34075"/>
                  <a:pt x="2418731" y="32403"/>
                </a:cubicBezTo>
                <a:cubicBezTo>
                  <a:pt x="2448671" y="33878"/>
                  <a:pt x="2405700" y="57811"/>
                  <a:pt x="2432820" y="54328"/>
                </a:cubicBezTo>
                <a:cubicBezTo>
                  <a:pt x="2457053" y="39206"/>
                  <a:pt x="2468545" y="67978"/>
                  <a:pt x="2492988" y="50574"/>
                </a:cubicBezTo>
                <a:cubicBezTo>
                  <a:pt x="2476164" y="30611"/>
                  <a:pt x="2553060" y="42528"/>
                  <a:pt x="2546652" y="23348"/>
                </a:cubicBezTo>
                <a:cubicBezTo>
                  <a:pt x="2583774" y="44911"/>
                  <a:pt x="2581494" y="9235"/>
                  <a:pt x="2618568" y="10504"/>
                </a:cubicBezTo>
                <a:cubicBezTo>
                  <a:pt x="2638844" y="17357"/>
                  <a:pt x="2650959" y="16720"/>
                  <a:pt x="2661490" y="2573"/>
                </a:cubicBezTo>
                <a:cubicBezTo>
                  <a:pt x="2756076" y="36787"/>
                  <a:pt x="2706264" y="-4399"/>
                  <a:pt x="2782524" y="3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5563AD26-D911-3E1A-A1BA-3118E9C75EE3}"/>
              </a:ext>
            </a:extLst>
          </p:cNvPr>
          <p:cNvSpPr>
            <a:spLocks noGrp="1"/>
          </p:cNvSpPr>
          <p:nvPr>
            <p:ph type="title"/>
          </p:nvPr>
        </p:nvSpPr>
        <p:spPr>
          <a:xfrm>
            <a:off x="1050878" y="603622"/>
            <a:ext cx="5602759" cy="1696026"/>
          </a:xfrm>
        </p:spPr>
        <p:txBody>
          <a:bodyPr>
            <a:normAutofit/>
          </a:bodyPr>
          <a:lstStyle/>
          <a:p>
            <a:r>
              <a:rPr lang="en-GB" dirty="0">
                <a:ea typeface="Batang"/>
              </a:rPr>
              <a:t>Location</a:t>
            </a:r>
            <a:endParaRPr lang="en-GB" dirty="0"/>
          </a:p>
        </p:txBody>
      </p:sp>
      <p:sp>
        <p:nvSpPr>
          <p:cNvPr id="3" name="Content Placeholder 2">
            <a:extLst>
              <a:ext uri="{FF2B5EF4-FFF2-40B4-BE49-F238E27FC236}">
                <a16:creationId xmlns:a16="http://schemas.microsoft.com/office/drawing/2014/main" id="{4D86F04B-649F-F3F0-9E4D-103B2F7C467F}"/>
              </a:ext>
            </a:extLst>
          </p:cNvPr>
          <p:cNvSpPr>
            <a:spLocks noGrp="1"/>
          </p:cNvSpPr>
          <p:nvPr>
            <p:ph idx="1"/>
          </p:nvPr>
        </p:nvSpPr>
        <p:spPr>
          <a:xfrm>
            <a:off x="1050879" y="2726493"/>
            <a:ext cx="5602757" cy="3527884"/>
          </a:xfrm>
        </p:spPr>
        <p:txBody>
          <a:bodyPr vert="horz" lIns="91440" tIns="45720" rIns="91440" bIns="45720" rtlCol="0">
            <a:normAutofit/>
          </a:bodyPr>
          <a:lstStyle/>
          <a:p>
            <a:endParaRPr lang="en-GB" dirty="0">
              <a:ea typeface="Batang"/>
            </a:endParaRPr>
          </a:p>
          <a:p>
            <a:pPr marL="0" indent="0">
              <a:buNone/>
            </a:pPr>
            <a:br>
              <a:rPr lang="en-US" dirty="0"/>
            </a:br>
            <a:endParaRPr lang="en-US" dirty="0"/>
          </a:p>
          <a:p>
            <a:endParaRPr lang="en-GB" dirty="0"/>
          </a:p>
        </p:txBody>
      </p:sp>
      <p:sp>
        <p:nvSpPr>
          <p:cNvPr id="44" name="Freeform: Shape 35">
            <a:extLst>
              <a:ext uri="{FF2B5EF4-FFF2-40B4-BE49-F238E27FC236}">
                <a16:creationId xmlns:a16="http://schemas.microsoft.com/office/drawing/2014/main" id="{5ABDA325-4B50-4FFB-81B9-95576831F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1809" y="583892"/>
            <a:ext cx="4146651" cy="5702607"/>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sp>
        <p:nvSpPr>
          <p:cNvPr id="38" name="Rectangle 6">
            <a:extLst>
              <a:ext uri="{FF2B5EF4-FFF2-40B4-BE49-F238E27FC236}">
                <a16:creationId xmlns:a16="http://schemas.microsoft.com/office/drawing/2014/main" id="{F2A49241-8E10-49A1-B30C-2A0230F6A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1941" y="255400"/>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pic>
        <p:nvPicPr>
          <p:cNvPr id="5" name="Picture 5" descr="Map&#10;&#10;Description automatically generated">
            <a:extLst>
              <a:ext uri="{FF2B5EF4-FFF2-40B4-BE49-F238E27FC236}">
                <a16:creationId xmlns:a16="http://schemas.microsoft.com/office/drawing/2014/main" id="{A8A61055-4590-12C0-1E4A-E8DB7CE827CC}"/>
              </a:ext>
            </a:extLst>
          </p:cNvPr>
          <p:cNvPicPr>
            <a:picLocks noChangeAspect="1"/>
          </p:cNvPicPr>
          <p:nvPr/>
        </p:nvPicPr>
        <p:blipFill>
          <a:blip r:embed="rId2"/>
          <a:stretch>
            <a:fillRect/>
          </a:stretch>
        </p:blipFill>
        <p:spPr>
          <a:xfrm>
            <a:off x="7326702" y="855586"/>
            <a:ext cx="3634596" cy="5155455"/>
          </a:xfrm>
          <a:prstGeom prst="rect">
            <a:avLst/>
          </a:prstGeom>
        </p:spPr>
      </p:pic>
      <p:sp>
        <p:nvSpPr>
          <p:cNvPr id="6" name="TextBox 5">
            <a:extLst>
              <a:ext uri="{FF2B5EF4-FFF2-40B4-BE49-F238E27FC236}">
                <a16:creationId xmlns:a16="http://schemas.microsoft.com/office/drawing/2014/main" id="{9C14B05D-F9EF-79FC-C034-5CC766F85075}"/>
              </a:ext>
            </a:extLst>
          </p:cNvPr>
          <p:cNvSpPr txBox="1"/>
          <p:nvPr/>
        </p:nvSpPr>
        <p:spPr>
          <a:xfrm>
            <a:off x="1161267" y="2674828"/>
            <a:ext cx="469726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Roboto"/>
                <a:ea typeface="Roboto"/>
                <a:cs typeface="Roboto"/>
              </a:rPr>
              <a:t>Located</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between</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the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southern</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coast</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of</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Bahia</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and</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the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northern</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coast</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of</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Espirito</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Santo,</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the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Discovery</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Coast</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Atlantic</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Forest</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Reserve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is</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made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up</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of</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eight</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separate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protected</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areas</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containing</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representative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remnants</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of</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the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Atlantic</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Forest</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and</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some</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coastal</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shrub</a:t>
            </a:r>
            <a:r>
              <a:rPr kumimoji="0" lang="en-GB" sz="1800" b="0" i="0" u="none" strike="noStrike" kern="1200" cap="none" spc="0" normalizeH="0" baseline="0" noProof="0" dirty="0">
                <a:ln>
                  <a:noFill/>
                </a:ln>
                <a:solidFill>
                  <a:srgbClr val="000000"/>
                </a:solidFill>
                <a:effectLst/>
                <a:uLnTx/>
                <a:uFillTx/>
                <a:latin typeface="Poppins"/>
                <a:ea typeface="Poppins"/>
                <a:cs typeface="Poppins"/>
              </a:rPr>
              <a:t> </a:t>
            </a:r>
            <a:r>
              <a:rPr kumimoji="0" lang="en-GB" sz="1800" b="0" i="0" u="none" strike="noStrike" kern="1200" cap="none" spc="0" normalizeH="0" baseline="0" noProof="0" dirty="0">
                <a:ln>
                  <a:noFill/>
                </a:ln>
                <a:solidFill>
                  <a:srgbClr val="000000"/>
                </a:solidFill>
                <a:effectLst/>
                <a:uLnTx/>
                <a:uFillTx/>
                <a:latin typeface="Roboto"/>
                <a:ea typeface="Roboto"/>
                <a:cs typeface="Roboto"/>
              </a:rPr>
              <a:t>vegetation.</a:t>
            </a:r>
            <a:endParaRPr kumimoji="0" lang="en-US" sz="1800" b="0" i="0" u="none" strike="noStrike" kern="1200" cap="none" spc="0" normalizeH="0" baseline="0" noProof="0" dirty="0">
              <a:ln>
                <a:noFill/>
              </a:ln>
              <a:solidFill>
                <a:srgbClr val="000000"/>
              </a:solidFill>
              <a:effectLst/>
              <a:uLnTx/>
              <a:uFillTx/>
              <a:latin typeface="Bembo"/>
              <a:ea typeface="+mn-ea"/>
              <a:cs typeface="+mn-cs"/>
            </a:endParaRPr>
          </a:p>
        </p:txBody>
      </p:sp>
    </p:spTree>
    <p:extLst>
      <p:ext uri="{BB962C8B-B14F-4D97-AF65-F5344CB8AC3E}">
        <p14:creationId xmlns:p14="http://schemas.microsoft.com/office/powerpoint/2010/main" val="26846108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1" name="Rectangle 10">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40161"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1F47F640-C6B7-2B3D-D3F1-7FD70C056C56}"/>
              </a:ext>
            </a:extLst>
          </p:cNvPr>
          <p:cNvSpPr>
            <a:spLocks noGrp="1"/>
          </p:cNvSpPr>
          <p:nvPr>
            <p:ph type="title"/>
          </p:nvPr>
        </p:nvSpPr>
        <p:spPr>
          <a:xfrm>
            <a:off x="1050879" y="609601"/>
            <a:ext cx="4476464" cy="1216024"/>
          </a:xfrm>
        </p:spPr>
        <p:txBody>
          <a:bodyPr>
            <a:normAutofit/>
          </a:bodyPr>
          <a:lstStyle/>
          <a:p>
            <a:pPr>
              <a:lnSpc>
                <a:spcPct val="100000"/>
              </a:lnSpc>
            </a:pPr>
            <a:r>
              <a:rPr lang="en-GB" sz="2400">
                <a:ea typeface="Batang"/>
              </a:rPr>
              <a:t>Natural, Cultural, or mixed?</a:t>
            </a:r>
            <a:endParaRPr lang="en-GB" sz="2400"/>
          </a:p>
        </p:txBody>
      </p:sp>
      <p:sp>
        <p:nvSpPr>
          <p:cNvPr id="3" name="Content Placeholder 2">
            <a:extLst>
              <a:ext uri="{FF2B5EF4-FFF2-40B4-BE49-F238E27FC236}">
                <a16:creationId xmlns:a16="http://schemas.microsoft.com/office/drawing/2014/main" id="{71618457-0210-9102-8E10-10A7FE2E04FA}"/>
              </a:ext>
            </a:extLst>
          </p:cNvPr>
          <p:cNvSpPr>
            <a:spLocks noGrp="1"/>
          </p:cNvSpPr>
          <p:nvPr>
            <p:ph idx="1"/>
          </p:nvPr>
        </p:nvSpPr>
        <p:spPr>
          <a:xfrm>
            <a:off x="1050879" y="2163685"/>
            <a:ext cx="3875963" cy="4107020"/>
          </a:xfrm>
        </p:spPr>
        <p:txBody>
          <a:bodyPr vert="horz" lIns="91440" tIns="45720" rIns="91440" bIns="45720" rtlCol="0">
            <a:normAutofit/>
          </a:bodyPr>
          <a:lstStyle/>
          <a:p>
            <a:r>
              <a:rPr lang="en-GB" dirty="0">
                <a:ea typeface="Batang"/>
              </a:rPr>
              <a:t>The Discovery Coast Atlantic Forest Reserves are a natural site.</a:t>
            </a:r>
            <a:endParaRPr lang="en-GB" dirty="0"/>
          </a:p>
        </p:txBody>
      </p:sp>
      <p:pic>
        <p:nvPicPr>
          <p:cNvPr id="5" name="Picture 4" descr="Aerial photo of the river flowing through the forest">
            <a:extLst>
              <a:ext uri="{FF2B5EF4-FFF2-40B4-BE49-F238E27FC236}">
                <a16:creationId xmlns:a16="http://schemas.microsoft.com/office/drawing/2014/main" id="{27F7FBEB-C28A-C460-55D8-7432084A3684}"/>
              </a:ext>
            </a:extLst>
          </p:cNvPr>
          <p:cNvPicPr>
            <a:picLocks noChangeAspect="1"/>
          </p:cNvPicPr>
          <p:nvPr/>
        </p:nvPicPr>
        <p:blipFill rotWithShape="1">
          <a:blip r:embed="rId2"/>
          <a:srcRect l="19879" r="4344" b="2"/>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Tree>
    <p:extLst>
      <p:ext uri="{BB962C8B-B14F-4D97-AF65-F5344CB8AC3E}">
        <p14:creationId xmlns:p14="http://schemas.microsoft.com/office/powerpoint/2010/main" val="156067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1841F680-B18F-481A-8D6E-9FD77379E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76"/>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FA18A25D-F34A-83AB-EF62-8941A589EB38}"/>
              </a:ext>
            </a:extLst>
          </p:cNvPr>
          <p:cNvSpPr>
            <a:spLocks noGrp="1"/>
          </p:cNvSpPr>
          <p:nvPr>
            <p:ph type="title"/>
          </p:nvPr>
        </p:nvSpPr>
        <p:spPr>
          <a:xfrm>
            <a:off x="5282647" y="609601"/>
            <a:ext cx="5826631" cy="1216024"/>
          </a:xfrm>
        </p:spPr>
        <p:txBody>
          <a:bodyPr>
            <a:normAutofit/>
          </a:bodyPr>
          <a:lstStyle/>
          <a:p>
            <a:r>
              <a:rPr lang="en-GB" dirty="0">
                <a:ea typeface="Batang"/>
              </a:rPr>
              <a:t>Why is this site significant?</a:t>
            </a:r>
            <a:endParaRPr lang="en-GB" dirty="0"/>
          </a:p>
        </p:txBody>
      </p:sp>
      <p:sp>
        <p:nvSpPr>
          <p:cNvPr id="17" name="Freeform: Shape 10">
            <a:extLst>
              <a:ext uri="{FF2B5EF4-FFF2-40B4-BE49-F238E27FC236}">
                <a16:creationId xmlns:a16="http://schemas.microsoft.com/office/drawing/2014/main" id="{F74CA6A1-199E-4E0D-BF66-A552C7E59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82301" cy="4882103"/>
          </a:xfrm>
          <a:custGeom>
            <a:avLst/>
            <a:gdLst>
              <a:gd name="connsiteX0" fmla="*/ 0 w 4882301"/>
              <a:gd name="connsiteY0" fmla="*/ 0 h 4882103"/>
              <a:gd name="connsiteX1" fmla="*/ 3905841 w 4882301"/>
              <a:gd name="connsiteY1" fmla="*/ 0 h 4882103"/>
              <a:gd name="connsiteX2" fmla="*/ 4882301 w 4882301"/>
              <a:gd name="connsiteY2" fmla="*/ 0 h 4882103"/>
              <a:gd name="connsiteX3" fmla="*/ 4871664 w 4882301"/>
              <a:gd name="connsiteY3" fmla="*/ 12164 h 4882103"/>
              <a:gd name="connsiteX4" fmla="*/ 4845255 w 4882301"/>
              <a:gd name="connsiteY4" fmla="*/ 53786 h 4882103"/>
              <a:gd name="connsiteX5" fmla="*/ 4832975 w 4882301"/>
              <a:gd name="connsiteY5" fmla="*/ 71441 h 4882103"/>
              <a:gd name="connsiteX6" fmla="*/ 4817370 w 4882301"/>
              <a:gd name="connsiteY6" fmla="*/ 80005 h 4882103"/>
              <a:gd name="connsiteX7" fmla="*/ 4809347 w 4882301"/>
              <a:gd name="connsiteY7" fmla="*/ 76230 h 4882103"/>
              <a:gd name="connsiteX8" fmla="*/ 4801782 w 4882301"/>
              <a:gd name="connsiteY8" fmla="*/ 84878 h 4882103"/>
              <a:gd name="connsiteX9" fmla="*/ 4798715 w 4882301"/>
              <a:gd name="connsiteY9" fmla="*/ 85797 h 4882103"/>
              <a:gd name="connsiteX10" fmla="*/ 4782182 w 4882301"/>
              <a:gd name="connsiteY10" fmla="*/ 92450 h 4882103"/>
              <a:gd name="connsiteX11" fmla="*/ 4773099 w 4882301"/>
              <a:gd name="connsiteY11" fmla="*/ 140971 h 4882103"/>
              <a:gd name="connsiteX12" fmla="*/ 4740360 w 4882301"/>
              <a:gd name="connsiteY12" fmla="*/ 172435 h 4882103"/>
              <a:gd name="connsiteX13" fmla="*/ 4736950 w 4882301"/>
              <a:gd name="connsiteY13" fmla="*/ 178679 h 4882103"/>
              <a:gd name="connsiteX14" fmla="*/ 4735838 w 4882301"/>
              <a:gd name="connsiteY14" fmla="*/ 185572 h 4882103"/>
              <a:gd name="connsiteX15" fmla="*/ 4734185 w 4882301"/>
              <a:gd name="connsiteY15" fmla="*/ 183735 h 4882103"/>
              <a:gd name="connsiteX16" fmla="*/ 4718018 w 4882301"/>
              <a:gd name="connsiteY16" fmla="*/ 213327 h 4882103"/>
              <a:gd name="connsiteX17" fmla="*/ 4688939 w 4882301"/>
              <a:gd name="connsiteY17" fmla="*/ 250886 h 4882103"/>
              <a:gd name="connsiteX18" fmla="*/ 4674425 w 4882301"/>
              <a:gd name="connsiteY18" fmla="*/ 272754 h 4882103"/>
              <a:gd name="connsiteX19" fmla="*/ 4675557 w 4882301"/>
              <a:gd name="connsiteY19" fmla="*/ 274827 h 4882103"/>
              <a:gd name="connsiteX20" fmla="*/ 4654479 w 4882301"/>
              <a:gd name="connsiteY20" fmla="*/ 396503 h 4882103"/>
              <a:gd name="connsiteX21" fmla="*/ 4590538 w 4882301"/>
              <a:gd name="connsiteY21" fmla="*/ 520441 h 4882103"/>
              <a:gd name="connsiteX22" fmla="*/ 4594889 w 4882301"/>
              <a:gd name="connsiteY22" fmla="*/ 537296 h 4882103"/>
              <a:gd name="connsiteX23" fmla="*/ 4594233 w 4882301"/>
              <a:gd name="connsiteY23" fmla="*/ 553255 h 4882103"/>
              <a:gd name="connsiteX24" fmla="*/ 4592486 w 4882301"/>
              <a:gd name="connsiteY24" fmla="*/ 554301 h 4882103"/>
              <a:gd name="connsiteX25" fmla="*/ 4586772 w 4882301"/>
              <a:gd name="connsiteY25" fmla="*/ 570157 h 4882103"/>
              <a:gd name="connsiteX26" fmla="*/ 4588850 w 4882301"/>
              <a:gd name="connsiteY26" fmla="*/ 575443 h 4882103"/>
              <a:gd name="connsiteX27" fmla="*/ 4585973 w 4882301"/>
              <a:gd name="connsiteY27" fmla="*/ 586891 h 4882103"/>
              <a:gd name="connsiteX28" fmla="*/ 4583120 w 4882301"/>
              <a:gd name="connsiteY28" fmla="*/ 610976 h 4882103"/>
              <a:gd name="connsiteX29" fmla="*/ 4579947 w 4882301"/>
              <a:gd name="connsiteY29" fmla="*/ 614045 h 4882103"/>
              <a:gd name="connsiteX30" fmla="*/ 4571535 w 4882301"/>
              <a:gd name="connsiteY30" fmla="*/ 648134 h 4882103"/>
              <a:gd name="connsiteX31" fmla="*/ 4570168 w 4882301"/>
              <a:gd name="connsiteY31" fmla="*/ 647920 h 4882103"/>
              <a:gd name="connsiteX32" fmla="*/ 4562329 w 4882301"/>
              <a:gd name="connsiteY32" fmla="*/ 654549 h 4882103"/>
              <a:gd name="connsiteX33" fmla="*/ 4550201 w 4882301"/>
              <a:gd name="connsiteY33" fmla="*/ 668771 h 4882103"/>
              <a:gd name="connsiteX34" fmla="*/ 4506750 w 4882301"/>
              <a:gd name="connsiteY34" fmla="*/ 693120 h 4882103"/>
              <a:gd name="connsiteX35" fmla="*/ 4501638 w 4882301"/>
              <a:gd name="connsiteY35" fmla="*/ 713469 h 4882103"/>
              <a:gd name="connsiteX36" fmla="*/ 4484999 w 4882301"/>
              <a:gd name="connsiteY36" fmla="*/ 723668 h 4882103"/>
              <a:gd name="connsiteX37" fmla="*/ 4431193 w 4882301"/>
              <a:gd name="connsiteY37" fmla="*/ 747977 h 4882103"/>
              <a:gd name="connsiteX38" fmla="*/ 4368110 w 4882301"/>
              <a:gd name="connsiteY38" fmla="*/ 781955 h 4882103"/>
              <a:gd name="connsiteX39" fmla="*/ 4308331 w 4882301"/>
              <a:gd name="connsiteY39" fmla="*/ 821385 h 4882103"/>
              <a:gd name="connsiteX40" fmla="*/ 4246095 w 4882301"/>
              <a:gd name="connsiteY40" fmla="*/ 838398 h 4882103"/>
              <a:gd name="connsiteX41" fmla="*/ 4201655 w 4882301"/>
              <a:gd name="connsiteY41" fmla="*/ 866799 h 4882103"/>
              <a:gd name="connsiteX42" fmla="*/ 4135014 w 4882301"/>
              <a:gd name="connsiteY42" fmla="*/ 878860 h 4882103"/>
              <a:gd name="connsiteX43" fmla="*/ 4113878 w 4882301"/>
              <a:gd name="connsiteY43" fmla="*/ 890438 h 4882103"/>
              <a:gd name="connsiteX44" fmla="*/ 4101093 w 4882301"/>
              <a:gd name="connsiteY44" fmla="*/ 895083 h 4882103"/>
              <a:gd name="connsiteX45" fmla="*/ 4099328 w 4882301"/>
              <a:gd name="connsiteY45" fmla="*/ 894380 h 4882103"/>
              <a:gd name="connsiteX46" fmla="*/ 4076403 w 4882301"/>
              <a:gd name="connsiteY46" fmla="*/ 929195 h 4882103"/>
              <a:gd name="connsiteX47" fmla="*/ 4071099 w 4882301"/>
              <a:gd name="connsiteY47" fmla="*/ 931504 h 4882103"/>
              <a:gd name="connsiteX48" fmla="*/ 4059044 w 4882301"/>
              <a:gd name="connsiteY48" fmla="*/ 957158 h 4882103"/>
              <a:gd name="connsiteX49" fmla="*/ 4051275 w 4882301"/>
              <a:gd name="connsiteY49" fmla="*/ 968833 h 4882103"/>
              <a:gd name="connsiteX50" fmla="*/ 4052262 w 4882301"/>
              <a:gd name="connsiteY50" fmla="*/ 975389 h 4882103"/>
              <a:gd name="connsiteX51" fmla="*/ 4039178 w 4882301"/>
              <a:gd name="connsiteY51" fmla="*/ 990967 h 4882103"/>
              <a:gd name="connsiteX52" fmla="*/ 4036476 w 4882301"/>
              <a:gd name="connsiteY52" fmla="*/ 991528 h 4882103"/>
              <a:gd name="connsiteX53" fmla="*/ 4030147 w 4882301"/>
              <a:gd name="connsiteY53" fmla="*/ 1008949 h 4882103"/>
              <a:gd name="connsiteX54" fmla="*/ 3791175 w 4882301"/>
              <a:gd name="connsiteY54" fmla="*/ 1112745 h 4882103"/>
              <a:gd name="connsiteX55" fmla="*/ 3468633 w 4882301"/>
              <a:gd name="connsiteY55" fmla="*/ 1357372 h 4882103"/>
              <a:gd name="connsiteX56" fmla="*/ 2349444 w 4882301"/>
              <a:gd name="connsiteY56" fmla="*/ 2665454 h 4882103"/>
              <a:gd name="connsiteX57" fmla="*/ 1644590 w 4882301"/>
              <a:gd name="connsiteY57" fmla="*/ 3444154 h 4882103"/>
              <a:gd name="connsiteX58" fmla="*/ 1250698 w 4882301"/>
              <a:gd name="connsiteY58" fmla="*/ 3827834 h 4882103"/>
              <a:gd name="connsiteX59" fmla="*/ 1131871 w 4882301"/>
              <a:gd name="connsiteY59" fmla="*/ 4121318 h 4882103"/>
              <a:gd name="connsiteX60" fmla="*/ 1051679 w 4882301"/>
              <a:gd name="connsiteY60" fmla="*/ 4348389 h 4882103"/>
              <a:gd name="connsiteX61" fmla="*/ 906982 w 4882301"/>
              <a:gd name="connsiteY61" fmla="*/ 4531597 h 4882103"/>
              <a:gd name="connsiteX62" fmla="*/ 801199 w 4882301"/>
              <a:gd name="connsiteY62" fmla="*/ 4594289 h 4882103"/>
              <a:gd name="connsiteX63" fmla="*/ 799572 w 4882301"/>
              <a:gd name="connsiteY63" fmla="*/ 4616434 h 4882103"/>
              <a:gd name="connsiteX64" fmla="*/ 793361 w 4882301"/>
              <a:gd name="connsiteY64" fmla="*/ 4632413 h 4882103"/>
              <a:gd name="connsiteX65" fmla="*/ 791288 w 4882301"/>
              <a:gd name="connsiteY65" fmla="*/ 4631684 h 4882103"/>
              <a:gd name="connsiteX66" fmla="*/ 780168 w 4882301"/>
              <a:gd name="connsiteY66" fmla="*/ 4642277 h 4882103"/>
              <a:gd name="connsiteX67" fmla="*/ 780355 w 4882301"/>
              <a:gd name="connsiteY67" fmla="*/ 4649968 h 4882103"/>
              <a:gd name="connsiteX68" fmla="*/ 773547 w 4882301"/>
              <a:gd name="connsiteY68" fmla="*/ 4658922 h 4882103"/>
              <a:gd name="connsiteX69" fmla="*/ 712980 w 4882301"/>
              <a:gd name="connsiteY69" fmla="*/ 4687109 h 4882103"/>
              <a:gd name="connsiteX70" fmla="*/ 658998 w 4882301"/>
              <a:gd name="connsiteY70" fmla="*/ 4687168 h 4882103"/>
              <a:gd name="connsiteX71" fmla="*/ 599809 w 4882301"/>
              <a:gd name="connsiteY71" fmla="*/ 4705379 h 4882103"/>
              <a:gd name="connsiteX72" fmla="*/ 558586 w 4882301"/>
              <a:gd name="connsiteY72" fmla="*/ 4701679 h 4882103"/>
              <a:gd name="connsiteX73" fmla="*/ 476867 w 4882301"/>
              <a:gd name="connsiteY73" fmla="*/ 4703401 h 4882103"/>
              <a:gd name="connsiteX74" fmla="*/ 397404 w 4882301"/>
              <a:gd name="connsiteY74" fmla="*/ 4711420 h 4882103"/>
              <a:gd name="connsiteX75" fmla="*/ 369335 w 4882301"/>
              <a:gd name="connsiteY75" fmla="*/ 4717390 h 4882103"/>
              <a:gd name="connsiteX76" fmla="*/ 316209 w 4882301"/>
              <a:gd name="connsiteY76" fmla="*/ 4714515 h 4882103"/>
              <a:gd name="connsiteX77" fmla="*/ 262859 w 4882301"/>
              <a:gd name="connsiteY77" fmla="*/ 4724281 h 4882103"/>
              <a:gd name="connsiteX78" fmla="*/ 219683 w 4882301"/>
              <a:gd name="connsiteY78" fmla="*/ 4732893 h 4882103"/>
              <a:gd name="connsiteX79" fmla="*/ 181299 w 4882301"/>
              <a:gd name="connsiteY79" fmla="*/ 4733057 h 4882103"/>
              <a:gd name="connsiteX80" fmla="*/ 158273 w 4882301"/>
              <a:gd name="connsiteY80" fmla="*/ 4732813 h 4882103"/>
              <a:gd name="connsiteX81" fmla="*/ 99338 w 4882301"/>
              <a:gd name="connsiteY81" fmla="*/ 4777324 h 4882103"/>
              <a:gd name="connsiteX82" fmla="*/ 22026 w 4882301"/>
              <a:gd name="connsiteY82" fmla="*/ 4864170 h 4882103"/>
              <a:gd name="connsiteX83" fmla="*/ 11819 w 4882301"/>
              <a:gd name="connsiteY83" fmla="*/ 4882103 h 4882103"/>
              <a:gd name="connsiteX84" fmla="*/ 0 w 4882301"/>
              <a:gd name="connsiteY84" fmla="*/ 4879437 h 488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4882301" h="4882103">
                <a:moveTo>
                  <a:pt x="0" y="0"/>
                </a:moveTo>
                <a:lnTo>
                  <a:pt x="3905841" y="0"/>
                </a:lnTo>
                <a:lnTo>
                  <a:pt x="4882301" y="0"/>
                </a:lnTo>
                <a:lnTo>
                  <a:pt x="4871664" y="12164"/>
                </a:lnTo>
                <a:cubicBezTo>
                  <a:pt x="4858538" y="24444"/>
                  <a:pt x="4845228" y="35473"/>
                  <a:pt x="4845255" y="53786"/>
                </a:cubicBezTo>
                <a:cubicBezTo>
                  <a:pt x="4842155" y="61666"/>
                  <a:pt x="4837910" y="67273"/>
                  <a:pt x="4832975" y="71441"/>
                </a:cubicBezTo>
                <a:lnTo>
                  <a:pt x="4817370" y="80005"/>
                </a:lnTo>
                <a:lnTo>
                  <a:pt x="4809347" y="76230"/>
                </a:lnTo>
                <a:lnTo>
                  <a:pt x="4801782" y="84878"/>
                </a:lnTo>
                <a:lnTo>
                  <a:pt x="4798715" y="85797"/>
                </a:lnTo>
                <a:cubicBezTo>
                  <a:pt x="4792836" y="87519"/>
                  <a:pt x="4787173" y="89462"/>
                  <a:pt x="4782182" y="92450"/>
                </a:cubicBezTo>
                <a:cubicBezTo>
                  <a:pt x="4808432" y="122655"/>
                  <a:pt x="4744060" y="122852"/>
                  <a:pt x="4773099" y="140971"/>
                </a:cubicBezTo>
                <a:cubicBezTo>
                  <a:pt x="4750244" y="162644"/>
                  <a:pt x="4783879" y="174205"/>
                  <a:pt x="4740360" y="172435"/>
                </a:cubicBezTo>
                <a:lnTo>
                  <a:pt x="4736950" y="178679"/>
                </a:lnTo>
                <a:lnTo>
                  <a:pt x="4735838" y="185572"/>
                </a:lnTo>
                <a:cubicBezTo>
                  <a:pt x="4735287" y="184960"/>
                  <a:pt x="4734736" y="184347"/>
                  <a:pt x="4734185" y="183735"/>
                </a:cubicBezTo>
                <a:lnTo>
                  <a:pt x="4718018" y="213327"/>
                </a:lnTo>
                <a:cubicBezTo>
                  <a:pt x="4708900" y="226131"/>
                  <a:pt x="4698659" y="238379"/>
                  <a:pt x="4688939" y="250886"/>
                </a:cubicBezTo>
                <a:lnTo>
                  <a:pt x="4674425" y="272754"/>
                </a:lnTo>
                <a:lnTo>
                  <a:pt x="4675557" y="274827"/>
                </a:lnTo>
                <a:cubicBezTo>
                  <a:pt x="4692733" y="317553"/>
                  <a:pt x="4690330" y="399012"/>
                  <a:pt x="4654479" y="396503"/>
                </a:cubicBezTo>
                <a:cubicBezTo>
                  <a:pt x="4629917" y="439743"/>
                  <a:pt x="4630394" y="492844"/>
                  <a:pt x="4590538" y="520441"/>
                </a:cubicBezTo>
                <a:cubicBezTo>
                  <a:pt x="4593060" y="526025"/>
                  <a:pt x="4594396" y="531656"/>
                  <a:pt x="4594889" y="537296"/>
                </a:cubicBezTo>
                <a:lnTo>
                  <a:pt x="4594233" y="553255"/>
                </a:lnTo>
                <a:lnTo>
                  <a:pt x="4592486" y="554301"/>
                </a:lnTo>
                <a:cubicBezTo>
                  <a:pt x="4587288" y="560504"/>
                  <a:pt x="4586135" y="565587"/>
                  <a:pt x="4586772" y="570157"/>
                </a:cubicBezTo>
                <a:lnTo>
                  <a:pt x="4588850" y="575443"/>
                </a:lnTo>
                <a:lnTo>
                  <a:pt x="4585973" y="586891"/>
                </a:lnTo>
                <a:lnTo>
                  <a:pt x="4583120" y="610976"/>
                </a:lnTo>
                <a:lnTo>
                  <a:pt x="4579947" y="614045"/>
                </a:lnTo>
                <a:lnTo>
                  <a:pt x="4571535" y="648134"/>
                </a:lnTo>
                <a:lnTo>
                  <a:pt x="4570168" y="647920"/>
                </a:lnTo>
                <a:cubicBezTo>
                  <a:pt x="4566910" y="648223"/>
                  <a:pt x="4564144" y="649910"/>
                  <a:pt x="4562329" y="654549"/>
                </a:cubicBezTo>
                <a:cubicBezTo>
                  <a:pt x="4546774" y="637433"/>
                  <a:pt x="4554179" y="653583"/>
                  <a:pt x="4550201" y="668771"/>
                </a:cubicBezTo>
                <a:cubicBezTo>
                  <a:pt x="4525156" y="645580"/>
                  <a:pt x="4524937" y="694757"/>
                  <a:pt x="4506750" y="693120"/>
                </a:cubicBezTo>
                <a:lnTo>
                  <a:pt x="4501638" y="713469"/>
                </a:lnTo>
                <a:lnTo>
                  <a:pt x="4484999" y="723668"/>
                </a:lnTo>
                <a:cubicBezTo>
                  <a:pt x="4467842" y="731103"/>
                  <a:pt x="4449426" y="737866"/>
                  <a:pt x="4431193" y="747977"/>
                </a:cubicBezTo>
                <a:cubicBezTo>
                  <a:pt x="4393455" y="760072"/>
                  <a:pt x="4397875" y="773457"/>
                  <a:pt x="4368110" y="781955"/>
                </a:cubicBezTo>
                <a:lnTo>
                  <a:pt x="4308331" y="821385"/>
                </a:lnTo>
                <a:lnTo>
                  <a:pt x="4246095" y="838398"/>
                </a:lnTo>
                <a:lnTo>
                  <a:pt x="4201655" y="866799"/>
                </a:lnTo>
                <a:cubicBezTo>
                  <a:pt x="4177801" y="858770"/>
                  <a:pt x="4160718" y="913070"/>
                  <a:pt x="4135014" y="878860"/>
                </a:cubicBezTo>
                <a:cubicBezTo>
                  <a:pt x="4124490" y="894291"/>
                  <a:pt x="4128917" y="914682"/>
                  <a:pt x="4113878" y="890438"/>
                </a:cubicBezTo>
                <a:cubicBezTo>
                  <a:pt x="4109858" y="894945"/>
                  <a:pt x="4105569" y="895865"/>
                  <a:pt x="4101093" y="895083"/>
                </a:cubicBezTo>
                <a:lnTo>
                  <a:pt x="4099328" y="894380"/>
                </a:lnTo>
                <a:lnTo>
                  <a:pt x="4076403" y="929195"/>
                </a:lnTo>
                <a:lnTo>
                  <a:pt x="4071099" y="931504"/>
                </a:lnTo>
                <a:lnTo>
                  <a:pt x="4059044" y="957158"/>
                </a:lnTo>
                <a:lnTo>
                  <a:pt x="4051275" y="968833"/>
                </a:lnTo>
                <a:lnTo>
                  <a:pt x="4052262" y="975389"/>
                </a:lnTo>
                <a:cubicBezTo>
                  <a:pt x="4051555" y="980661"/>
                  <a:pt x="4048274" y="985887"/>
                  <a:pt x="4039178" y="990967"/>
                </a:cubicBezTo>
                <a:lnTo>
                  <a:pt x="4036476" y="991528"/>
                </a:lnTo>
                <a:lnTo>
                  <a:pt x="4030147" y="1008949"/>
                </a:lnTo>
                <a:cubicBezTo>
                  <a:pt x="4028887" y="1015351"/>
                  <a:pt x="3789695" y="1105708"/>
                  <a:pt x="3791175" y="1112745"/>
                </a:cubicBezTo>
                <a:lnTo>
                  <a:pt x="3468633" y="1357372"/>
                </a:lnTo>
                <a:cubicBezTo>
                  <a:pt x="3007916" y="1829258"/>
                  <a:pt x="2905784" y="2337003"/>
                  <a:pt x="2349444" y="2665454"/>
                </a:cubicBezTo>
                <a:lnTo>
                  <a:pt x="1644590" y="3444154"/>
                </a:lnTo>
                <a:lnTo>
                  <a:pt x="1250698" y="3827834"/>
                </a:lnTo>
                <a:cubicBezTo>
                  <a:pt x="1225290" y="3842038"/>
                  <a:pt x="1141959" y="4085899"/>
                  <a:pt x="1131871" y="4121318"/>
                </a:cubicBezTo>
                <a:cubicBezTo>
                  <a:pt x="1094841" y="4141744"/>
                  <a:pt x="1077207" y="4325829"/>
                  <a:pt x="1051679" y="4348389"/>
                </a:cubicBezTo>
                <a:cubicBezTo>
                  <a:pt x="1048682" y="4381577"/>
                  <a:pt x="956993" y="4490557"/>
                  <a:pt x="906982" y="4531597"/>
                </a:cubicBezTo>
                <a:cubicBezTo>
                  <a:pt x="867869" y="4551118"/>
                  <a:pt x="849806" y="4607070"/>
                  <a:pt x="801199" y="4594289"/>
                </a:cubicBezTo>
                <a:cubicBezTo>
                  <a:pt x="801717" y="4602753"/>
                  <a:pt x="801057" y="4610029"/>
                  <a:pt x="799572" y="4616434"/>
                </a:cubicBezTo>
                <a:lnTo>
                  <a:pt x="793361" y="4632413"/>
                </a:lnTo>
                <a:lnTo>
                  <a:pt x="791288" y="4631684"/>
                </a:lnTo>
                <a:cubicBezTo>
                  <a:pt x="784039" y="4632736"/>
                  <a:pt x="781139" y="4636841"/>
                  <a:pt x="780168" y="4642277"/>
                </a:cubicBezTo>
                <a:lnTo>
                  <a:pt x="780355" y="4649968"/>
                </a:lnTo>
                <a:lnTo>
                  <a:pt x="773547" y="4658922"/>
                </a:lnTo>
                <a:lnTo>
                  <a:pt x="712980" y="4687109"/>
                </a:lnTo>
                <a:cubicBezTo>
                  <a:pt x="693888" y="4691817"/>
                  <a:pt x="685004" y="4683329"/>
                  <a:pt x="658998" y="4687168"/>
                </a:cubicBezTo>
                <a:cubicBezTo>
                  <a:pt x="652617" y="4696903"/>
                  <a:pt x="607468" y="4696757"/>
                  <a:pt x="599809" y="4705379"/>
                </a:cubicBezTo>
                <a:lnTo>
                  <a:pt x="558586" y="4701679"/>
                </a:lnTo>
                <a:cubicBezTo>
                  <a:pt x="527600" y="4706175"/>
                  <a:pt x="499471" y="4673329"/>
                  <a:pt x="476867" y="4703401"/>
                </a:cubicBezTo>
                <a:cubicBezTo>
                  <a:pt x="447819" y="4707454"/>
                  <a:pt x="419349" y="4696441"/>
                  <a:pt x="397404" y="4711420"/>
                </a:cubicBezTo>
                <a:cubicBezTo>
                  <a:pt x="384768" y="4701219"/>
                  <a:pt x="374322" y="4698020"/>
                  <a:pt x="369335" y="4717390"/>
                </a:cubicBezTo>
                <a:cubicBezTo>
                  <a:pt x="341061" y="4716067"/>
                  <a:pt x="328725" y="4691742"/>
                  <a:pt x="316209" y="4714515"/>
                </a:cubicBezTo>
                <a:cubicBezTo>
                  <a:pt x="283497" y="4663104"/>
                  <a:pt x="280147" y="4717961"/>
                  <a:pt x="262859" y="4724281"/>
                </a:cubicBezTo>
                <a:cubicBezTo>
                  <a:pt x="246771" y="4727344"/>
                  <a:pt x="236451" y="4729844"/>
                  <a:pt x="219683" y="4732893"/>
                </a:cubicBezTo>
                <a:cubicBezTo>
                  <a:pt x="212240" y="4769464"/>
                  <a:pt x="197625" y="4722763"/>
                  <a:pt x="181299" y="4733057"/>
                </a:cubicBezTo>
                <a:cubicBezTo>
                  <a:pt x="175073" y="4746658"/>
                  <a:pt x="169278" y="4748663"/>
                  <a:pt x="158273" y="4732813"/>
                </a:cubicBezTo>
                <a:cubicBezTo>
                  <a:pt x="130214" y="4799165"/>
                  <a:pt x="131962" y="4753319"/>
                  <a:pt x="99338" y="4777324"/>
                </a:cubicBezTo>
                <a:cubicBezTo>
                  <a:pt x="72071" y="4803053"/>
                  <a:pt x="41763" y="4799596"/>
                  <a:pt x="22026" y="4864170"/>
                </a:cubicBezTo>
                <a:cubicBezTo>
                  <a:pt x="20771" y="4873425"/>
                  <a:pt x="16962" y="4879602"/>
                  <a:pt x="11819" y="4882103"/>
                </a:cubicBezTo>
                <a:lnTo>
                  <a:pt x="0" y="4879437"/>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8" name="Freeform: Shape 12">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4872" y="948519"/>
            <a:ext cx="3731986" cy="4947315"/>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chemeClr val="bg1">
              <a:lumMod val="95000"/>
            </a:schemeClr>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pic>
        <p:nvPicPr>
          <p:cNvPr id="4" name="Picture 4" descr="A picture containing tree, nature, outdoor, river&#10;&#10;Description automatically generated">
            <a:extLst>
              <a:ext uri="{FF2B5EF4-FFF2-40B4-BE49-F238E27FC236}">
                <a16:creationId xmlns:a16="http://schemas.microsoft.com/office/drawing/2014/main" id="{A7A0A75F-B303-6D75-E0BF-360D6D24605A}"/>
              </a:ext>
            </a:extLst>
          </p:cNvPr>
          <p:cNvPicPr>
            <a:picLocks noChangeAspect="1"/>
          </p:cNvPicPr>
          <p:nvPr/>
        </p:nvPicPr>
        <p:blipFill rotWithShape="1">
          <a:blip r:embed="rId2"/>
          <a:srcRect l="4577" t="422" r="45908" b="-422"/>
          <a:stretch/>
        </p:blipFill>
        <p:spPr>
          <a:xfrm>
            <a:off x="939635" y="948518"/>
            <a:ext cx="3728287" cy="4947320"/>
          </a:xfrm>
          <a:prstGeom prst="rect">
            <a:avLst/>
          </a:prstGeom>
        </p:spPr>
      </p:pic>
      <p:sp>
        <p:nvSpPr>
          <p:cNvPr id="3" name="Content Placeholder 2">
            <a:extLst>
              <a:ext uri="{FF2B5EF4-FFF2-40B4-BE49-F238E27FC236}">
                <a16:creationId xmlns:a16="http://schemas.microsoft.com/office/drawing/2014/main" id="{4610AA1A-FEB3-B4A4-719E-05FBD73C7523}"/>
              </a:ext>
            </a:extLst>
          </p:cNvPr>
          <p:cNvSpPr>
            <a:spLocks noGrp="1"/>
          </p:cNvSpPr>
          <p:nvPr>
            <p:ph idx="1"/>
          </p:nvPr>
        </p:nvSpPr>
        <p:spPr>
          <a:xfrm>
            <a:off x="5282647" y="2147355"/>
            <a:ext cx="5578836" cy="4107021"/>
          </a:xfrm>
        </p:spPr>
        <p:txBody>
          <a:bodyPr vert="horz" lIns="91440" tIns="45720" rIns="91440" bIns="45720" rtlCol="0">
            <a:normAutofit/>
          </a:bodyPr>
          <a:lstStyle/>
          <a:p>
            <a:r>
              <a:rPr lang="en-GB" dirty="0">
                <a:ea typeface="Batang"/>
              </a:rPr>
              <a:t>The Discovery Coast Atlantic Forest Reserve is highly significant due to being one of the richest tropical forest areas in the world in terms of biodiversity. It contains about 20% of the world's flora, including 627 endangered species.</a:t>
            </a:r>
          </a:p>
        </p:txBody>
      </p:sp>
      <p:sp>
        <p:nvSpPr>
          <p:cNvPr id="15" name="Rectangle 6">
            <a:extLst>
              <a:ext uri="{FF2B5EF4-FFF2-40B4-BE49-F238E27FC236}">
                <a16:creationId xmlns:a16="http://schemas.microsoft.com/office/drawing/2014/main" id="{96B5873C-FCDB-4D1E-80D6-01CF18832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45980" y="5694989"/>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Tree>
    <p:extLst>
      <p:ext uri="{BB962C8B-B14F-4D97-AF65-F5344CB8AC3E}">
        <p14:creationId xmlns:p14="http://schemas.microsoft.com/office/powerpoint/2010/main" val="28009338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23E882CD-3327-4730-BC76-77CEC765DE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0" name="Freeform: Shape 10">
            <a:extLst>
              <a:ext uri="{FF2B5EF4-FFF2-40B4-BE49-F238E27FC236}">
                <a16:creationId xmlns:a16="http://schemas.microsoft.com/office/drawing/2014/main" id="{657B4B2D-0BF5-41DE-AFF5-8A26695B1F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3260759"/>
          </a:xfrm>
          <a:custGeom>
            <a:avLst/>
            <a:gdLst>
              <a:gd name="connsiteX0" fmla="*/ 0 w 12192000"/>
              <a:gd name="connsiteY0" fmla="*/ 0 h 3383591"/>
              <a:gd name="connsiteX1" fmla="*/ 12192000 w 12192000"/>
              <a:gd name="connsiteY1" fmla="*/ 0 h 3383591"/>
              <a:gd name="connsiteX2" fmla="*/ 12192000 w 12192000"/>
              <a:gd name="connsiteY2" fmla="*/ 3383591 h 3383591"/>
              <a:gd name="connsiteX3" fmla="*/ 12096623 w 12192000"/>
              <a:gd name="connsiteY3" fmla="*/ 3342502 h 3383591"/>
              <a:gd name="connsiteX4" fmla="*/ 12003042 w 12192000"/>
              <a:gd name="connsiteY4" fmla="*/ 3277528 h 3383591"/>
              <a:gd name="connsiteX5" fmla="*/ 11796095 w 12192000"/>
              <a:gd name="connsiteY5" fmla="*/ 3229916 h 3383591"/>
              <a:gd name="connsiteX6" fmla="*/ 11646344 w 12192000"/>
              <a:gd name="connsiteY6" fmla="*/ 3221773 h 3383591"/>
              <a:gd name="connsiteX7" fmla="*/ 11534232 w 12192000"/>
              <a:gd name="connsiteY7" fmla="*/ 3198236 h 3383591"/>
              <a:gd name="connsiteX8" fmla="*/ 11348888 w 12192000"/>
              <a:gd name="connsiteY8" fmla="*/ 3199503 h 3383591"/>
              <a:gd name="connsiteX9" fmla="*/ 11203586 w 12192000"/>
              <a:gd name="connsiteY9" fmla="*/ 3170916 h 3383591"/>
              <a:gd name="connsiteX10" fmla="*/ 11085706 w 12192000"/>
              <a:gd name="connsiteY10" fmla="*/ 3139320 h 3383591"/>
              <a:gd name="connsiteX11" fmla="*/ 10990421 w 12192000"/>
              <a:gd name="connsiteY11" fmla="*/ 3122625 h 3383591"/>
              <a:gd name="connsiteX12" fmla="*/ 10938802 w 12192000"/>
              <a:gd name="connsiteY12" fmla="*/ 3113864 h 3383591"/>
              <a:gd name="connsiteX13" fmla="*/ 10178173 w 12192000"/>
              <a:gd name="connsiteY13" fmla="*/ 2911545 h 3383591"/>
              <a:gd name="connsiteX14" fmla="*/ 8720786 w 12192000"/>
              <a:gd name="connsiteY14" fmla="*/ 2855447 h 3383591"/>
              <a:gd name="connsiteX15" fmla="*/ 8169184 w 12192000"/>
              <a:gd name="connsiteY15" fmla="*/ 2756045 h 3383591"/>
              <a:gd name="connsiteX16" fmla="*/ 7747307 w 12192000"/>
              <a:gd name="connsiteY16" fmla="*/ 2758037 h 3383591"/>
              <a:gd name="connsiteX17" fmla="*/ 7674334 w 12192000"/>
              <a:gd name="connsiteY17" fmla="*/ 2748894 h 3383591"/>
              <a:gd name="connsiteX18" fmla="*/ 7638104 w 12192000"/>
              <a:gd name="connsiteY18" fmla="*/ 2747520 h 3383591"/>
              <a:gd name="connsiteX19" fmla="*/ 7563009 w 12192000"/>
              <a:gd name="connsiteY19" fmla="*/ 2694837 h 3383591"/>
              <a:gd name="connsiteX20" fmla="*/ 7416988 w 12192000"/>
              <a:gd name="connsiteY20" fmla="*/ 2606525 h 3383591"/>
              <a:gd name="connsiteX21" fmla="*/ 7201337 w 12192000"/>
              <a:gd name="connsiteY21" fmla="*/ 2549334 h 3383591"/>
              <a:gd name="connsiteX22" fmla="*/ 7024912 w 12192000"/>
              <a:gd name="connsiteY22" fmla="*/ 2493208 h 3383591"/>
              <a:gd name="connsiteX23" fmla="*/ 6959502 w 12192000"/>
              <a:gd name="connsiteY23" fmla="*/ 2475822 h 3383591"/>
              <a:gd name="connsiteX24" fmla="*/ 6849665 w 12192000"/>
              <a:gd name="connsiteY24" fmla="*/ 2431890 h 3383591"/>
              <a:gd name="connsiteX25" fmla="*/ 6776682 w 12192000"/>
              <a:gd name="connsiteY25" fmla="*/ 2405153 h 3383591"/>
              <a:gd name="connsiteX26" fmla="*/ 6681643 w 12192000"/>
              <a:gd name="connsiteY26" fmla="*/ 2416670 h 3383591"/>
              <a:gd name="connsiteX27" fmla="*/ 6626849 w 12192000"/>
              <a:gd name="connsiteY27" fmla="*/ 2370433 h 3383591"/>
              <a:gd name="connsiteX28" fmla="*/ 6545281 w 12192000"/>
              <a:gd name="connsiteY28" fmla="*/ 2340433 h 3383591"/>
              <a:gd name="connsiteX29" fmla="*/ 6496688 w 12192000"/>
              <a:gd name="connsiteY29" fmla="*/ 2322168 h 3383591"/>
              <a:gd name="connsiteX30" fmla="*/ 6352723 w 12192000"/>
              <a:gd name="connsiteY30" fmla="*/ 2297955 h 3383591"/>
              <a:gd name="connsiteX31" fmla="*/ 6142209 w 12192000"/>
              <a:gd name="connsiteY31" fmla="*/ 2295054 h 3383591"/>
              <a:gd name="connsiteX32" fmla="*/ 5997396 w 12192000"/>
              <a:gd name="connsiteY32" fmla="*/ 2295474 h 3383591"/>
              <a:gd name="connsiteX33" fmla="*/ 5892589 w 12192000"/>
              <a:gd name="connsiteY33" fmla="*/ 2285801 h 3383591"/>
              <a:gd name="connsiteX34" fmla="*/ 5739318 w 12192000"/>
              <a:gd name="connsiteY34" fmla="*/ 2270882 h 3383591"/>
              <a:gd name="connsiteX35" fmla="*/ 5636991 w 12192000"/>
              <a:gd name="connsiteY35" fmla="*/ 2227247 h 3383591"/>
              <a:gd name="connsiteX36" fmla="*/ 5577647 w 12192000"/>
              <a:gd name="connsiteY36" fmla="*/ 2207623 h 3383591"/>
              <a:gd name="connsiteX37" fmla="*/ 5536647 w 12192000"/>
              <a:gd name="connsiteY37" fmla="*/ 2187970 h 3383591"/>
              <a:gd name="connsiteX38" fmla="*/ 5420546 w 12192000"/>
              <a:gd name="connsiteY38" fmla="*/ 2166859 h 3383591"/>
              <a:gd name="connsiteX39" fmla="*/ 5223187 w 12192000"/>
              <a:gd name="connsiteY39" fmla="*/ 2143950 h 3383591"/>
              <a:gd name="connsiteX40" fmla="*/ 5182387 w 12192000"/>
              <a:gd name="connsiteY40" fmla="*/ 2136397 h 3383591"/>
              <a:gd name="connsiteX41" fmla="*/ 5152148 w 12192000"/>
              <a:gd name="connsiteY41" fmla="*/ 2119277 h 3383591"/>
              <a:gd name="connsiteX42" fmla="*/ 5149345 w 12192000"/>
              <a:gd name="connsiteY42" fmla="*/ 2106041 h 3383591"/>
              <a:gd name="connsiteX43" fmla="*/ 5127679 w 12192000"/>
              <a:gd name="connsiteY43" fmla="*/ 2100180 h 3383591"/>
              <a:gd name="connsiteX44" fmla="*/ 5122928 w 12192000"/>
              <a:gd name="connsiteY44" fmla="*/ 2096401 h 3383591"/>
              <a:gd name="connsiteX45" fmla="*/ 5094662 w 12192000"/>
              <a:gd name="connsiteY45" fmla="*/ 2076951 h 3383591"/>
              <a:gd name="connsiteX46" fmla="*/ 5009233 w 12192000"/>
              <a:gd name="connsiteY46" fmla="*/ 2090596 h 3383591"/>
              <a:gd name="connsiteX47" fmla="*/ 4924764 w 12192000"/>
              <a:gd name="connsiteY47" fmla="*/ 2061998 h 3383591"/>
              <a:gd name="connsiteX48" fmla="*/ 4662830 w 12192000"/>
              <a:gd name="connsiteY48" fmla="*/ 2047859 h 3383591"/>
              <a:gd name="connsiteX49" fmla="*/ 4559997 w 12192000"/>
              <a:gd name="connsiteY49" fmla="*/ 2037381 h 3383591"/>
              <a:gd name="connsiteX50" fmla="*/ 4387924 w 12192000"/>
              <a:gd name="connsiteY50" fmla="*/ 2049284 h 3383591"/>
              <a:gd name="connsiteX51" fmla="*/ 4199951 w 12192000"/>
              <a:gd name="connsiteY51" fmla="*/ 2091254 h 3383591"/>
              <a:gd name="connsiteX52" fmla="*/ 4045229 w 12192000"/>
              <a:gd name="connsiteY52" fmla="*/ 2122867 h 3383591"/>
              <a:gd name="connsiteX53" fmla="*/ 3995025 w 12192000"/>
              <a:gd name="connsiteY53" fmla="*/ 2131589 h 3383591"/>
              <a:gd name="connsiteX54" fmla="*/ 3912439 w 12192000"/>
              <a:gd name="connsiteY54" fmla="*/ 2148983 h 3383591"/>
              <a:gd name="connsiteX55" fmla="*/ 3793978 w 12192000"/>
              <a:gd name="connsiteY55" fmla="*/ 2174324 h 3383591"/>
              <a:gd name="connsiteX56" fmla="*/ 3693786 w 12192000"/>
              <a:gd name="connsiteY56" fmla="*/ 2169591 h 3383591"/>
              <a:gd name="connsiteX57" fmla="*/ 3630669 w 12192000"/>
              <a:gd name="connsiteY57" fmla="*/ 2182279 h 3383591"/>
              <a:gd name="connsiteX58" fmla="*/ 3554725 w 12192000"/>
              <a:gd name="connsiteY58" fmla="*/ 2172253 h 3383591"/>
              <a:gd name="connsiteX59" fmla="*/ 3490505 w 12192000"/>
              <a:gd name="connsiteY59" fmla="*/ 2164730 h 3383591"/>
              <a:gd name="connsiteX60" fmla="*/ 3396935 w 12192000"/>
              <a:gd name="connsiteY60" fmla="*/ 2148997 h 3383591"/>
              <a:gd name="connsiteX61" fmla="*/ 3361543 w 12192000"/>
              <a:gd name="connsiteY61" fmla="*/ 2156896 h 3383591"/>
              <a:gd name="connsiteX62" fmla="*/ 3336113 w 12192000"/>
              <a:gd name="connsiteY62" fmla="*/ 2143603 h 3383591"/>
              <a:gd name="connsiteX63" fmla="*/ 3291312 w 12192000"/>
              <a:gd name="connsiteY63" fmla="*/ 2147162 h 3383591"/>
              <a:gd name="connsiteX64" fmla="*/ 3201173 w 12192000"/>
              <a:gd name="connsiteY64" fmla="*/ 2168979 h 3383591"/>
              <a:gd name="connsiteX65" fmla="*/ 3044546 w 12192000"/>
              <a:gd name="connsiteY65" fmla="*/ 2138796 h 3383591"/>
              <a:gd name="connsiteX66" fmla="*/ 2815263 w 12192000"/>
              <a:gd name="connsiteY66" fmla="*/ 2125347 h 3383591"/>
              <a:gd name="connsiteX67" fmla="*/ 2543831 w 12192000"/>
              <a:gd name="connsiteY67" fmla="*/ 2113626 h 3383591"/>
              <a:gd name="connsiteX68" fmla="*/ 2479300 w 12192000"/>
              <a:gd name="connsiteY68" fmla="*/ 2087542 h 3383591"/>
              <a:gd name="connsiteX69" fmla="*/ 2387809 w 12192000"/>
              <a:gd name="connsiteY69" fmla="*/ 2076045 h 3383591"/>
              <a:gd name="connsiteX70" fmla="*/ 2371210 w 12192000"/>
              <a:gd name="connsiteY70" fmla="*/ 2070567 h 3383591"/>
              <a:gd name="connsiteX71" fmla="*/ 2369471 w 12192000"/>
              <a:gd name="connsiteY71" fmla="*/ 2059604 h 3383591"/>
              <a:gd name="connsiteX72" fmla="*/ 2346598 w 12192000"/>
              <a:gd name="connsiteY72" fmla="*/ 2044610 h 3383591"/>
              <a:gd name="connsiteX73" fmla="*/ 2315222 w 12192000"/>
              <a:gd name="connsiteY73" fmla="*/ 2037157 h 3383591"/>
              <a:gd name="connsiteX74" fmla="*/ 2163007 w 12192000"/>
              <a:gd name="connsiteY74" fmla="*/ 2012297 h 3383591"/>
              <a:gd name="connsiteX75" fmla="*/ 2073709 w 12192000"/>
              <a:gd name="connsiteY75" fmla="*/ 1991400 h 3383591"/>
              <a:gd name="connsiteX76" fmla="*/ 2042576 w 12192000"/>
              <a:gd name="connsiteY76" fmla="*/ 1973997 h 3383591"/>
              <a:gd name="connsiteX77" fmla="*/ 1997227 w 12192000"/>
              <a:gd name="connsiteY77" fmla="*/ 1956058 h 3383591"/>
              <a:gd name="connsiteX78" fmla="*/ 1882438 w 12192000"/>
              <a:gd name="connsiteY78" fmla="*/ 1928816 h 3383591"/>
              <a:gd name="connsiteX79" fmla="*/ 1783995 w 12192000"/>
              <a:gd name="connsiteY79" fmla="*/ 1928240 h 3383591"/>
              <a:gd name="connsiteX80" fmla="*/ 1674358 w 12192000"/>
              <a:gd name="connsiteY80" fmla="*/ 1880147 h 3383591"/>
              <a:gd name="connsiteX81" fmla="*/ 1617466 w 12192000"/>
              <a:gd name="connsiteY81" fmla="*/ 1879622 h 3383591"/>
              <a:gd name="connsiteX82" fmla="*/ 1444791 w 12192000"/>
              <a:gd name="connsiteY82" fmla="*/ 1876069 h 3383591"/>
              <a:gd name="connsiteX83" fmla="*/ 1333998 w 12192000"/>
              <a:gd name="connsiteY83" fmla="*/ 1851771 h 3383591"/>
              <a:gd name="connsiteX84" fmla="*/ 1296939 w 12192000"/>
              <a:gd name="connsiteY84" fmla="*/ 1835275 h 3383591"/>
              <a:gd name="connsiteX85" fmla="*/ 1234703 w 12192000"/>
              <a:gd name="connsiteY85" fmla="*/ 1808128 h 3383591"/>
              <a:gd name="connsiteX86" fmla="*/ 1181600 w 12192000"/>
              <a:gd name="connsiteY86" fmla="*/ 1770800 h 3383591"/>
              <a:gd name="connsiteX87" fmla="*/ 1119709 w 12192000"/>
              <a:gd name="connsiteY87" fmla="*/ 1775015 h 3383591"/>
              <a:gd name="connsiteX88" fmla="*/ 1068610 w 12192000"/>
              <a:gd name="connsiteY88" fmla="*/ 1767175 h 3383591"/>
              <a:gd name="connsiteX89" fmla="*/ 1066295 w 12192000"/>
              <a:gd name="connsiteY89" fmla="*/ 1758912 h 3383591"/>
              <a:gd name="connsiteX90" fmla="*/ 1059904 w 12192000"/>
              <a:gd name="connsiteY90" fmla="*/ 1757133 h 3383591"/>
              <a:gd name="connsiteX91" fmla="*/ 1054596 w 12192000"/>
              <a:gd name="connsiteY91" fmla="*/ 1764259 h 3383591"/>
              <a:gd name="connsiteX92" fmla="*/ 967177 w 12192000"/>
              <a:gd name="connsiteY92" fmla="*/ 1775623 h 3383591"/>
              <a:gd name="connsiteX93" fmla="*/ 862494 w 12192000"/>
              <a:gd name="connsiteY93" fmla="*/ 1744053 h 3383591"/>
              <a:gd name="connsiteX94" fmla="*/ 772839 w 12192000"/>
              <a:gd name="connsiteY94" fmla="*/ 1724603 h 3383591"/>
              <a:gd name="connsiteX95" fmla="*/ 636713 w 12192000"/>
              <a:gd name="connsiteY95" fmla="*/ 1671769 h 3383591"/>
              <a:gd name="connsiteX96" fmla="*/ 521887 w 12192000"/>
              <a:gd name="connsiteY96" fmla="*/ 1584332 h 3383591"/>
              <a:gd name="connsiteX97" fmla="*/ 441262 w 12192000"/>
              <a:gd name="connsiteY97" fmla="*/ 1509188 h 3383591"/>
              <a:gd name="connsiteX98" fmla="*/ 369543 w 12192000"/>
              <a:gd name="connsiteY98" fmla="*/ 1448984 h 3383591"/>
              <a:gd name="connsiteX99" fmla="*/ 350244 w 12192000"/>
              <a:gd name="connsiteY99" fmla="*/ 1370001 h 3383591"/>
              <a:gd name="connsiteX100" fmla="*/ 284215 w 12192000"/>
              <a:gd name="connsiteY100" fmla="*/ 1348687 h 3383591"/>
              <a:gd name="connsiteX101" fmla="*/ 90496 w 12192000"/>
              <a:gd name="connsiteY101" fmla="*/ 1282222 h 3383591"/>
              <a:gd name="connsiteX102" fmla="*/ 32764 w 12192000"/>
              <a:gd name="connsiteY102" fmla="*/ 1282189 h 3383591"/>
              <a:gd name="connsiteX103" fmla="*/ 4092 w 12192000"/>
              <a:gd name="connsiteY103" fmla="*/ 1286084 h 3383591"/>
              <a:gd name="connsiteX104" fmla="*/ 0 w 12192000"/>
              <a:gd name="connsiteY104" fmla="*/ 1281889 h 33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192000" h="3383591">
                <a:moveTo>
                  <a:pt x="0" y="0"/>
                </a:moveTo>
                <a:lnTo>
                  <a:pt x="12192000" y="0"/>
                </a:lnTo>
                <a:lnTo>
                  <a:pt x="12192000" y="3383591"/>
                </a:lnTo>
                <a:lnTo>
                  <a:pt x="12096623" y="3342502"/>
                </a:lnTo>
                <a:cubicBezTo>
                  <a:pt x="12085971" y="3278071"/>
                  <a:pt x="12035820" y="3302934"/>
                  <a:pt x="12003042" y="3277528"/>
                </a:cubicBezTo>
                <a:cubicBezTo>
                  <a:pt x="11937058" y="3239952"/>
                  <a:pt x="11855545" y="3239209"/>
                  <a:pt x="11796095" y="3229916"/>
                </a:cubicBezTo>
                <a:cubicBezTo>
                  <a:pt x="11736645" y="3220624"/>
                  <a:pt x="11648812" y="3255225"/>
                  <a:pt x="11646344" y="3221773"/>
                </a:cubicBezTo>
                <a:cubicBezTo>
                  <a:pt x="11624842" y="3219055"/>
                  <a:pt x="11540852" y="3218458"/>
                  <a:pt x="11534232" y="3198236"/>
                </a:cubicBezTo>
                <a:cubicBezTo>
                  <a:pt x="11461937" y="3244118"/>
                  <a:pt x="11416263" y="3167876"/>
                  <a:pt x="11348888" y="3199503"/>
                </a:cubicBezTo>
                <a:cubicBezTo>
                  <a:pt x="11259912" y="3168769"/>
                  <a:pt x="11275515" y="3203386"/>
                  <a:pt x="11203586" y="3170916"/>
                </a:cubicBezTo>
                <a:cubicBezTo>
                  <a:pt x="11154704" y="3194190"/>
                  <a:pt x="11130861" y="3137899"/>
                  <a:pt x="11085706" y="3139320"/>
                </a:cubicBezTo>
                <a:cubicBezTo>
                  <a:pt x="11063550" y="3134414"/>
                  <a:pt x="11029919" y="3128973"/>
                  <a:pt x="10990421" y="3122625"/>
                </a:cubicBezTo>
                <a:lnTo>
                  <a:pt x="10938802" y="3113864"/>
                </a:lnTo>
                <a:cubicBezTo>
                  <a:pt x="10685259" y="3046424"/>
                  <a:pt x="10303977" y="2962156"/>
                  <a:pt x="10178173" y="2911545"/>
                </a:cubicBezTo>
                <a:cubicBezTo>
                  <a:pt x="9808503" y="2836748"/>
                  <a:pt x="8910459" y="2913414"/>
                  <a:pt x="8720786" y="2855447"/>
                </a:cubicBezTo>
                <a:cubicBezTo>
                  <a:pt x="8536919" y="2822313"/>
                  <a:pt x="8364664" y="2845277"/>
                  <a:pt x="8169184" y="2756045"/>
                </a:cubicBezTo>
                <a:lnTo>
                  <a:pt x="7747307" y="2758037"/>
                </a:lnTo>
                <a:cubicBezTo>
                  <a:pt x="7722825" y="2757400"/>
                  <a:pt x="7698299" y="2754347"/>
                  <a:pt x="7674334" y="2748894"/>
                </a:cubicBezTo>
                <a:cubicBezTo>
                  <a:pt x="7675611" y="2734853"/>
                  <a:pt x="7648410" y="2746732"/>
                  <a:pt x="7638104" y="2747520"/>
                </a:cubicBezTo>
                <a:cubicBezTo>
                  <a:pt x="7642222" y="2739394"/>
                  <a:pt x="7573158" y="2690264"/>
                  <a:pt x="7563009" y="2694837"/>
                </a:cubicBezTo>
                <a:cubicBezTo>
                  <a:pt x="7519383" y="2672273"/>
                  <a:pt x="7485976" y="2637320"/>
                  <a:pt x="7416988" y="2606525"/>
                </a:cubicBezTo>
                <a:cubicBezTo>
                  <a:pt x="7346841" y="2585703"/>
                  <a:pt x="7278899" y="2543663"/>
                  <a:pt x="7201337" y="2549334"/>
                </a:cubicBezTo>
                <a:cubicBezTo>
                  <a:pt x="7135741" y="2529691"/>
                  <a:pt x="7086206" y="2498771"/>
                  <a:pt x="7024912" y="2493208"/>
                </a:cubicBezTo>
                <a:cubicBezTo>
                  <a:pt x="7008160" y="2475347"/>
                  <a:pt x="6989158" y="2464657"/>
                  <a:pt x="6959502" y="2475822"/>
                </a:cubicBezTo>
                <a:cubicBezTo>
                  <a:pt x="6900842" y="2452601"/>
                  <a:pt x="6898645" y="2423982"/>
                  <a:pt x="6849665" y="2431890"/>
                </a:cubicBezTo>
                <a:cubicBezTo>
                  <a:pt x="6830936" y="2366189"/>
                  <a:pt x="6819575" y="2413802"/>
                  <a:pt x="6776682" y="2405153"/>
                </a:cubicBezTo>
                <a:cubicBezTo>
                  <a:pt x="6748678" y="2402616"/>
                  <a:pt x="6706615" y="2422457"/>
                  <a:pt x="6681643" y="2416670"/>
                </a:cubicBezTo>
                <a:cubicBezTo>
                  <a:pt x="6708630" y="2392638"/>
                  <a:pt x="6612585" y="2395237"/>
                  <a:pt x="6626849" y="2370433"/>
                </a:cubicBezTo>
                <a:cubicBezTo>
                  <a:pt x="6575041" y="2393061"/>
                  <a:pt x="6590047" y="2345233"/>
                  <a:pt x="6545281" y="2340433"/>
                </a:cubicBezTo>
                <a:cubicBezTo>
                  <a:pt x="6518680" y="2346135"/>
                  <a:pt x="6504413" y="2343145"/>
                  <a:pt x="6496688" y="2322168"/>
                </a:cubicBezTo>
                <a:cubicBezTo>
                  <a:pt x="6371819" y="2351801"/>
                  <a:pt x="6445559" y="2304876"/>
                  <a:pt x="6352723" y="2297955"/>
                </a:cubicBezTo>
                <a:cubicBezTo>
                  <a:pt x="6269548" y="2296584"/>
                  <a:pt x="6247683" y="2260271"/>
                  <a:pt x="6142209" y="2295054"/>
                </a:cubicBezTo>
                <a:lnTo>
                  <a:pt x="5997396" y="2295474"/>
                </a:lnTo>
                <a:cubicBezTo>
                  <a:pt x="5929969" y="2322995"/>
                  <a:pt x="5929500" y="2263627"/>
                  <a:pt x="5892589" y="2285801"/>
                </a:cubicBezTo>
                <a:cubicBezTo>
                  <a:pt x="5819783" y="2272743"/>
                  <a:pt x="5772779" y="2251864"/>
                  <a:pt x="5739318" y="2270882"/>
                </a:cubicBezTo>
                <a:cubicBezTo>
                  <a:pt x="5706720" y="2256498"/>
                  <a:pt x="5678956" y="2208918"/>
                  <a:pt x="5636991" y="2227247"/>
                </a:cubicBezTo>
                <a:cubicBezTo>
                  <a:pt x="5647251" y="2203088"/>
                  <a:pt x="5588050" y="2230046"/>
                  <a:pt x="5577647" y="2207623"/>
                </a:cubicBezTo>
                <a:cubicBezTo>
                  <a:pt x="5571781" y="2189274"/>
                  <a:pt x="5552451" y="2193176"/>
                  <a:pt x="5536647" y="2187970"/>
                </a:cubicBezTo>
                <a:cubicBezTo>
                  <a:pt x="5523489" y="2170053"/>
                  <a:pt x="5446261" y="2161131"/>
                  <a:pt x="5420546" y="2166859"/>
                </a:cubicBezTo>
                <a:cubicBezTo>
                  <a:pt x="5349572" y="2194278"/>
                  <a:pt x="5280190" y="2124010"/>
                  <a:pt x="5223187" y="2143950"/>
                </a:cubicBezTo>
                <a:cubicBezTo>
                  <a:pt x="5207558" y="2143899"/>
                  <a:pt x="5194223" y="2141020"/>
                  <a:pt x="5182387" y="2136397"/>
                </a:cubicBezTo>
                <a:lnTo>
                  <a:pt x="5152148" y="2119277"/>
                </a:lnTo>
                <a:lnTo>
                  <a:pt x="5149345" y="2106041"/>
                </a:lnTo>
                <a:lnTo>
                  <a:pt x="5127679" y="2100180"/>
                </a:lnTo>
                <a:lnTo>
                  <a:pt x="5122928" y="2096401"/>
                </a:lnTo>
                <a:cubicBezTo>
                  <a:pt x="5113876" y="2089135"/>
                  <a:pt x="5104720" y="2082290"/>
                  <a:pt x="5094662" y="2076951"/>
                </a:cubicBezTo>
                <a:cubicBezTo>
                  <a:pt x="5076022" y="2129942"/>
                  <a:pt x="5006021" y="2040269"/>
                  <a:pt x="5009233" y="2090596"/>
                </a:cubicBezTo>
                <a:cubicBezTo>
                  <a:pt x="4950718" y="2070476"/>
                  <a:pt x="4969125" y="2123659"/>
                  <a:pt x="4924764" y="2061998"/>
                </a:cubicBezTo>
                <a:cubicBezTo>
                  <a:pt x="4813911" y="2043638"/>
                  <a:pt x="4830353" y="2032460"/>
                  <a:pt x="4662830" y="2047859"/>
                </a:cubicBezTo>
                <a:cubicBezTo>
                  <a:pt x="4642332" y="2035305"/>
                  <a:pt x="4580972" y="2041133"/>
                  <a:pt x="4559997" y="2037381"/>
                </a:cubicBezTo>
                <a:lnTo>
                  <a:pt x="4387924" y="2049284"/>
                </a:lnTo>
                <a:cubicBezTo>
                  <a:pt x="4330138" y="2079010"/>
                  <a:pt x="4252376" y="2076098"/>
                  <a:pt x="4199951" y="2091254"/>
                </a:cubicBezTo>
                <a:cubicBezTo>
                  <a:pt x="4136489" y="2113078"/>
                  <a:pt x="4120688" y="2081238"/>
                  <a:pt x="4045229" y="2122867"/>
                </a:cubicBezTo>
                <a:cubicBezTo>
                  <a:pt x="4031840" y="2094871"/>
                  <a:pt x="4009246" y="2127360"/>
                  <a:pt x="3995025" y="2131589"/>
                </a:cubicBezTo>
                <a:cubicBezTo>
                  <a:pt x="3978208" y="2140280"/>
                  <a:pt x="3947268" y="2138987"/>
                  <a:pt x="3912439" y="2148983"/>
                </a:cubicBezTo>
                <a:cubicBezTo>
                  <a:pt x="3855826" y="2161553"/>
                  <a:pt x="3907046" y="2143234"/>
                  <a:pt x="3793978" y="2174324"/>
                </a:cubicBezTo>
                <a:cubicBezTo>
                  <a:pt x="3761466" y="2180959"/>
                  <a:pt x="3729338" y="2156036"/>
                  <a:pt x="3693786" y="2169591"/>
                </a:cubicBezTo>
                <a:lnTo>
                  <a:pt x="3630669" y="2182279"/>
                </a:lnTo>
                <a:lnTo>
                  <a:pt x="3554725" y="2172253"/>
                </a:lnTo>
                <a:lnTo>
                  <a:pt x="3490505" y="2164730"/>
                </a:lnTo>
                <a:lnTo>
                  <a:pt x="3396935" y="2148997"/>
                </a:lnTo>
                <a:cubicBezTo>
                  <a:pt x="3391134" y="2151136"/>
                  <a:pt x="3372213" y="2162212"/>
                  <a:pt x="3361543" y="2156896"/>
                </a:cubicBezTo>
                <a:lnTo>
                  <a:pt x="3336113" y="2143603"/>
                </a:lnTo>
                <a:lnTo>
                  <a:pt x="3291312" y="2147162"/>
                </a:lnTo>
                <a:cubicBezTo>
                  <a:pt x="3284024" y="2149405"/>
                  <a:pt x="3207454" y="2164003"/>
                  <a:pt x="3201173" y="2168979"/>
                </a:cubicBezTo>
                <a:cubicBezTo>
                  <a:pt x="3145978" y="2122669"/>
                  <a:pt x="3113540" y="2160022"/>
                  <a:pt x="3044546" y="2138796"/>
                </a:cubicBezTo>
                <a:cubicBezTo>
                  <a:pt x="2958958" y="2121545"/>
                  <a:pt x="2913649" y="2140852"/>
                  <a:pt x="2815263" y="2125347"/>
                </a:cubicBezTo>
                <a:cubicBezTo>
                  <a:pt x="2729556" y="2147093"/>
                  <a:pt x="2632623" y="2114833"/>
                  <a:pt x="2543831" y="2113626"/>
                </a:cubicBezTo>
                <a:cubicBezTo>
                  <a:pt x="2511476" y="2061601"/>
                  <a:pt x="2523994" y="2105868"/>
                  <a:pt x="2479300" y="2087542"/>
                </a:cubicBezTo>
                <a:lnTo>
                  <a:pt x="2387809" y="2076045"/>
                </a:lnTo>
                <a:lnTo>
                  <a:pt x="2371210" y="2070567"/>
                </a:lnTo>
                <a:lnTo>
                  <a:pt x="2369471" y="2059604"/>
                </a:lnTo>
                <a:lnTo>
                  <a:pt x="2346598" y="2044610"/>
                </a:lnTo>
                <a:cubicBezTo>
                  <a:pt x="2337576" y="2040450"/>
                  <a:pt x="2327336" y="2037677"/>
                  <a:pt x="2315222" y="2037157"/>
                </a:cubicBezTo>
                <a:cubicBezTo>
                  <a:pt x="2270384" y="2051800"/>
                  <a:pt x="2218920" y="1991934"/>
                  <a:pt x="2163007" y="2012297"/>
                </a:cubicBezTo>
                <a:cubicBezTo>
                  <a:pt x="2142885" y="2016219"/>
                  <a:pt x="2083319" y="2006527"/>
                  <a:pt x="2073709" y="1991400"/>
                </a:cubicBezTo>
                <a:cubicBezTo>
                  <a:pt x="2061632" y="1986639"/>
                  <a:pt x="2046522" y="1989255"/>
                  <a:pt x="2042576" y="1973997"/>
                </a:cubicBezTo>
                <a:cubicBezTo>
                  <a:pt x="2035252" y="1955251"/>
                  <a:pt x="1988479" y="1975595"/>
                  <a:pt x="1997227" y="1956058"/>
                </a:cubicBezTo>
                <a:cubicBezTo>
                  <a:pt x="1964095" y="1969835"/>
                  <a:pt x="1907230" y="1941632"/>
                  <a:pt x="1882438" y="1928816"/>
                </a:cubicBezTo>
                <a:cubicBezTo>
                  <a:pt x="1836254" y="1917637"/>
                  <a:pt x="1818052" y="1934395"/>
                  <a:pt x="1783995" y="1928240"/>
                </a:cubicBezTo>
                <a:cubicBezTo>
                  <a:pt x="1782791" y="1925142"/>
                  <a:pt x="1702112" y="1888250"/>
                  <a:pt x="1674358" y="1880147"/>
                </a:cubicBezTo>
                <a:cubicBezTo>
                  <a:pt x="1646604" y="1872044"/>
                  <a:pt x="1636136" y="1870118"/>
                  <a:pt x="1617466" y="1879622"/>
                </a:cubicBezTo>
                <a:cubicBezTo>
                  <a:pt x="1534568" y="1904979"/>
                  <a:pt x="1509215" y="1879739"/>
                  <a:pt x="1444791" y="1876069"/>
                </a:cubicBezTo>
                <a:cubicBezTo>
                  <a:pt x="1373063" y="1867543"/>
                  <a:pt x="1431765" y="1831235"/>
                  <a:pt x="1333998" y="1851771"/>
                </a:cubicBezTo>
                <a:cubicBezTo>
                  <a:pt x="1328706" y="1834295"/>
                  <a:pt x="1317746" y="1831402"/>
                  <a:pt x="1296939" y="1835275"/>
                </a:cubicBezTo>
                <a:cubicBezTo>
                  <a:pt x="1262400" y="1829963"/>
                  <a:pt x="1275607" y="1791117"/>
                  <a:pt x="1234703" y="1808128"/>
                </a:cubicBezTo>
                <a:lnTo>
                  <a:pt x="1181600" y="1770800"/>
                </a:lnTo>
                <a:cubicBezTo>
                  <a:pt x="1183139" y="1777760"/>
                  <a:pt x="1133728" y="1776914"/>
                  <a:pt x="1119709" y="1775015"/>
                </a:cubicBezTo>
                <a:cubicBezTo>
                  <a:pt x="1090871" y="1767650"/>
                  <a:pt x="1079320" y="1796419"/>
                  <a:pt x="1068610" y="1767175"/>
                </a:cubicBezTo>
                <a:lnTo>
                  <a:pt x="1066295" y="1758912"/>
                </a:lnTo>
                <a:lnTo>
                  <a:pt x="1059904" y="1757133"/>
                </a:lnTo>
                <a:cubicBezTo>
                  <a:pt x="1056420" y="1757137"/>
                  <a:pt x="1054338" y="1758966"/>
                  <a:pt x="1054596" y="1764259"/>
                </a:cubicBezTo>
                <a:cubicBezTo>
                  <a:pt x="1028562" y="1740594"/>
                  <a:pt x="995156" y="1771624"/>
                  <a:pt x="967177" y="1775623"/>
                </a:cubicBezTo>
                <a:cubicBezTo>
                  <a:pt x="947611" y="1753307"/>
                  <a:pt x="919816" y="1750037"/>
                  <a:pt x="862494" y="1744053"/>
                </a:cubicBezTo>
                <a:lnTo>
                  <a:pt x="772839" y="1724603"/>
                </a:lnTo>
                <a:cubicBezTo>
                  <a:pt x="687816" y="1696466"/>
                  <a:pt x="715571" y="1723733"/>
                  <a:pt x="636713" y="1671769"/>
                </a:cubicBezTo>
                <a:cubicBezTo>
                  <a:pt x="609585" y="1629970"/>
                  <a:pt x="543037" y="1623250"/>
                  <a:pt x="521887" y="1584332"/>
                </a:cubicBezTo>
                <a:cubicBezTo>
                  <a:pt x="500819" y="1509912"/>
                  <a:pt x="475475" y="1552748"/>
                  <a:pt x="441262" y="1509188"/>
                </a:cubicBezTo>
                <a:cubicBezTo>
                  <a:pt x="438086" y="1482689"/>
                  <a:pt x="370900" y="1478564"/>
                  <a:pt x="369543" y="1448984"/>
                </a:cubicBezTo>
                <a:cubicBezTo>
                  <a:pt x="397890" y="1426944"/>
                  <a:pt x="329515" y="1393761"/>
                  <a:pt x="350244" y="1370001"/>
                </a:cubicBezTo>
                <a:cubicBezTo>
                  <a:pt x="325258" y="1346104"/>
                  <a:pt x="337365" y="1364345"/>
                  <a:pt x="284215" y="1348687"/>
                </a:cubicBezTo>
                <a:cubicBezTo>
                  <a:pt x="232696" y="1341101"/>
                  <a:pt x="173177" y="1255288"/>
                  <a:pt x="90496" y="1282222"/>
                </a:cubicBezTo>
                <a:cubicBezTo>
                  <a:pt x="53544" y="1277386"/>
                  <a:pt x="53110" y="1285254"/>
                  <a:pt x="32764" y="1282189"/>
                </a:cubicBezTo>
                <a:cubicBezTo>
                  <a:pt x="18923" y="1287816"/>
                  <a:pt x="10087" y="1288268"/>
                  <a:pt x="4092" y="1286084"/>
                </a:cubicBezTo>
                <a:lnTo>
                  <a:pt x="0" y="12818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A678EB5C-7324-A9D9-1679-A4D056835A74}"/>
              </a:ext>
            </a:extLst>
          </p:cNvPr>
          <p:cNvSpPr>
            <a:spLocks noGrp="1"/>
          </p:cNvSpPr>
          <p:nvPr>
            <p:ph type="title"/>
          </p:nvPr>
        </p:nvSpPr>
        <p:spPr>
          <a:xfrm>
            <a:off x="1050878" y="609601"/>
            <a:ext cx="10168411" cy="1216024"/>
          </a:xfrm>
        </p:spPr>
        <p:txBody>
          <a:bodyPr>
            <a:normAutofit/>
          </a:bodyPr>
          <a:lstStyle/>
          <a:p>
            <a:r>
              <a:rPr lang="en-GB" dirty="0">
                <a:ea typeface="Batang"/>
              </a:rPr>
              <a:t>Are there any threats to the site?</a:t>
            </a:r>
            <a:endParaRPr lang="en-GB" dirty="0"/>
          </a:p>
        </p:txBody>
      </p:sp>
      <p:sp>
        <p:nvSpPr>
          <p:cNvPr id="3" name="Content Placeholder 2">
            <a:extLst>
              <a:ext uri="{FF2B5EF4-FFF2-40B4-BE49-F238E27FC236}">
                <a16:creationId xmlns:a16="http://schemas.microsoft.com/office/drawing/2014/main" id="{F21D6131-7064-2A23-9036-B818A9E517BA}"/>
              </a:ext>
            </a:extLst>
          </p:cNvPr>
          <p:cNvSpPr>
            <a:spLocks noGrp="1"/>
          </p:cNvSpPr>
          <p:nvPr>
            <p:ph idx="1"/>
          </p:nvPr>
        </p:nvSpPr>
        <p:spPr>
          <a:xfrm>
            <a:off x="1050880" y="2568271"/>
            <a:ext cx="6089136" cy="3686107"/>
          </a:xfrm>
        </p:spPr>
        <p:txBody>
          <a:bodyPr vert="horz" lIns="91440" tIns="45720" rIns="91440" bIns="45720" rtlCol="0">
            <a:normAutofit/>
          </a:bodyPr>
          <a:lstStyle/>
          <a:p>
            <a:r>
              <a:rPr lang="en-GB" dirty="0">
                <a:ea typeface="Batang"/>
              </a:rPr>
              <a:t>The main current threat is the biological and ecological isolation of relatively small forest fragments, leading to erosion of biodiversity in the long term. Other threats include increased commercial land use, fires and logging, as well as ongoing illegal hunting in wider areas.</a:t>
            </a:r>
          </a:p>
          <a:p>
            <a:pPr marL="0" indent="0">
              <a:buNone/>
            </a:pPr>
            <a:br>
              <a:rPr lang="en-US" dirty="0"/>
            </a:br>
            <a:endParaRPr lang="en-US" dirty="0"/>
          </a:p>
          <a:p>
            <a:endParaRPr lang="en-GB" dirty="0"/>
          </a:p>
        </p:txBody>
      </p:sp>
      <p:sp>
        <p:nvSpPr>
          <p:cNvPr id="21" name="Freeform: Shape 12">
            <a:extLst>
              <a:ext uri="{FF2B5EF4-FFF2-40B4-BE49-F238E27FC236}">
                <a16:creationId xmlns:a16="http://schemas.microsoft.com/office/drawing/2014/main" id="{8101159E-D455-456F-8FE1-396AB159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14945" y="2019534"/>
            <a:ext cx="3346520" cy="391724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pic>
        <p:nvPicPr>
          <p:cNvPr id="4" name="Picture 4" descr="A picture containing tree, outdoor, plant, forest&#10;&#10;Description automatically generated">
            <a:extLst>
              <a:ext uri="{FF2B5EF4-FFF2-40B4-BE49-F238E27FC236}">
                <a16:creationId xmlns:a16="http://schemas.microsoft.com/office/drawing/2014/main" id="{1294A5F5-C0C9-F452-C23B-4AC59306402E}"/>
              </a:ext>
            </a:extLst>
          </p:cNvPr>
          <p:cNvPicPr>
            <a:picLocks noChangeAspect="1"/>
          </p:cNvPicPr>
          <p:nvPr/>
        </p:nvPicPr>
        <p:blipFill rotWithShape="1">
          <a:blip r:embed="rId2"/>
          <a:srcRect l="20305" r="24866" b="1"/>
          <a:stretch/>
        </p:blipFill>
        <p:spPr>
          <a:xfrm>
            <a:off x="7902054" y="2187828"/>
            <a:ext cx="2998543" cy="3626118"/>
          </a:xfrm>
          <a:prstGeom prst="rect">
            <a:avLst/>
          </a:prstGeom>
        </p:spPr>
      </p:pic>
      <p:sp>
        <p:nvSpPr>
          <p:cNvPr id="22" name="Freeform: Shape 14">
            <a:extLst>
              <a:ext uri="{FF2B5EF4-FFF2-40B4-BE49-F238E27FC236}">
                <a16:creationId xmlns:a16="http://schemas.microsoft.com/office/drawing/2014/main" id="{F4C10EBF-5EBD-46E2-885B-8108A52C0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92000" y="3383591"/>
            <a:ext cx="1076" cy="71780"/>
          </a:xfrm>
          <a:custGeom>
            <a:avLst/>
            <a:gdLst>
              <a:gd name="connsiteX0" fmla="*/ 0 w 1076"/>
              <a:gd name="connsiteY0" fmla="*/ 0 h 71780"/>
              <a:gd name="connsiteX1" fmla="*/ 877 w 1076"/>
              <a:gd name="connsiteY1" fmla="*/ 10952 h 71780"/>
              <a:gd name="connsiteX2" fmla="*/ 0 w 1076"/>
              <a:gd name="connsiteY2" fmla="*/ 71780 h 71780"/>
              <a:gd name="connsiteX3" fmla="*/ 0 w 1076"/>
              <a:gd name="connsiteY3" fmla="*/ 0 h 71780"/>
            </a:gdLst>
            <a:ahLst/>
            <a:cxnLst>
              <a:cxn ang="0">
                <a:pos x="connsiteX0" y="connsiteY0"/>
              </a:cxn>
              <a:cxn ang="0">
                <a:pos x="connsiteX1" y="connsiteY1"/>
              </a:cxn>
              <a:cxn ang="0">
                <a:pos x="connsiteX2" y="connsiteY2"/>
              </a:cxn>
              <a:cxn ang="0">
                <a:pos x="connsiteX3" y="connsiteY3"/>
              </a:cxn>
            </a:cxnLst>
            <a:rect l="l" t="t" r="r" b="b"/>
            <a:pathLst>
              <a:path w="1076" h="71780">
                <a:moveTo>
                  <a:pt x="0" y="0"/>
                </a:moveTo>
                <a:lnTo>
                  <a:pt x="877" y="10952"/>
                </a:lnTo>
                <a:cubicBezTo>
                  <a:pt x="1309" y="27661"/>
                  <a:pt x="1049" y="47705"/>
                  <a:pt x="0" y="71780"/>
                </a:cubicBezTo>
                <a:lnTo>
                  <a:pt x="0" y="0"/>
                </a:lnTo>
                <a:close/>
              </a:path>
            </a:pathLst>
          </a:custGeom>
          <a:solidFill>
            <a:schemeClr val="bg2">
              <a:lumMod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7" name="Rectangle 6">
            <a:extLst>
              <a:ext uri="{FF2B5EF4-FFF2-40B4-BE49-F238E27FC236}">
                <a16:creationId xmlns:a16="http://schemas.microsoft.com/office/drawing/2014/main" id="{C9EE1BFB-C443-4A2F-BA8F-C79440485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26435" y="571475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9" name="Freeform: Shape 18">
            <a:extLst>
              <a:ext uri="{FF2B5EF4-FFF2-40B4-BE49-F238E27FC236}">
                <a16:creationId xmlns:a16="http://schemas.microsoft.com/office/drawing/2014/main" id="{7AB49228-684A-402B-9414-41464E0BE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58000"/>
            <a:ext cx="12192000" cy="15902"/>
          </a:xfrm>
          <a:custGeom>
            <a:avLst/>
            <a:gdLst>
              <a:gd name="connsiteX0" fmla="*/ 0 w 12192000"/>
              <a:gd name="connsiteY0" fmla="*/ 0 h 15902"/>
              <a:gd name="connsiteX1" fmla="*/ 12192000 w 12192000"/>
              <a:gd name="connsiteY1" fmla="*/ 0 h 15902"/>
              <a:gd name="connsiteX2" fmla="*/ 12192000 w 12192000"/>
              <a:gd name="connsiteY2" fmla="*/ 6656 h 15902"/>
              <a:gd name="connsiteX3" fmla="*/ 7668289 w 12192000"/>
              <a:gd name="connsiteY3" fmla="*/ 15902 h 15902"/>
              <a:gd name="connsiteX4" fmla="*/ 0 w 12192000"/>
              <a:gd name="connsiteY4" fmla="*/ 15902 h 15902"/>
              <a:gd name="connsiteX5" fmla="*/ 0 w 12192000"/>
              <a:gd name="connsiteY5" fmla="*/ 0 h 1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5902">
                <a:moveTo>
                  <a:pt x="0" y="0"/>
                </a:moveTo>
                <a:lnTo>
                  <a:pt x="12192000" y="0"/>
                </a:lnTo>
                <a:lnTo>
                  <a:pt x="12192000" y="6656"/>
                </a:lnTo>
                <a:lnTo>
                  <a:pt x="7668289" y="15902"/>
                </a:lnTo>
                <a:lnTo>
                  <a:pt x="0" y="15902"/>
                </a:lnTo>
                <a:lnTo>
                  <a:pt x="0" y="0"/>
                </a:lnTo>
                <a:close/>
              </a:path>
            </a:pathLst>
          </a:custGeom>
          <a:solidFill>
            <a:schemeClr val="bg2">
              <a:lumMod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Tree>
    <p:extLst>
      <p:ext uri="{BB962C8B-B14F-4D97-AF65-F5344CB8AC3E}">
        <p14:creationId xmlns:p14="http://schemas.microsoft.com/office/powerpoint/2010/main" val="34259261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1" name="Rectangle 10">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pic>
        <p:nvPicPr>
          <p:cNvPr id="4" name="Picture 4" descr="A monkey sitting on a branch&#10;&#10;Description automatically generated">
            <a:extLst>
              <a:ext uri="{FF2B5EF4-FFF2-40B4-BE49-F238E27FC236}">
                <a16:creationId xmlns:a16="http://schemas.microsoft.com/office/drawing/2014/main" id="{B321B2FE-0769-1C60-90FD-872B2E826C24}"/>
              </a:ext>
            </a:extLst>
          </p:cNvPr>
          <p:cNvPicPr>
            <a:picLocks noChangeAspect="1"/>
          </p:cNvPicPr>
          <p:nvPr/>
        </p:nvPicPr>
        <p:blipFill rotWithShape="1">
          <a:blip r:embed="rId2"/>
          <a:srcRect l="-121" t="2269" r="121" b="44408"/>
          <a:stretch/>
        </p:blipFill>
        <p:spPr>
          <a:xfrm>
            <a:off x="3532005" y="-10439"/>
            <a:ext cx="8607815" cy="6876238"/>
          </a:xfrm>
          <a:custGeom>
            <a:avLst/>
            <a:gdLst/>
            <a:ahLst/>
            <a:cxnLst/>
            <a:rect l="l" t="t" r="r" b="b"/>
            <a:pathLst>
              <a:path w="8607807" h="6858000">
                <a:moveTo>
                  <a:pt x="8607807" y="0"/>
                </a:moveTo>
                <a:lnTo>
                  <a:pt x="8607807" y="6858000"/>
                </a:lnTo>
                <a:lnTo>
                  <a:pt x="2049693" y="6858000"/>
                </a:lnTo>
                <a:lnTo>
                  <a:pt x="1546051" y="6858000"/>
                </a:lnTo>
                <a:lnTo>
                  <a:pt x="1535751" y="6815348"/>
                </a:lnTo>
                <a:cubicBezTo>
                  <a:pt x="1530460" y="6761684"/>
                  <a:pt x="1515370" y="6604898"/>
                  <a:pt x="1514301" y="6536022"/>
                </a:cubicBezTo>
                <a:cubicBezTo>
                  <a:pt x="1518045" y="6478504"/>
                  <a:pt x="1528503" y="6437797"/>
                  <a:pt x="1529339" y="6402088"/>
                </a:cubicBezTo>
                <a:cubicBezTo>
                  <a:pt x="1525062" y="6346650"/>
                  <a:pt x="1502062" y="6294623"/>
                  <a:pt x="1493941" y="6256398"/>
                </a:cubicBezTo>
                <a:cubicBezTo>
                  <a:pt x="1502669" y="6241770"/>
                  <a:pt x="1469920" y="6187857"/>
                  <a:pt x="1480613" y="6172741"/>
                </a:cubicBezTo>
                <a:cubicBezTo>
                  <a:pt x="1481020" y="6152279"/>
                  <a:pt x="1458164" y="6048753"/>
                  <a:pt x="1443364" y="6006407"/>
                </a:cubicBezTo>
                <a:cubicBezTo>
                  <a:pt x="1426694" y="5958900"/>
                  <a:pt x="1390307" y="5908317"/>
                  <a:pt x="1380584" y="5887691"/>
                </a:cubicBezTo>
                <a:cubicBezTo>
                  <a:pt x="1370860" y="5867065"/>
                  <a:pt x="1392244" y="5909118"/>
                  <a:pt x="1385023" y="5882650"/>
                </a:cubicBezTo>
                <a:cubicBezTo>
                  <a:pt x="1377800" y="5856181"/>
                  <a:pt x="1345702" y="5759038"/>
                  <a:pt x="1337254" y="5728879"/>
                </a:cubicBezTo>
                <a:cubicBezTo>
                  <a:pt x="1353956" y="5727462"/>
                  <a:pt x="1323673" y="5710676"/>
                  <a:pt x="1334321" y="5701696"/>
                </a:cubicBezTo>
                <a:cubicBezTo>
                  <a:pt x="1343675" y="5695367"/>
                  <a:pt x="1336672" y="5688797"/>
                  <a:pt x="1335877" y="5681564"/>
                </a:cubicBezTo>
                <a:cubicBezTo>
                  <a:pt x="1343201" y="5672524"/>
                  <a:pt x="1329617" y="5640839"/>
                  <a:pt x="1319978" y="5632219"/>
                </a:cubicBezTo>
                <a:cubicBezTo>
                  <a:pt x="1286551" y="5611011"/>
                  <a:pt x="1310947" y="5568721"/>
                  <a:pt x="1285321" y="5551224"/>
                </a:cubicBezTo>
                <a:cubicBezTo>
                  <a:pt x="1281540" y="5545203"/>
                  <a:pt x="1279983" y="5539432"/>
                  <a:pt x="1279815" y="5533855"/>
                </a:cubicBezTo>
                <a:lnTo>
                  <a:pt x="1282507" y="5518422"/>
                </a:lnTo>
                <a:lnTo>
                  <a:pt x="1289604" y="5514404"/>
                </a:lnTo>
                <a:lnTo>
                  <a:pt x="1287766" y="5504772"/>
                </a:lnTo>
                <a:lnTo>
                  <a:pt x="1288829" y="5502102"/>
                </a:lnTo>
                <a:cubicBezTo>
                  <a:pt x="1290896" y="5497007"/>
                  <a:pt x="1292688" y="5491968"/>
                  <a:pt x="1293373" y="5486914"/>
                </a:cubicBezTo>
                <a:cubicBezTo>
                  <a:pt x="1288690" y="5472938"/>
                  <a:pt x="1272696" y="5448436"/>
                  <a:pt x="1260736" y="5418245"/>
                </a:cubicBezTo>
                <a:cubicBezTo>
                  <a:pt x="1238579" y="5385699"/>
                  <a:pt x="1238884" y="5340972"/>
                  <a:pt x="1221610" y="5305770"/>
                </a:cubicBezTo>
                <a:lnTo>
                  <a:pt x="1216099" y="5298785"/>
                </a:lnTo>
                <a:lnTo>
                  <a:pt x="1217278" y="5268992"/>
                </a:lnTo>
                <a:cubicBezTo>
                  <a:pt x="1221588" y="5263843"/>
                  <a:pt x="1222716" y="5256480"/>
                  <a:pt x="1218469" y="5250149"/>
                </a:cubicBezTo>
                <a:lnTo>
                  <a:pt x="1206220" y="5142322"/>
                </a:lnTo>
                <a:cubicBezTo>
                  <a:pt x="1205294" y="5106716"/>
                  <a:pt x="1196908" y="5091595"/>
                  <a:pt x="1212921" y="5036513"/>
                </a:cubicBezTo>
                <a:cubicBezTo>
                  <a:pt x="1234138" y="4978012"/>
                  <a:pt x="1204801" y="4893378"/>
                  <a:pt x="1212183" y="4827738"/>
                </a:cubicBezTo>
                <a:cubicBezTo>
                  <a:pt x="1183151" y="4792886"/>
                  <a:pt x="1209228" y="4811487"/>
                  <a:pt x="1202048" y="4774693"/>
                </a:cubicBezTo>
                <a:cubicBezTo>
                  <a:pt x="1202483" y="4751423"/>
                  <a:pt x="1202919" y="4728152"/>
                  <a:pt x="1203354" y="4704882"/>
                </a:cubicBezTo>
                <a:lnTo>
                  <a:pt x="1201502" y="4691500"/>
                </a:lnTo>
                <a:lnTo>
                  <a:pt x="1194919" y="4687895"/>
                </a:lnTo>
                <a:lnTo>
                  <a:pt x="1187792" y="4667873"/>
                </a:lnTo>
                <a:cubicBezTo>
                  <a:pt x="1186060" y="4660351"/>
                  <a:pt x="1185291" y="4652220"/>
                  <a:pt x="1186080" y="4643189"/>
                </a:cubicBezTo>
                <a:cubicBezTo>
                  <a:pt x="1199189" y="4613276"/>
                  <a:pt x="1167081" y="4562691"/>
                  <a:pt x="1184722" y="4525834"/>
                </a:cubicBezTo>
                <a:cubicBezTo>
                  <a:pt x="1182407" y="4490142"/>
                  <a:pt x="1175424" y="4451369"/>
                  <a:pt x="1172188" y="4429037"/>
                </a:cubicBezTo>
                <a:cubicBezTo>
                  <a:pt x="1161331" y="4419671"/>
                  <a:pt x="1178123" y="4389539"/>
                  <a:pt x="1165306" y="4391841"/>
                </a:cubicBezTo>
                <a:cubicBezTo>
                  <a:pt x="1171061" y="4381101"/>
                  <a:pt x="1173552" y="4338138"/>
                  <a:pt x="1168602" y="4327040"/>
                </a:cubicBezTo>
                <a:lnTo>
                  <a:pt x="1178384" y="4271714"/>
                </a:lnTo>
                <a:lnTo>
                  <a:pt x="1177294" y="4266170"/>
                </a:lnTo>
                <a:cubicBezTo>
                  <a:pt x="1177138" y="4260404"/>
                  <a:pt x="1177520" y="4242660"/>
                  <a:pt x="1177448" y="4237120"/>
                </a:cubicBezTo>
                <a:cubicBezTo>
                  <a:pt x="1177252" y="4235726"/>
                  <a:pt x="1177058" y="4234331"/>
                  <a:pt x="1176863" y="4232937"/>
                </a:cubicBezTo>
                <a:lnTo>
                  <a:pt x="1162386" y="4198811"/>
                </a:lnTo>
                <a:cubicBezTo>
                  <a:pt x="1162950" y="4194190"/>
                  <a:pt x="1174655" y="4191224"/>
                  <a:pt x="1174343" y="4184054"/>
                </a:cubicBezTo>
                <a:lnTo>
                  <a:pt x="1160516" y="4155792"/>
                </a:lnTo>
                <a:lnTo>
                  <a:pt x="1161365" y="4150364"/>
                </a:lnTo>
                <a:lnTo>
                  <a:pt x="1144878" y="4068165"/>
                </a:lnTo>
                <a:lnTo>
                  <a:pt x="1123687" y="3997737"/>
                </a:lnTo>
                <a:lnTo>
                  <a:pt x="1096720" y="3746801"/>
                </a:lnTo>
                <a:cubicBezTo>
                  <a:pt x="1083618" y="3632695"/>
                  <a:pt x="1064313" y="3629437"/>
                  <a:pt x="1047682" y="3510652"/>
                </a:cubicBezTo>
                <a:cubicBezTo>
                  <a:pt x="1048550" y="3470281"/>
                  <a:pt x="1049418" y="3429910"/>
                  <a:pt x="1050285" y="3389539"/>
                </a:cubicBezTo>
                <a:lnTo>
                  <a:pt x="1030166" y="3314219"/>
                </a:lnTo>
                <a:lnTo>
                  <a:pt x="1034128" y="3253967"/>
                </a:lnTo>
                <a:lnTo>
                  <a:pt x="1007751" y="3192563"/>
                </a:lnTo>
                <a:cubicBezTo>
                  <a:pt x="1003323" y="3186732"/>
                  <a:pt x="1001150" y="3181063"/>
                  <a:pt x="1000384" y="3175520"/>
                </a:cubicBezTo>
                <a:cubicBezTo>
                  <a:pt x="1000734" y="3170366"/>
                  <a:pt x="1001085" y="3165212"/>
                  <a:pt x="1001435" y="3160058"/>
                </a:cubicBezTo>
                <a:lnTo>
                  <a:pt x="968918" y="3106456"/>
                </a:lnTo>
                <a:cubicBezTo>
                  <a:pt x="957125" y="3086347"/>
                  <a:pt x="955617" y="3059144"/>
                  <a:pt x="934483" y="3025607"/>
                </a:cubicBezTo>
                <a:cubicBezTo>
                  <a:pt x="914631" y="2991085"/>
                  <a:pt x="908933" y="2999692"/>
                  <a:pt x="879229" y="2942341"/>
                </a:cubicBezTo>
                <a:cubicBezTo>
                  <a:pt x="850845" y="2891400"/>
                  <a:pt x="820829" y="2801223"/>
                  <a:pt x="798666" y="2755714"/>
                </a:cubicBezTo>
                <a:cubicBezTo>
                  <a:pt x="773970" y="2709171"/>
                  <a:pt x="758278" y="2710053"/>
                  <a:pt x="746962" y="2689587"/>
                </a:cubicBezTo>
                <a:lnTo>
                  <a:pt x="712796" y="2609586"/>
                </a:lnTo>
                <a:lnTo>
                  <a:pt x="697701" y="2594856"/>
                </a:lnTo>
                <a:cubicBezTo>
                  <a:pt x="697743" y="2593626"/>
                  <a:pt x="697784" y="2592396"/>
                  <a:pt x="697823" y="2591165"/>
                </a:cubicBezTo>
                <a:lnTo>
                  <a:pt x="679645" y="2567493"/>
                </a:lnTo>
                <a:lnTo>
                  <a:pt x="680789" y="2566723"/>
                </a:lnTo>
                <a:cubicBezTo>
                  <a:pt x="682946" y="2564457"/>
                  <a:pt x="683757" y="2561765"/>
                  <a:pt x="681771" y="2558109"/>
                </a:cubicBezTo>
                <a:cubicBezTo>
                  <a:pt x="705290" y="2557210"/>
                  <a:pt x="688388" y="2553357"/>
                  <a:pt x="680456" y="2542663"/>
                </a:cubicBezTo>
                <a:cubicBezTo>
                  <a:pt x="679482" y="2529115"/>
                  <a:pt x="677183" y="2488664"/>
                  <a:pt x="675922" y="2476820"/>
                </a:cubicBezTo>
                <a:lnTo>
                  <a:pt x="672894" y="2471591"/>
                </a:lnTo>
                <a:lnTo>
                  <a:pt x="673143" y="2471379"/>
                </a:lnTo>
                <a:cubicBezTo>
                  <a:pt x="673152" y="2470017"/>
                  <a:pt x="672405" y="2468214"/>
                  <a:pt x="670567" y="2465654"/>
                </a:cubicBezTo>
                <a:lnTo>
                  <a:pt x="667369" y="2462052"/>
                </a:lnTo>
                <a:lnTo>
                  <a:pt x="661495" y="2451906"/>
                </a:lnTo>
                <a:cubicBezTo>
                  <a:pt x="661510" y="2450510"/>
                  <a:pt x="661525" y="2449113"/>
                  <a:pt x="661540" y="2447717"/>
                </a:cubicBezTo>
                <a:lnTo>
                  <a:pt x="664540" y="2445047"/>
                </a:lnTo>
                <a:lnTo>
                  <a:pt x="663581" y="2444265"/>
                </a:lnTo>
                <a:cubicBezTo>
                  <a:pt x="653014" y="2439598"/>
                  <a:pt x="642406" y="2441014"/>
                  <a:pt x="663129" y="2421760"/>
                </a:cubicBezTo>
                <a:cubicBezTo>
                  <a:pt x="643271" y="2409372"/>
                  <a:pt x="657229" y="2399993"/>
                  <a:pt x="650205" y="2375201"/>
                </a:cubicBezTo>
                <a:cubicBezTo>
                  <a:pt x="634911" y="2369643"/>
                  <a:pt x="634260" y="2360648"/>
                  <a:pt x="638008" y="2350147"/>
                </a:cubicBezTo>
                <a:cubicBezTo>
                  <a:pt x="621083" y="2329939"/>
                  <a:pt x="620949" y="2305558"/>
                  <a:pt x="609851" y="2279762"/>
                </a:cubicBezTo>
                <a:lnTo>
                  <a:pt x="585585" y="2151458"/>
                </a:lnTo>
                <a:lnTo>
                  <a:pt x="581391" y="2148616"/>
                </a:lnTo>
                <a:cubicBezTo>
                  <a:pt x="578821" y="2146496"/>
                  <a:pt x="577525" y="2144881"/>
                  <a:pt x="577083" y="2143541"/>
                </a:cubicBezTo>
                <a:lnTo>
                  <a:pt x="577251" y="2143279"/>
                </a:lnTo>
                <a:lnTo>
                  <a:pt x="546845" y="2081459"/>
                </a:lnTo>
                <a:cubicBezTo>
                  <a:pt x="538270" y="2069798"/>
                  <a:pt x="486356" y="1952009"/>
                  <a:pt x="470837" y="1927526"/>
                </a:cubicBezTo>
                <a:lnTo>
                  <a:pt x="428154" y="1653876"/>
                </a:lnTo>
                <a:lnTo>
                  <a:pt x="392797" y="1507176"/>
                </a:lnTo>
                <a:cubicBezTo>
                  <a:pt x="380165" y="1501458"/>
                  <a:pt x="369910" y="1448213"/>
                  <a:pt x="372847" y="1437646"/>
                </a:cubicBezTo>
                <a:cubicBezTo>
                  <a:pt x="369015" y="1430935"/>
                  <a:pt x="338503" y="1373479"/>
                  <a:pt x="344479" y="1364974"/>
                </a:cubicBezTo>
                <a:cubicBezTo>
                  <a:pt x="332264" y="1339484"/>
                  <a:pt x="321736" y="1307918"/>
                  <a:pt x="299558" y="1284709"/>
                </a:cubicBezTo>
                <a:cubicBezTo>
                  <a:pt x="277380" y="1261500"/>
                  <a:pt x="259203" y="1267387"/>
                  <a:pt x="243216" y="1246922"/>
                </a:cubicBezTo>
                <a:cubicBezTo>
                  <a:pt x="227230" y="1226457"/>
                  <a:pt x="218454" y="1164523"/>
                  <a:pt x="203639" y="1161920"/>
                </a:cubicBezTo>
                <a:cubicBezTo>
                  <a:pt x="192352" y="1142649"/>
                  <a:pt x="198158" y="1131546"/>
                  <a:pt x="169195" y="1085737"/>
                </a:cubicBezTo>
                <a:cubicBezTo>
                  <a:pt x="139228" y="1000958"/>
                  <a:pt x="140891" y="967704"/>
                  <a:pt x="98775" y="908263"/>
                </a:cubicBezTo>
                <a:cubicBezTo>
                  <a:pt x="45025" y="829417"/>
                  <a:pt x="34038" y="815844"/>
                  <a:pt x="43820" y="711217"/>
                </a:cubicBezTo>
                <a:cubicBezTo>
                  <a:pt x="34816" y="658186"/>
                  <a:pt x="43273" y="612368"/>
                  <a:pt x="44748" y="590072"/>
                </a:cubicBezTo>
                <a:lnTo>
                  <a:pt x="36767" y="545639"/>
                </a:lnTo>
                <a:cubicBezTo>
                  <a:pt x="36093" y="527311"/>
                  <a:pt x="35418" y="508983"/>
                  <a:pt x="34744" y="490655"/>
                </a:cubicBezTo>
                <a:cubicBezTo>
                  <a:pt x="34670" y="457530"/>
                  <a:pt x="29296" y="472114"/>
                  <a:pt x="29222" y="438989"/>
                </a:cubicBezTo>
                <a:cubicBezTo>
                  <a:pt x="29152" y="438889"/>
                  <a:pt x="2578" y="396379"/>
                  <a:pt x="2507" y="396276"/>
                </a:cubicBezTo>
                <a:cubicBezTo>
                  <a:pt x="-7796" y="384713"/>
                  <a:pt x="17492" y="336163"/>
                  <a:pt x="9810" y="316602"/>
                </a:cubicBezTo>
                <a:lnTo>
                  <a:pt x="25323" y="268307"/>
                </a:lnTo>
                <a:cubicBezTo>
                  <a:pt x="20582" y="240926"/>
                  <a:pt x="55391" y="238035"/>
                  <a:pt x="50278" y="194719"/>
                </a:cubicBezTo>
                <a:cubicBezTo>
                  <a:pt x="49891" y="157325"/>
                  <a:pt x="41873" y="124589"/>
                  <a:pt x="47653" y="93227"/>
                </a:cubicBezTo>
                <a:cubicBezTo>
                  <a:pt x="41389" y="80085"/>
                  <a:pt x="38874" y="67855"/>
                  <a:pt x="48323" y="56555"/>
                </a:cubicBezTo>
                <a:cubicBezTo>
                  <a:pt x="46028" y="30289"/>
                  <a:pt x="37896" y="18621"/>
                  <a:pt x="38423" y="5312"/>
                </a:cubicBezTo>
                <a:lnTo>
                  <a:pt x="39875" y="1"/>
                </a:lnTo>
                <a:close/>
              </a:path>
            </a:pathLst>
          </a:custGeom>
        </p:spPr>
      </p:pic>
      <p:sp>
        <p:nvSpPr>
          <p:cNvPr id="2" name="Title 1">
            <a:extLst>
              <a:ext uri="{FF2B5EF4-FFF2-40B4-BE49-F238E27FC236}">
                <a16:creationId xmlns:a16="http://schemas.microsoft.com/office/drawing/2014/main" id="{E02BDD29-670D-51C7-7FD4-C9E3F0E14C06}"/>
              </a:ext>
            </a:extLst>
          </p:cNvPr>
          <p:cNvSpPr>
            <a:spLocks noGrp="1"/>
          </p:cNvSpPr>
          <p:nvPr>
            <p:ph type="ctrTitle"/>
          </p:nvPr>
        </p:nvSpPr>
        <p:spPr>
          <a:xfrm>
            <a:off x="144143" y="88616"/>
            <a:ext cx="3577198" cy="1627727"/>
          </a:xfrm>
        </p:spPr>
        <p:txBody>
          <a:bodyPr>
            <a:normAutofit/>
          </a:bodyPr>
          <a:lstStyle/>
          <a:p>
            <a:pPr algn="l"/>
            <a:r>
              <a:rPr lang="en-GB" dirty="0">
                <a:ea typeface="Batang"/>
              </a:rPr>
              <a:t>How can the site be protected?</a:t>
            </a:r>
            <a:endParaRPr lang="en-GB"/>
          </a:p>
        </p:txBody>
      </p:sp>
      <p:sp>
        <p:nvSpPr>
          <p:cNvPr id="3" name="Subtitle 2">
            <a:extLst>
              <a:ext uri="{FF2B5EF4-FFF2-40B4-BE49-F238E27FC236}">
                <a16:creationId xmlns:a16="http://schemas.microsoft.com/office/drawing/2014/main" id="{F3FA34C0-F0A4-0694-6A9B-52971782BB3D}"/>
              </a:ext>
            </a:extLst>
          </p:cNvPr>
          <p:cNvSpPr>
            <a:spLocks noGrp="1"/>
          </p:cNvSpPr>
          <p:nvPr>
            <p:ph type="subTitle" idx="1"/>
          </p:nvPr>
        </p:nvSpPr>
        <p:spPr>
          <a:xfrm>
            <a:off x="227648" y="2273996"/>
            <a:ext cx="3867207" cy="3721479"/>
          </a:xfrm>
        </p:spPr>
        <p:txBody>
          <a:bodyPr vert="horz" lIns="91440" tIns="45720" rIns="91440" bIns="45720" rtlCol="0" anchor="t">
            <a:noAutofit/>
          </a:bodyPr>
          <a:lstStyle/>
          <a:p>
            <a:pPr algn="l">
              <a:lnSpc>
                <a:spcPct val="90000"/>
              </a:lnSpc>
            </a:pPr>
            <a:r>
              <a:rPr lang="en-GB" sz="1800" dirty="0">
                <a:ea typeface="Batang"/>
              </a:rPr>
              <a:t>Key conservation challenges include monitoring deforestation and slash-and-burn in buffer zones, improving cooperation with local </a:t>
            </a:r>
            <a:r>
              <a:rPr lang="en-GB" sz="1800" dirty="0" err="1">
                <a:ea typeface="Batang"/>
              </a:rPr>
              <a:t>Patakso</a:t>
            </a:r>
            <a:r>
              <a:rPr lang="en-GB" sz="1800" dirty="0">
                <a:ea typeface="Batang"/>
              </a:rPr>
              <a:t> Indians, developing environmental education campaigns, and considering and recommending new protected areas. These methods are currently being implemented by local and federal governments. </a:t>
            </a:r>
            <a:endParaRPr lang="en-US" sz="2400" dirty="0">
              <a:ea typeface="Batang"/>
            </a:endParaRPr>
          </a:p>
        </p:txBody>
      </p:sp>
    </p:spTree>
    <p:extLst>
      <p:ext uri="{BB962C8B-B14F-4D97-AF65-F5344CB8AC3E}">
        <p14:creationId xmlns:p14="http://schemas.microsoft.com/office/powerpoint/2010/main" val="30124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4" name="Picture 8">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25" name="Ink 10">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xmlns="">
          <p:pic>
            <p:nvPicPr>
              <p:cNvPr id="25" name="Ink 10">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6" name="Rectangle 12">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pic>
        <p:nvPicPr>
          <p:cNvPr id="4" name="Picture 4" descr="A picture containing tree, outdoor, rock, water&#10;&#10;Description automatically generated">
            <a:extLst>
              <a:ext uri="{FF2B5EF4-FFF2-40B4-BE49-F238E27FC236}">
                <a16:creationId xmlns:a16="http://schemas.microsoft.com/office/drawing/2014/main" id="{FE2F40DC-C738-5C27-631E-1377892592DA}"/>
              </a:ext>
            </a:extLst>
          </p:cNvPr>
          <p:cNvPicPr>
            <a:picLocks noChangeAspect="1"/>
          </p:cNvPicPr>
          <p:nvPr/>
        </p:nvPicPr>
        <p:blipFill rotWithShape="1">
          <a:blip r:embed="rId5"/>
          <a:srcRect b="25000"/>
          <a:stretch/>
        </p:blipFill>
        <p:spPr>
          <a:xfrm>
            <a:off x="20" y="10"/>
            <a:ext cx="12191979" cy="6857989"/>
          </a:xfrm>
          <a:prstGeom prst="rect">
            <a:avLst/>
          </a:prstGeom>
        </p:spPr>
      </p:pic>
      <p:sp>
        <p:nvSpPr>
          <p:cNvPr id="27" name="Rectangle 14">
            <a:extLst>
              <a:ext uri="{FF2B5EF4-FFF2-40B4-BE49-F238E27FC236}">
                <a16:creationId xmlns:a16="http://schemas.microsoft.com/office/drawing/2014/main" id="{C792EE87-4150-454F-8312-283882EFB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9932"/>
            <a:ext cx="12191999" cy="4934490"/>
          </a:xfrm>
          <a:prstGeom prst="rect">
            <a:avLst/>
          </a:prstGeom>
          <a:gradFill flip="none" rotWithShape="1">
            <a:gsLst>
              <a:gs pos="50000">
                <a:srgbClr val="000000">
                  <a:alpha val="40784"/>
                </a:srgbClr>
              </a:gs>
              <a:gs pos="80000">
                <a:srgbClr val="000000">
                  <a:alpha val="28000"/>
                </a:srgbClr>
              </a:gs>
              <a:gs pos="0">
                <a:srgbClr val="000000">
                  <a:alpha val="0"/>
                </a:srgbClr>
              </a:gs>
              <a:gs pos="20000">
                <a:srgbClr val="000000">
                  <a:alpha val="2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D4E44AAE-226C-43EA-A6E4-7E47FBFB3EDA}"/>
              </a:ext>
            </a:extLst>
          </p:cNvPr>
          <p:cNvSpPr>
            <a:spLocks noGrp="1"/>
          </p:cNvSpPr>
          <p:nvPr>
            <p:ph type="title"/>
          </p:nvPr>
        </p:nvSpPr>
        <p:spPr>
          <a:xfrm>
            <a:off x="1897040" y="1122362"/>
            <a:ext cx="8376514" cy="2494295"/>
          </a:xfrm>
        </p:spPr>
        <p:txBody>
          <a:bodyPr vert="horz" lIns="91440" tIns="45720" rIns="91440" bIns="45720" rtlCol="0" anchor="b">
            <a:normAutofit/>
          </a:bodyPr>
          <a:lstStyle/>
          <a:p>
            <a:pPr algn="ctr"/>
            <a:r>
              <a:rPr lang="en-US" sz="2800">
                <a:solidFill>
                  <a:srgbClr val="FFFFFF"/>
                </a:solidFill>
              </a:rPr>
              <a:t>Godwana Rainforests</a:t>
            </a:r>
          </a:p>
        </p:txBody>
      </p:sp>
      <p:sp>
        <p:nvSpPr>
          <p:cNvPr id="3" name="Text Placeholder 2">
            <a:extLst>
              <a:ext uri="{FF2B5EF4-FFF2-40B4-BE49-F238E27FC236}">
                <a16:creationId xmlns:a16="http://schemas.microsoft.com/office/drawing/2014/main" id="{8B77A2C9-EB27-2AFE-C196-A9A01A13866D}"/>
              </a:ext>
            </a:extLst>
          </p:cNvPr>
          <p:cNvSpPr>
            <a:spLocks noGrp="1"/>
          </p:cNvSpPr>
          <p:nvPr>
            <p:ph type="body" idx="1"/>
          </p:nvPr>
        </p:nvSpPr>
        <p:spPr>
          <a:xfrm>
            <a:off x="3029803" y="3772789"/>
            <a:ext cx="6141493" cy="1215470"/>
          </a:xfrm>
        </p:spPr>
        <p:txBody>
          <a:bodyPr vert="horz" lIns="91440" tIns="45720" rIns="91440" bIns="45720" rtlCol="0">
            <a:normAutofit/>
          </a:bodyPr>
          <a:lstStyle/>
          <a:p>
            <a:pPr algn="ctr"/>
            <a:r>
              <a:rPr lang="en-US" spc="160">
                <a:solidFill>
                  <a:srgbClr val="FFFFFF"/>
                </a:solidFill>
              </a:rPr>
              <a:t>Australia</a:t>
            </a:r>
          </a:p>
        </p:txBody>
      </p:sp>
      <p:sp useBgFill="1">
        <p:nvSpPr>
          <p:cNvPr id="28" name="Freeform: Shape 16">
            <a:extLst>
              <a:ext uri="{FF2B5EF4-FFF2-40B4-BE49-F238E27FC236}">
                <a16:creationId xmlns:a16="http://schemas.microsoft.com/office/drawing/2014/main" id="{EA21D066-7EC1-44B4-8CF9-85511FDFC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sp>
        <p:nvSpPr>
          <p:cNvPr id="29" name="Freeform: Shape 18">
            <a:extLst>
              <a:ext uri="{FF2B5EF4-FFF2-40B4-BE49-F238E27FC236}">
                <a16:creationId xmlns:a16="http://schemas.microsoft.com/office/drawing/2014/main" id="{D6C2F2D6-F636-46AD-BCD9-994702A00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Bembo"/>
              <a:ea typeface="+mn-ea"/>
              <a:cs typeface="+mn-cs"/>
            </a:endParaRPr>
          </a:p>
        </p:txBody>
      </p:sp>
      <p:sp useBgFill="1">
        <p:nvSpPr>
          <p:cNvPr id="30" name="Freeform: Shape 20">
            <a:extLst>
              <a:ext uri="{FF2B5EF4-FFF2-40B4-BE49-F238E27FC236}">
                <a16:creationId xmlns:a16="http://schemas.microsoft.com/office/drawing/2014/main" id="{EF693875-948C-4D9B-AE6F-8F6894277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199"/>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3" name="Freeform: Shape 22">
            <a:extLst>
              <a:ext uri="{FF2B5EF4-FFF2-40B4-BE49-F238E27FC236}">
                <a16:creationId xmlns:a16="http://schemas.microsoft.com/office/drawing/2014/main" id="{D8CF630E-BC57-4786-8B1F-C22C04E8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200"/>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Tree>
    <p:extLst>
      <p:ext uri="{BB962C8B-B14F-4D97-AF65-F5344CB8AC3E}">
        <p14:creationId xmlns:p14="http://schemas.microsoft.com/office/powerpoint/2010/main" val="6779639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5">
            <a:extLst>
              <a:ext uri="{FF2B5EF4-FFF2-40B4-BE49-F238E27FC236}">
                <a16:creationId xmlns:a16="http://schemas.microsoft.com/office/drawing/2014/main" id="{7666DE11-17E1-4DC7-B2B7-6DA2E6A9C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1" name="Rectangle 17">
            <a:extLst>
              <a:ext uri="{FF2B5EF4-FFF2-40B4-BE49-F238E27FC236}">
                <a16:creationId xmlns:a16="http://schemas.microsoft.com/office/drawing/2014/main" id="{B52E493E-0B27-4F3C-AA01-17F0A2564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03A01021-21F3-8268-606B-A1E7409B6A36}"/>
              </a:ext>
            </a:extLst>
          </p:cNvPr>
          <p:cNvSpPr>
            <a:spLocks noGrp="1"/>
          </p:cNvSpPr>
          <p:nvPr>
            <p:ph type="title"/>
          </p:nvPr>
        </p:nvSpPr>
        <p:spPr>
          <a:xfrm>
            <a:off x="7166335" y="609601"/>
            <a:ext cx="3937094" cy="1216024"/>
          </a:xfrm>
        </p:spPr>
        <p:txBody>
          <a:bodyPr>
            <a:normAutofit/>
          </a:bodyPr>
          <a:lstStyle/>
          <a:p>
            <a:pPr algn="ctr"/>
            <a:r>
              <a:rPr lang="en-GB" sz="2600">
                <a:ea typeface="Batang"/>
              </a:rPr>
              <a:t>The Gondwana Rainforests</a:t>
            </a:r>
            <a:endParaRPr lang="en-GB" sz="2600"/>
          </a:p>
        </p:txBody>
      </p:sp>
      <p:pic>
        <p:nvPicPr>
          <p:cNvPr id="5" name="Picture 5" descr="Map&#10;&#10;Description automatically generated">
            <a:extLst>
              <a:ext uri="{FF2B5EF4-FFF2-40B4-BE49-F238E27FC236}">
                <a16:creationId xmlns:a16="http://schemas.microsoft.com/office/drawing/2014/main" id="{0EC5DD7A-5626-A8D7-F9B2-DBEB4418BF82}"/>
              </a:ext>
            </a:extLst>
          </p:cNvPr>
          <p:cNvPicPr>
            <a:picLocks noChangeAspect="1"/>
          </p:cNvPicPr>
          <p:nvPr/>
        </p:nvPicPr>
        <p:blipFill rotWithShape="1">
          <a:blip r:embed="rId2"/>
          <a:srcRect l="2296"/>
          <a:stretch/>
        </p:blipFill>
        <p:spPr>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pic>
      <p:sp>
        <p:nvSpPr>
          <p:cNvPr id="3" name="Content Placeholder 2">
            <a:extLst>
              <a:ext uri="{FF2B5EF4-FFF2-40B4-BE49-F238E27FC236}">
                <a16:creationId xmlns:a16="http://schemas.microsoft.com/office/drawing/2014/main" id="{629A5530-ED95-0CB6-541D-C30C44F2E9B9}"/>
              </a:ext>
            </a:extLst>
          </p:cNvPr>
          <p:cNvSpPr>
            <a:spLocks noGrp="1"/>
          </p:cNvSpPr>
          <p:nvPr>
            <p:ph idx="1"/>
          </p:nvPr>
        </p:nvSpPr>
        <p:spPr>
          <a:xfrm>
            <a:off x="7162799" y="2147356"/>
            <a:ext cx="3885061" cy="4107021"/>
          </a:xfrm>
        </p:spPr>
        <p:txBody>
          <a:bodyPr vert="horz" lIns="91440" tIns="45720" rIns="91440" bIns="45720" rtlCol="0">
            <a:normAutofit/>
          </a:bodyPr>
          <a:lstStyle/>
          <a:p>
            <a:pPr marL="0" indent="0">
              <a:buNone/>
            </a:pPr>
            <a:r>
              <a:rPr lang="en-GB">
                <a:ea typeface="Batang"/>
              </a:rPr>
              <a:t>The Gondwana Rainforests of Australia is located on the major remaining areas of rainforest in southeast Queensland and northeast New South Wales.</a:t>
            </a:r>
            <a:endParaRPr lang="en-US">
              <a:ea typeface="Batang"/>
            </a:endParaRPr>
          </a:p>
        </p:txBody>
      </p:sp>
    </p:spTree>
    <p:extLst>
      <p:ext uri="{BB962C8B-B14F-4D97-AF65-F5344CB8AC3E}">
        <p14:creationId xmlns:p14="http://schemas.microsoft.com/office/powerpoint/2010/main" val="41207707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666DE11-17E1-4DC7-B2B7-6DA2E6A9C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1" name="Rectangle 10">
            <a:extLst>
              <a:ext uri="{FF2B5EF4-FFF2-40B4-BE49-F238E27FC236}">
                <a16:creationId xmlns:a16="http://schemas.microsoft.com/office/drawing/2014/main" id="{B52E493E-0B27-4F3C-AA01-17F0A2564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1E5E5413-71CA-91AF-90E7-408B8C1FEC37}"/>
              </a:ext>
            </a:extLst>
          </p:cNvPr>
          <p:cNvSpPr>
            <a:spLocks noGrp="1"/>
          </p:cNvSpPr>
          <p:nvPr>
            <p:ph type="title"/>
          </p:nvPr>
        </p:nvSpPr>
        <p:spPr>
          <a:xfrm>
            <a:off x="7166335" y="609601"/>
            <a:ext cx="3937094" cy="1216024"/>
          </a:xfrm>
        </p:spPr>
        <p:txBody>
          <a:bodyPr>
            <a:normAutofit/>
          </a:bodyPr>
          <a:lstStyle/>
          <a:p>
            <a:pPr algn="ctr">
              <a:lnSpc>
                <a:spcPct val="100000"/>
              </a:lnSpc>
            </a:pPr>
            <a:r>
              <a:rPr lang="en-GB" sz="2200">
                <a:ea typeface="Batang"/>
              </a:rPr>
              <a:t>Is it a natural, cultural OR MIXED SITE? </a:t>
            </a:r>
            <a:endParaRPr lang="en-GB" sz="2200"/>
          </a:p>
        </p:txBody>
      </p:sp>
      <p:pic>
        <p:nvPicPr>
          <p:cNvPr id="4" name="Picture 4">
            <a:extLst>
              <a:ext uri="{FF2B5EF4-FFF2-40B4-BE49-F238E27FC236}">
                <a16:creationId xmlns:a16="http://schemas.microsoft.com/office/drawing/2014/main" id="{BEE3E942-C0D6-C406-05A4-4ADAC230A50C}"/>
              </a:ext>
            </a:extLst>
          </p:cNvPr>
          <p:cNvPicPr>
            <a:picLocks noChangeAspect="1"/>
          </p:cNvPicPr>
          <p:nvPr/>
        </p:nvPicPr>
        <p:blipFill rotWithShape="1">
          <a:blip r:embed="rId2"/>
          <a:srcRect b="2545"/>
          <a:stretch/>
        </p:blipFill>
        <p:spPr>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pic>
      <p:sp>
        <p:nvSpPr>
          <p:cNvPr id="3" name="Content Placeholder 2">
            <a:extLst>
              <a:ext uri="{FF2B5EF4-FFF2-40B4-BE49-F238E27FC236}">
                <a16:creationId xmlns:a16="http://schemas.microsoft.com/office/drawing/2014/main" id="{327E4DE1-8A6C-8754-2734-5B1E8C7802B5}"/>
              </a:ext>
            </a:extLst>
          </p:cNvPr>
          <p:cNvSpPr>
            <a:spLocks noGrp="1"/>
          </p:cNvSpPr>
          <p:nvPr>
            <p:ph idx="1"/>
          </p:nvPr>
        </p:nvSpPr>
        <p:spPr>
          <a:xfrm>
            <a:off x="7162799" y="2147356"/>
            <a:ext cx="3885061" cy="4107021"/>
          </a:xfrm>
        </p:spPr>
        <p:txBody>
          <a:bodyPr vert="horz" lIns="91440" tIns="45720" rIns="91440" bIns="45720" rtlCol="0">
            <a:normAutofit/>
          </a:bodyPr>
          <a:lstStyle/>
          <a:p>
            <a:r>
              <a:rPr lang="en-GB">
                <a:ea typeface="Batang"/>
              </a:rPr>
              <a:t>The Gondwana Rainforest is a natural site. It is a wide spread of rainforest.</a:t>
            </a:r>
            <a:endParaRPr lang="en-GB"/>
          </a:p>
        </p:txBody>
      </p:sp>
    </p:spTree>
    <p:extLst>
      <p:ext uri="{BB962C8B-B14F-4D97-AF65-F5344CB8AC3E}">
        <p14:creationId xmlns:p14="http://schemas.microsoft.com/office/powerpoint/2010/main" val="92321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DB6B36-6D23-4279-BF08-86CFF703E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1" name="Freeform: Shape 10">
            <a:extLst>
              <a:ext uri="{FF2B5EF4-FFF2-40B4-BE49-F238E27FC236}">
                <a16:creationId xmlns:a16="http://schemas.microsoft.com/office/drawing/2014/main" id="{AEF4CD48-9281-4131-995B-E3B17C854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75548"/>
            <a:ext cx="12192000" cy="4582452"/>
          </a:xfrm>
          <a:custGeom>
            <a:avLst/>
            <a:gdLst>
              <a:gd name="connsiteX0" fmla="*/ 2782524 w 12192000"/>
              <a:gd name="connsiteY0" fmla="*/ 394 h 4582452"/>
              <a:gd name="connsiteX1" fmla="*/ 2999719 w 12192000"/>
              <a:gd name="connsiteY1" fmla="*/ 43075 h 4582452"/>
              <a:gd name="connsiteX2" fmla="*/ 3061656 w 12192000"/>
              <a:gd name="connsiteY2" fmla="*/ 42588 h 4582452"/>
              <a:gd name="connsiteX3" fmla="*/ 3069494 w 12192000"/>
              <a:gd name="connsiteY3" fmla="*/ 35859 h 4582452"/>
              <a:gd name="connsiteX4" fmla="*/ 3159577 w 12192000"/>
              <a:gd name="connsiteY4" fmla="*/ 61160 h 4582452"/>
              <a:gd name="connsiteX5" fmla="*/ 3282600 w 12192000"/>
              <a:gd name="connsiteY5" fmla="*/ 45367 h 4582452"/>
              <a:gd name="connsiteX6" fmla="*/ 3374052 w 12192000"/>
              <a:gd name="connsiteY6" fmla="*/ 24976 h 4582452"/>
              <a:gd name="connsiteX7" fmla="*/ 3378934 w 12192000"/>
              <a:gd name="connsiteY7" fmla="*/ 18137 h 4582452"/>
              <a:gd name="connsiteX8" fmla="*/ 3385889 w 12192000"/>
              <a:gd name="connsiteY8" fmla="*/ 18918 h 4582452"/>
              <a:gd name="connsiteX9" fmla="*/ 3389211 w 12192000"/>
              <a:gd name="connsiteY9" fmla="*/ 25828 h 4582452"/>
              <a:gd name="connsiteX10" fmla="*/ 3444184 w 12192000"/>
              <a:gd name="connsiteY10" fmla="*/ 26511 h 4582452"/>
              <a:gd name="connsiteX11" fmla="*/ 3454999 w 12192000"/>
              <a:gd name="connsiteY11" fmla="*/ 14134 h 4582452"/>
              <a:gd name="connsiteX12" fmla="*/ 3453466 w 12192000"/>
              <a:gd name="connsiteY12" fmla="*/ 7930 h 4582452"/>
              <a:gd name="connsiteX13" fmla="*/ 3463009 w 12192000"/>
              <a:gd name="connsiteY13" fmla="*/ 7487 h 4582452"/>
              <a:gd name="connsiteX14" fmla="*/ 3467018 w 12192000"/>
              <a:gd name="connsiteY14" fmla="*/ 6782 h 4582452"/>
              <a:gd name="connsiteX15" fmla="*/ 3478045 w 12192000"/>
              <a:gd name="connsiteY15" fmla="*/ 10611 h 4582452"/>
              <a:gd name="connsiteX16" fmla="*/ 3506989 w 12192000"/>
              <a:gd name="connsiteY16" fmla="*/ 5372 h 4582452"/>
              <a:gd name="connsiteX17" fmla="*/ 3521969 w 12192000"/>
              <a:gd name="connsiteY17" fmla="*/ 11906 h 4582452"/>
              <a:gd name="connsiteX18" fmla="*/ 3569519 w 12192000"/>
              <a:gd name="connsiteY18" fmla="*/ 41509 h 4582452"/>
              <a:gd name="connsiteX19" fmla="*/ 3638316 w 12192000"/>
              <a:gd name="connsiteY19" fmla="*/ 57654 h 4582452"/>
              <a:gd name="connsiteX20" fmla="*/ 3679320 w 12192000"/>
              <a:gd name="connsiteY20" fmla="*/ 67554 h 4582452"/>
              <a:gd name="connsiteX21" fmla="*/ 3799276 w 12192000"/>
              <a:gd name="connsiteY21" fmla="*/ 75386 h 4582452"/>
              <a:gd name="connsiteX22" fmla="*/ 4024540 w 12192000"/>
              <a:gd name="connsiteY22" fmla="*/ 43084 h 4582452"/>
              <a:gd name="connsiteX23" fmla="*/ 4086060 w 12192000"/>
              <a:gd name="connsiteY23" fmla="*/ 46467 h 4582452"/>
              <a:gd name="connsiteX24" fmla="*/ 4092413 w 12192000"/>
              <a:gd name="connsiteY24" fmla="*/ 53530 h 4582452"/>
              <a:gd name="connsiteX25" fmla="*/ 4187473 w 12192000"/>
              <a:gd name="connsiteY25" fmla="*/ 32571 h 4582452"/>
              <a:gd name="connsiteX26" fmla="*/ 4306487 w 12192000"/>
              <a:gd name="connsiteY26" fmla="*/ 54042 h 4582452"/>
              <a:gd name="connsiteX27" fmla="*/ 4393102 w 12192000"/>
              <a:gd name="connsiteY27" fmla="*/ 78610 h 4582452"/>
              <a:gd name="connsiteX28" fmla="*/ 4443041 w 12192000"/>
              <a:gd name="connsiteY28" fmla="*/ 88772 h 4582452"/>
              <a:gd name="connsiteX29" fmla="*/ 4477856 w 12192000"/>
              <a:gd name="connsiteY29" fmla="*/ 100175 h 4582452"/>
              <a:gd name="connsiteX30" fmla="*/ 4574677 w 12192000"/>
              <a:gd name="connsiteY30" fmla="*/ 107631 h 4582452"/>
              <a:gd name="connsiteX31" fmla="*/ 4738595 w 12192000"/>
              <a:gd name="connsiteY31" fmla="*/ 110972 h 4582452"/>
              <a:gd name="connsiteX32" fmla="*/ 4772623 w 12192000"/>
              <a:gd name="connsiteY32" fmla="*/ 113689 h 4582452"/>
              <a:gd name="connsiteX33" fmla="*/ 4798437 w 12192000"/>
              <a:gd name="connsiteY33" fmla="*/ 123987 h 4582452"/>
              <a:gd name="connsiteX34" fmla="*/ 4801426 w 12192000"/>
              <a:gd name="connsiteY34" fmla="*/ 133319 h 4582452"/>
              <a:gd name="connsiteX35" fmla="*/ 4819592 w 12192000"/>
              <a:gd name="connsiteY35" fmla="*/ 136092 h 4582452"/>
              <a:gd name="connsiteX36" fmla="*/ 4823704 w 12192000"/>
              <a:gd name="connsiteY36" fmla="*/ 138493 h 4582452"/>
              <a:gd name="connsiteX37" fmla="*/ 4825195 w 12192000"/>
              <a:gd name="connsiteY37" fmla="*/ 139235 h 4582452"/>
              <a:gd name="connsiteX38" fmla="*/ 4855377 w 12192000"/>
              <a:gd name="connsiteY38" fmla="*/ 139933 h 4582452"/>
              <a:gd name="connsiteX39" fmla="*/ 4864981 w 12192000"/>
              <a:gd name="connsiteY39" fmla="*/ 136638 h 4582452"/>
              <a:gd name="connsiteX40" fmla="*/ 4869194 w 12192000"/>
              <a:gd name="connsiteY40" fmla="*/ 137485 h 4582452"/>
              <a:gd name="connsiteX41" fmla="*/ 4899129 w 12192000"/>
              <a:gd name="connsiteY41" fmla="*/ 128724 h 4582452"/>
              <a:gd name="connsiteX42" fmla="*/ 4979727 w 12192000"/>
              <a:gd name="connsiteY42" fmla="*/ 116438 h 4582452"/>
              <a:gd name="connsiteX43" fmla="*/ 5090538 w 12192000"/>
              <a:gd name="connsiteY43" fmla="*/ 128083 h 4582452"/>
              <a:gd name="connsiteX44" fmla="*/ 5199199 w 12192000"/>
              <a:gd name="connsiteY44" fmla="*/ 106367 h 4582452"/>
              <a:gd name="connsiteX45" fmla="*/ 5239862 w 12192000"/>
              <a:gd name="connsiteY45" fmla="*/ 131030 h 4582452"/>
              <a:gd name="connsiteX46" fmla="*/ 5405165 w 12192000"/>
              <a:gd name="connsiteY46" fmla="*/ 107263 h 4582452"/>
              <a:gd name="connsiteX47" fmla="*/ 5973027 w 12192000"/>
              <a:gd name="connsiteY47" fmla="*/ 14505 h 4582452"/>
              <a:gd name="connsiteX48" fmla="*/ 6243587 w 12192000"/>
              <a:gd name="connsiteY48" fmla="*/ 20308 h 4582452"/>
              <a:gd name="connsiteX49" fmla="*/ 6333684 w 12192000"/>
              <a:gd name="connsiteY49" fmla="*/ 26092 h 4582452"/>
              <a:gd name="connsiteX50" fmla="*/ 6524594 w 12192000"/>
              <a:gd name="connsiteY50" fmla="*/ 62443 h 4582452"/>
              <a:gd name="connsiteX51" fmla="*/ 6701993 w 12192000"/>
              <a:gd name="connsiteY51" fmla="*/ 51745 h 4582452"/>
              <a:gd name="connsiteX52" fmla="*/ 6957361 w 12192000"/>
              <a:gd name="connsiteY52" fmla="*/ 97339 h 4582452"/>
              <a:gd name="connsiteX53" fmla="*/ 7268413 w 12192000"/>
              <a:gd name="connsiteY53" fmla="*/ 175925 h 4582452"/>
              <a:gd name="connsiteX54" fmla="*/ 8385054 w 12192000"/>
              <a:gd name="connsiteY54" fmla="*/ 133195 h 4582452"/>
              <a:gd name="connsiteX55" fmla="*/ 8584350 w 12192000"/>
              <a:gd name="connsiteY55" fmla="*/ 172955 h 4582452"/>
              <a:gd name="connsiteX56" fmla="*/ 8684341 w 12192000"/>
              <a:gd name="connsiteY56" fmla="*/ 199587 h 4582452"/>
              <a:gd name="connsiteX57" fmla="*/ 9008600 w 12192000"/>
              <a:gd name="connsiteY57" fmla="*/ 334202 h 4582452"/>
              <a:gd name="connsiteX58" fmla="*/ 9106061 w 12192000"/>
              <a:gd name="connsiteY58" fmla="*/ 332620 h 4582452"/>
              <a:gd name="connsiteX59" fmla="*/ 9950477 w 12192000"/>
              <a:gd name="connsiteY59" fmla="*/ 794954 h 4582452"/>
              <a:gd name="connsiteX60" fmla="*/ 11109679 w 12192000"/>
              <a:gd name="connsiteY60" fmla="*/ 1202887 h 4582452"/>
              <a:gd name="connsiteX61" fmla="*/ 11327194 w 12192000"/>
              <a:gd name="connsiteY61" fmla="*/ 1329149 h 4582452"/>
              <a:gd name="connsiteX62" fmla="*/ 11490981 w 12192000"/>
              <a:gd name="connsiteY62" fmla="*/ 1367364 h 4582452"/>
              <a:gd name="connsiteX63" fmla="*/ 11656589 w 12192000"/>
              <a:gd name="connsiteY63" fmla="*/ 1459110 h 4582452"/>
              <a:gd name="connsiteX64" fmla="*/ 11762730 w 12192000"/>
              <a:gd name="connsiteY64" fmla="*/ 1484877 h 4582452"/>
              <a:gd name="connsiteX65" fmla="*/ 11907234 w 12192000"/>
              <a:gd name="connsiteY65" fmla="*/ 1475186 h 4582452"/>
              <a:gd name="connsiteX66" fmla="*/ 12097301 w 12192000"/>
              <a:gd name="connsiteY66" fmla="*/ 1446454 h 4582452"/>
              <a:gd name="connsiteX67" fmla="*/ 12168592 w 12192000"/>
              <a:gd name="connsiteY67" fmla="*/ 1434583 h 4582452"/>
              <a:gd name="connsiteX68" fmla="*/ 12192000 w 12192000"/>
              <a:gd name="connsiteY68" fmla="*/ 1428254 h 4582452"/>
              <a:gd name="connsiteX69" fmla="*/ 12192000 w 12192000"/>
              <a:gd name="connsiteY69" fmla="*/ 4582452 h 4582452"/>
              <a:gd name="connsiteX70" fmla="*/ 0 w 12192000"/>
              <a:gd name="connsiteY70" fmla="*/ 4582452 h 4582452"/>
              <a:gd name="connsiteX71" fmla="*/ 0 w 12192000"/>
              <a:gd name="connsiteY71" fmla="*/ 502249 h 4582452"/>
              <a:gd name="connsiteX72" fmla="*/ 26658 w 12192000"/>
              <a:gd name="connsiteY72" fmla="*/ 498850 h 4582452"/>
              <a:gd name="connsiteX73" fmla="*/ 117228 w 12192000"/>
              <a:gd name="connsiteY73" fmla="*/ 490270 h 4582452"/>
              <a:gd name="connsiteX74" fmla="*/ 197716 w 12192000"/>
              <a:gd name="connsiteY74" fmla="*/ 414976 h 4582452"/>
              <a:gd name="connsiteX75" fmla="*/ 287300 w 12192000"/>
              <a:gd name="connsiteY75" fmla="*/ 332486 h 4582452"/>
              <a:gd name="connsiteX76" fmla="*/ 442569 w 12192000"/>
              <a:gd name="connsiteY76" fmla="*/ 268508 h 4582452"/>
              <a:gd name="connsiteX77" fmla="*/ 632547 w 12192000"/>
              <a:gd name="connsiteY77" fmla="*/ 181204 h 4582452"/>
              <a:gd name="connsiteX78" fmla="*/ 735335 w 12192000"/>
              <a:gd name="connsiteY78" fmla="*/ 132652 h 4582452"/>
              <a:gd name="connsiteX79" fmla="*/ 867806 w 12192000"/>
              <a:gd name="connsiteY79" fmla="*/ 164026 h 4582452"/>
              <a:gd name="connsiteX80" fmla="*/ 928403 w 12192000"/>
              <a:gd name="connsiteY80" fmla="*/ 189376 h 4582452"/>
              <a:gd name="connsiteX81" fmla="*/ 959021 w 12192000"/>
              <a:gd name="connsiteY81" fmla="*/ 153917 h 4582452"/>
              <a:gd name="connsiteX82" fmla="*/ 1111027 w 12192000"/>
              <a:gd name="connsiteY82" fmla="*/ 138584 h 4582452"/>
              <a:gd name="connsiteX83" fmla="*/ 1227103 w 12192000"/>
              <a:gd name="connsiteY83" fmla="*/ 167875 h 4582452"/>
              <a:gd name="connsiteX84" fmla="*/ 1297710 w 12192000"/>
              <a:gd name="connsiteY84" fmla="*/ 170873 h 4582452"/>
              <a:gd name="connsiteX85" fmla="*/ 1413052 w 12192000"/>
              <a:gd name="connsiteY85" fmla="*/ 149589 h 4582452"/>
              <a:gd name="connsiteX86" fmla="*/ 1506277 w 12192000"/>
              <a:gd name="connsiteY86" fmla="*/ 170874 h 4582452"/>
              <a:gd name="connsiteX87" fmla="*/ 1624499 w 12192000"/>
              <a:gd name="connsiteY87" fmla="*/ 183437 h 4582452"/>
              <a:gd name="connsiteX88" fmla="*/ 1653990 w 12192000"/>
              <a:gd name="connsiteY88" fmla="*/ 186254 h 4582452"/>
              <a:gd name="connsiteX89" fmla="*/ 1675154 w 12192000"/>
              <a:gd name="connsiteY89" fmla="*/ 179082 h 4582452"/>
              <a:gd name="connsiteX90" fmla="*/ 1801740 w 12192000"/>
              <a:gd name="connsiteY90" fmla="*/ 160320 h 4582452"/>
              <a:gd name="connsiteX91" fmla="*/ 1892809 w 12192000"/>
              <a:gd name="connsiteY91" fmla="*/ 117150 h 4582452"/>
              <a:gd name="connsiteX92" fmla="*/ 2046786 w 12192000"/>
              <a:gd name="connsiteY92" fmla="*/ 90709 h 4582452"/>
              <a:gd name="connsiteX93" fmla="*/ 2200539 w 12192000"/>
              <a:gd name="connsiteY93" fmla="*/ 69177 h 4582452"/>
              <a:gd name="connsiteX94" fmla="*/ 2256839 w 12192000"/>
              <a:gd name="connsiteY94" fmla="*/ 63635 h 4582452"/>
              <a:gd name="connsiteX95" fmla="*/ 2354406 w 12192000"/>
              <a:gd name="connsiteY95" fmla="*/ 43819 h 4582452"/>
              <a:gd name="connsiteX96" fmla="*/ 2418731 w 12192000"/>
              <a:gd name="connsiteY96" fmla="*/ 32403 h 4582452"/>
              <a:gd name="connsiteX97" fmla="*/ 2432820 w 12192000"/>
              <a:gd name="connsiteY97" fmla="*/ 54328 h 4582452"/>
              <a:gd name="connsiteX98" fmla="*/ 2492988 w 12192000"/>
              <a:gd name="connsiteY98" fmla="*/ 50574 h 4582452"/>
              <a:gd name="connsiteX99" fmla="*/ 2546652 w 12192000"/>
              <a:gd name="connsiteY99" fmla="*/ 23348 h 4582452"/>
              <a:gd name="connsiteX100" fmla="*/ 2618568 w 12192000"/>
              <a:gd name="connsiteY100" fmla="*/ 10504 h 4582452"/>
              <a:gd name="connsiteX101" fmla="*/ 2661490 w 12192000"/>
              <a:gd name="connsiteY101" fmla="*/ 2573 h 4582452"/>
              <a:gd name="connsiteX102" fmla="*/ 2782524 w 12192000"/>
              <a:gd name="connsiteY102" fmla="*/ 394 h 458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2192000" h="4582452">
                <a:moveTo>
                  <a:pt x="2782524" y="394"/>
                </a:moveTo>
                <a:cubicBezTo>
                  <a:pt x="2849861" y="8132"/>
                  <a:pt x="2921827" y="7224"/>
                  <a:pt x="2999719" y="43075"/>
                </a:cubicBezTo>
                <a:cubicBezTo>
                  <a:pt x="3016159" y="54416"/>
                  <a:pt x="3043891" y="54196"/>
                  <a:pt x="3061656" y="42588"/>
                </a:cubicBezTo>
                <a:cubicBezTo>
                  <a:pt x="3064714" y="40590"/>
                  <a:pt x="3067354" y="38323"/>
                  <a:pt x="3069494" y="35859"/>
                </a:cubicBezTo>
                <a:cubicBezTo>
                  <a:pt x="3118202" y="62547"/>
                  <a:pt x="3134369" y="41482"/>
                  <a:pt x="3159577" y="61160"/>
                </a:cubicBezTo>
                <a:cubicBezTo>
                  <a:pt x="3220950" y="59479"/>
                  <a:pt x="3259526" y="28301"/>
                  <a:pt x="3282600" y="45367"/>
                </a:cubicBezTo>
                <a:cubicBezTo>
                  <a:pt x="3311832" y="38528"/>
                  <a:pt x="3343982" y="7511"/>
                  <a:pt x="3374052" y="24976"/>
                </a:cubicBezTo>
                <a:cubicBezTo>
                  <a:pt x="3373225" y="20402"/>
                  <a:pt x="3375240" y="18558"/>
                  <a:pt x="3378934" y="18137"/>
                </a:cubicBezTo>
                <a:lnTo>
                  <a:pt x="3385889" y="18918"/>
                </a:lnTo>
                <a:lnTo>
                  <a:pt x="3389211" y="25828"/>
                </a:lnTo>
                <a:cubicBezTo>
                  <a:pt x="3403626" y="49991"/>
                  <a:pt x="3412849" y="23568"/>
                  <a:pt x="3444184" y="26511"/>
                </a:cubicBezTo>
                <a:cubicBezTo>
                  <a:pt x="3459237" y="26479"/>
                  <a:pt x="3457360" y="20006"/>
                  <a:pt x="3454999" y="14134"/>
                </a:cubicBezTo>
                <a:cubicBezTo>
                  <a:pt x="3454488" y="12066"/>
                  <a:pt x="3453976" y="9998"/>
                  <a:pt x="3453466" y="7930"/>
                </a:cubicBezTo>
                <a:lnTo>
                  <a:pt x="3463009" y="7487"/>
                </a:lnTo>
                <a:lnTo>
                  <a:pt x="3467018" y="6782"/>
                </a:lnTo>
                <a:lnTo>
                  <a:pt x="3478045" y="10611"/>
                </a:lnTo>
                <a:cubicBezTo>
                  <a:pt x="3487858" y="10471"/>
                  <a:pt x="3497247" y="4941"/>
                  <a:pt x="3506989" y="5372"/>
                </a:cubicBezTo>
                <a:cubicBezTo>
                  <a:pt x="3511861" y="5586"/>
                  <a:pt x="3516822" y="7292"/>
                  <a:pt x="3521969" y="11906"/>
                </a:cubicBezTo>
                <a:cubicBezTo>
                  <a:pt x="3500944" y="30982"/>
                  <a:pt x="3580010" y="22724"/>
                  <a:pt x="3569519" y="41509"/>
                </a:cubicBezTo>
                <a:cubicBezTo>
                  <a:pt x="3611081" y="21792"/>
                  <a:pt x="3601156" y="57180"/>
                  <a:pt x="3638316" y="57654"/>
                </a:cubicBezTo>
                <a:cubicBezTo>
                  <a:pt x="3659961" y="51783"/>
                  <a:pt x="3671878" y="52983"/>
                  <a:pt x="3679320" y="67554"/>
                </a:cubicBezTo>
                <a:cubicBezTo>
                  <a:pt x="3780774" y="37937"/>
                  <a:pt x="3722369" y="76585"/>
                  <a:pt x="3799276" y="75386"/>
                </a:cubicBezTo>
                <a:cubicBezTo>
                  <a:pt x="3867935" y="70837"/>
                  <a:pt x="3939343" y="75109"/>
                  <a:pt x="4024540" y="43084"/>
                </a:cubicBezTo>
                <a:cubicBezTo>
                  <a:pt x="4043330" y="32570"/>
                  <a:pt x="4070875" y="34086"/>
                  <a:pt x="4086060" y="46467"/>
                </a:cubicBezTo>
                <a:cubicBezTo>
                  <a:pt x="4088674" y="48598"/>
                  <a:pt x="4090814" y="50977"/>
                  <a:pt x="4092413" y="53530"/>
                </a:cubicBezTo>
                <a:cubicBezTo>
                  <a:pt x="4146606" y="29255"/>
                  <a:pt x="4158169" y="50970"/>
                  <a:pt x="4187473" y="32571"/>
                </a:cubicBezTo>
                <a:cubicBezTo>
                  <a:pt x="4248175" y="37116"/>
                  <a:pt x="4279868" y="69943"/>
                  <a:pt x="4306487" y="54042"/>
                </a:cubicBezTo>
                <a:cubicBezTo>
                  <a:pt x="4334104" y="62215"/>
                  <a:pt x="4359433" y="94581"/>
                  <a:pt x="4393102" y="78610"/>
                </a:cubicBezTo>
                <a:cubicBezTo>
                  <a:pt x="4385877" y="96663"/>
                  <a:pt x="4433316" y="73341"/>
                  <a:pt x="4443041" y="88772"/>
                </a:cubicBezTo>
                <a:cubicBezTo>
                  <a:pt x="4448819" y="101575"/>
                  <a:pt x="4464559" y="97484"/>
                  <a:pt x="4477856" y="100175"/>
                </a:cubicBezTo>
                <a:cubicBezTo>
                  <a:pt x="4489623" y="112184"/>
                  <a:pt x="4553764" y="113460"/>
                  <a:pt x="4574677" y="107631"/>
                </a:cubicBezTo>
                <a:cubicBezTo>
                  <a:pt x="4631799" y="83193"/>
                  <a:pt x="4692609" y="129103"/>
                  <a:pt x="4738595" y="110972"/>
                </a:cubicBezTo>
                <a:cubicBezTo>
                  <a:pt x="4751486" y="109970"/>
                  <a:pt x="4762630" y="111152"/>
                  <a:pt x="4772623" y="113689"/>
                </a:cubicBezTo>
                <a:lnTo>
                  <a:pt x="4798437" y="123987"/>
                </a:lnTo>
                <a:lnTo>
                  <a:pt x="4801426" y="133319"/>
                </a:lnTo>
                <a:lnTo>
                  <a:pt x="4819592" y="136092"/>
                </a:lnTo>
                <a:lnTo>
                  <a:pt x="4823704" y="138493"/>
                </a:lnTo>
                <a:lnTo>
                  <a:pt x="4825195" y="139235"/>
                </a:lnTo>
                <a:lnTo>
                  <a:pt x="4855377" y="139933"/>
                </a:lnTo>
                <a:lnTo>
                  <a:pt x="4864981" y="136638"/>
                </a:lnTo>
                <a:lnTo>
                  <a:pt x="4869194" y="137485"/>
                </a:lnTo>
                <a:lnTo>
                  <a:pt x="4899129" y="128724"/>
                </a:lnTo>
                <a:cubicBezTo>
                  <a:pt x="4925366" y="119718"/>
                  <a:pt x="4952397" y="110410"/>
                  <a:pt x="4979727" y="116438"/>
                </a:cubicBezTo>
                <a:lnTo>
                  <a:pt x="5090538" y="128083"/>
                </a:lnTo>
                <a:cubicBezTo>
                  <a:pt x="5091044" y="127833"/>
                  <a:pt x="5198695" y="106616"/>
                  <a:pt x="5199199" y="106367"/>
                </a:cubicBezTo>
                <a:cubicBezTo>
                  <a:pt x="5208231" y="105810"/>
                  <a:pt x="5223768" y="127168"/>
                  <a:pt x="5239862" y="131030"/>
                </a:cubicBezTo>
                <a:lnTo>
                  <a:pt x="5405165" y="107263"/>
                </a:lnTo>
                <a:cubicBezTo>
                  <a:pt x="5535422" y="88884"/>
                  <a:pt x="5767648" y="35344"/>
                  <a:pt x="5973027" y="14505"/>
                </a:cubicBezTo>
                <a:cubicBezTo>
                  <a:pt x="6149187" y="10405"/>
                  <a:pt x="6095956" y="65577"/>
                  <a:pt x="6243587" y="20308"/>
                </a:cubicBezTo>
                <a:cubicBezTo>
                  <a:pt x="6251541" y="17483"/>
                  <a:pt x="6316307" y="24479"/>
                  <a:pt x="6333684" y="26092"/>
                </a:cubicBezTo>
                <a:cubicBezTo>
                  <a:pt x="6455330" y="37381"/>
                  <a:pt x="6480371" y="34647"/>
                  <a:pt x="6524594" y="62443"/>
                </a:cubicBezTo>
                <a:cubicBezTo>
                  <a:pt x="6703626" y="57298"/>
                  <a:pt x="6501799" y="46780"/>
                  <a:pt x="6701993" y="51745"/>
                </a:cubicBezTo>
                <a:cubicBezTo>
                  <a:pt x="6785735" y="112479"/>
                  <a:pt x="6849632" y="85702"/>
                  <a:pt x="6957361" y="97339"/>
                </a:cubicBezTo>
                <a:cubicBezTo>
                  <a:pt x="7077727" y="97171"/>
                  <a:pt x="7161639" y="169735"/>
                  <a:pt x="7268413" y="175925"/>
                </a:cubicBezTo>
                <a:cubicBezTo>
                  <a:pt x="7315714" y="184495"/>
                  <a:pt x="8335549" y="125386"/>
                  <a:pt x="8385054" y="133195"/>
                </a:cubicBezTo>
                <a:lnTo>
                  <a:pt x="8584350" y="172955"/>
                </a:lnTo>
                <a:lnTo>
                  <a:pt x="8684341" y="199587"/>
                </a:lnTo>
                <a:cubicBezTo>
                  <a:pt x="8755050" y="226462"/>
                  <a:pt x="8938313" y="312030"/>
                  <a:pt x="9008600" y="334202"/>
                </a:cubicBezTo>
                <a:cubicBezTo>
                  <a:pt x="9019984" y="330076"/>
                  <a:pt x="9096828" y="338089"/>
                  <a:pt x="9106061" y="332620"/>
                </a:cubicBezTo>
                <a:cubicBezTo>
                  <a:pt x="9263041" y="409410"/>
                  <a:pt x="9721812" y="681736"/>
                  <a:pt x="9950477" y="794954"/>
                </a:cubicBezTo>
                <a:cubicBezTo>
                  <a:pt x="10099279" y="799039"/>
                  <a:pt x="11075919" y="1215896"/>
                  <a:pt x="11109679" y="1202887"/>
                </a:cubicBezTo>
                <a:cubicBezTo>
                  <a:pt x="11253855" y="1312360"/>
                  <a:pt x="11263644" y="1301737"/>
                  <a:pt x="11327194" y="1329149"/>
                </a:cubicBezTo>
                <a:cubicBezTo>
                  <a:pt x="11390743" y="1356562"/>
                  <a:pt x="11429961" y="1342032"/>
                  <a:pt x="11490981" y="1367364"/>
                </a:cubicBezTo>
                <a:cubicBezTo>
                  <a:pt x="11552001" y="1392696"/>
                  <a:pt x="11585592" y="1433403"/>
                  <a:pt x="11656589" y="1459110"/>
                </a:cubicBezTo>
                <a:cubicBezTo>
                  <a:pt x="11672385" y="1460354"/>
                  <a:pt x="11746935" y="1483632"/>
                  <a:pt x="11762730" y="1484877"/>
                </a:cubicBezTo>
                <a:lnTo>
                  <a:pt x="11907234" y="1475186"/>
                </a:lnTo>
                <a:cubicBezTo>
                  <a:pt x="11928018" y="1493892"/>
                  <a:pt x="12059326" y="1426351"/>
                  <a:pt x="12097301" y="1446454"/>
                </a:cubicBezTo>
                <a:cubicBezTo>
                  <a:pt x="12130425" y="1440491"/>
                  <a:pt x="12152650" y="1437305"/>
                  <a:pt x="12168592" y="1434583"/>
                </a:cubicBezTo>
                <a:lnTo>
                  <a:pt x="12192000" y="1428254"/>
                </a:lnTo>
                <a:lnTo>
                  <a:pt x="12192000" y="4582452"/>
                </a:lnTo>
                <a:lnTo>
                  <a:pt x="0" y="4582452"/>
                </a:lnTo>
                <a:lnTo>
                  <a:pt x="0" y="502249"/>
                </a:lnTo>
                <a:lnTo>
                  <a:pt x="26658" y="498850"/>
                </a:lnTo>
                <a:cubicBezTo>
                  <a:pt x="53543" y="495845"/>
                  <a:pt x="83450" y="492951"/>
                  <a:pt x="117228" y="490270"/>
                </a:cubicBezTo>
                <a:cubicBezTo>
                  <a:pt x="156589" y="507996"/>
                  <a:pt x="88161" y="422256"/>
                  <a:pt x="197716" y="414976"/>
                </a:cubicBezTo>
                <a:lnTo>
                  <a:pt x="287300" y="332486"/>
                </a:lnTo>
                <a:lnTo>
                  <a:pt x="442569" y="268508"/>
                </a:lnTo>
                <a:cubicBezTo>
                  <a:pt x="497662" y="243295"/>
                  <a:pt x="582529" y="197726"/>
                  <a:pt x="632547" y="181204"/>
                </a:cubicBezTo>
                <a:cubicBezTo>
                  <a:pt x="634349" y="209388"/>
                  <a:pt x="721914" y="107222"/>
                  <a:pt x="735335" y="132652"/>
                </a:cubicBezTo>
                <a:cubicBezTo>
                  <a:pt x="732464" y="177245"/>
                  <a:pt x="825860" y="150882"/>
                  <a:pt x="867806" y="164026"/>
                </a:cubicBezTo>
                <a:cubicBezTo>
                  <a:pt x="899984" y="173480"/>
                  <a:pt x="913201" y="191061"/>
                  <a:pt x="928403" y="189376"/>
                </a:cubicBezTo>
                <a:cubicBezTo>
                  <a:pt x="961543" y="190533"/>
                  <a:pt x="955382" y="169666"/>
                  <a:pt x="959021" y="153917"/>
                </a:cubicBezTo>
                <a:cubicBezTo>
                  <a:pt x="992066" y="189943"/>
                  <a:pt x="1053368" y="148031"/>
                  <a:pt x="1111027" y="138584"/>
                </a:cubicBezTo>
                <a:cubicBezTo>
                  <a:pt x="1145385" y="136440"/>
                  <a:pt x="1195305" y="207229"/>
                  <a:pt x="1227103" y="167875"/>
                </a:cubicBezTo>
                <a:cubicBezTo>
                  <a:pt x="1248010" y="176242"/>
                  <a:pt x="1278870" y="138976"/>
                  <a:pt x="1297710" y="170873"/>
                </a:cubicBezTo>
                <a:cubicBezTo>
                  <a:pt x="1350352" y="155650"/>
                  <a:pt x="1367607" y="171168"/>
                  <a:pt x="1413052" y="149589"/>
                </a:cubicBezTo>
                <a:cubicBezTo>
                  <a:pt x="1469974" y="142574"/>
                  <a:pt x="1427686" y="191179"/>
                  <a:pt x="1506277" y="170874"/>
                </a:cubicBezTo>
                <a:cubicBezTo>
                  <a:pt x="1542904" y="181865"/>
                  <a:pt x="1583620" y="186190"/>
                  <a:pt x="1624499" y="183437"/>
                </a:cubicBezTo>
                <a:cubicBezTo>
                  <a:pt x="1626352" y="173292"/>
                  <a:pt x="1645842" y="184613"/>
                  <a:pt x="1653990" y="186254"/>
                </a:cubicBezTo>
                <a:cubicBezTo>
                  <a:pt x="1652338" y="180029"/>
                  <a:pt x="1667910" y="174758"/>
                  <a:pt x="1675154" y="179082"/>
                </a:cubicBezTo>
                <a:cubicBezTo>
                  <a:pt x="1803626" y="184200"/>
                  <a:pt x="1718674" y="135774"/>
                  <a:pt x="1801740" y="160320"/>
                </a:cubicBezTo>
                <a:cubicBezTo>
                  <a:pt x="1852880" y="160711"/>
                  <a:pt x="1832935" y="89126"/>
                  <a:pt x="1892809" y="117150"/>
                </a:cubicBezTo>
                <a:cubicBezTo>
                  <a:pt x="1953632" y="109654"/>
                  <a:pt x="1985421" y="78539"/>
                  <a:pt x="2046786" y="90709"/>
                </a:cubicBezTo>
                <a:cubicBezTo>
                  <a:pt x="2103701" y="83577"/>
                  <a:pt x="2149982" y="66720"/>
                  <a:pt x="2200539" y="69177"/>
                </a:cubicBezTo>
                <a:cubicBezTo>
                  <a:pt x="2217709" y="58197"/>
                  <a:pt x="2235223" y="52567"/>
                  <a:pt x="2256839" y="63635"/>
                </a:cubicBezTo>
                <a:cubicBezTo>
                  <a:pt x="2308895" y="53224"/>
                  <a:pt x="2316542" y="33049"/>
                  <a:pt x="2354406" y="43819"/>
                </a:cubicBezTo>
                <a:cubicBezTo>
                  <a:pt x="2382991" y="-1065"/>
                  <a:pt x="2382377" y="34075"/>
                  <a:pt x="2418731" y="32403"/>
                </a:cubicBezTo>
                <a:cubicBezTo>
                  <a:pt x="2448671" y="33878"/>
                  <a:pt x="2405700" y="57811"/>
                  <a:pt x="2432820" y="54328"/>
                </a:cubicBezTo>
                <a:cubicBezTo>
                  <a:pt x="2457053" y="39206"/>
                  <a:pt x="2468545" y="67978"/>
                  <a:pt x="2492988" y="50574"/>
                </a:cubicBezTo>
                <a:cubicBezTo>
                  <a:pt x="2476164" y="30611"/>
                  <a:pt x="2553060" y="42528"/>
                  <a:pt x="2546652" y="23348"/>
                </a:cubicBezTo>
                <a:cubicBezTo>
                  <a:pt x="2583774" y="44911"/>
                  <a:pt x="2581494" y="9235"/>
                  <a:pt x="2618568" y="10504"/>
                </a:cubicBezTo>
                <a:cubicBezTo>
                  <a:pt x="2638844" y="17357"/>
                  <a:pt x="2650959" y="16720"/>
                  <a:pt x="2661490" y="2573"/>
                </a:cubicBezTo>
                <a:cubicBezTo>
                  <a:pt x="2756076" y="36787"/>
                  <a:pt x="2706264" y="-4399"/>
                  <a:pt x="2782524" y="3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DBE03594-FB22-B83D-D410-E22144E023C9}"/>
              </a:ext>
            </a:extLst>
          </p:cNvPr>
          <p:cNvSpPr>
            <a:spLocks noGrp="1"/>
          </p:cNvSpPr>
          <p:nvPr>
            <p:ph type="title"/>
          </p:nvPr>
        </p:nvSpPr>
        <p:spPr>
          <a:xfrm>
            <a:off x="1050878" y="603622"/>
            <a:ext cx="5602759" cy="1696026"/>
          </a:xfrm>
        </p:spPr>
        <p:txBody>
          <a:bodyPr>
            <a:normAutofit/>
          </a:bodyPr>
          <a:lstStyle/>
          <a:p>
            <a:pPr>
              <a:lnSpc>
                <a:spcPct val="100000"/>
              </a:lnSpc>
            </a:pPr>
            <a:r>
              <a:rPr lang="en-GB" sz="2600">
                <a:ea typeface="Batang"/>
              </a:rPr>
              <a:t>Why are the Gondwana rainforests significant?</a:t>
            </a:r>
            <a:endParaRPr lang="en-GB" sz="2600"/>
          </a:p>
        </p:txBody>
      </p:sp>
      <p:sp>
        <p:nvSpPr>
          <p:cNvPr id="3" name="Content Placeholder 2">
            <a:extLst>
              <a:ext uri="{FF2B5EF4-FFF2-40B4-BE49-F238E27FC236}">
                <a16:creationId xmlns:a16="http://schemas.microsoft.com/office/drawing/2014/main" id="{8EBFBCD8-0FBD-BFEB-FD78-EFC47D36067D}"/>
              </a:ext>
            </a:extLst>
          </p:cNvPr>
          <p:cNvSpPr>
            <a:spLocks noGrp="1"/>
          </p:cNvSpPr>
          <p:nvPr>
            <p:ph idx="1"/>
          </p:nvPr>
        </p:nvSpPr>
        <p:spPr>
          <a:xfrm>
            <a:off x="1050879" y="2726493"/>
            <a:ext cx="5602757" cy="3527884"/>
          </a:xfrm>
        </p:spPr>
        <p:txBody>
          <a:bodyPr vert="horz" lIns="91440" tIns="45720" rIns="91440" bIns="45720" rtlCol="0">
            <a:normAutofit/>
          </a:bodyPr>
          <a:lstStyle/>
          <a:p>
            <a:pPr marL="0" indent="0">
              <a:buNone/>
            </a:pPr>
            <a:r>
              <a:rPr lang="en-GB">
                <a:ea typeface="Batang"/>
              </a:rPr>
              <a:t>The Gondwana Rainforests is important because it's an environment that supports the principal habitats for many species of plants and animal. Many of these animals and plants are of important value. The Gondwana Rainforest is home to more than  270 threatened species as well as relict and primitive taxa.</a:t>
            </a:r>
            <a:endParaRPr lang="en-US">
              <a:ea typeface="Batang"/>
            </a:endParaRPr>
          </a:p>
        </p:txBody>
      </p:sp>
      <p:sp>
        <p:nvSpPr>
          <p:cNvPr id="13" name="Freeform: Shape 12">
            <a:extLst>
              <a:ext uri="{FF2B5EF4-FFF2-40B4-BE49-F238E27FC236}">
                <a16:creationId xmlns:a16="http://schemas.microsoft.com/office/drawing/2014/main" id="{5ABDA325-4B50-4FFB-81B9-95576831F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1809" y="583892"/>
            <a:ext cx="4146651" cy="5702607"/>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15" name="Rectangle 6">
            <a:extLst>
              <a:ext uri="{FF2B5EF4-FFF2-40B4-BE49-F238E27FC236}">
                <a16:creationId xmlns:a16="http://schemas.microsoft.com/office/drawing/2014/main" id="{F2A49241-8E10-49A1-B30C-2A0230F6A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1941" y="255400"/>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pic>
        <p:nvPicPr>
          <p:cNvPr id="4" name="Picture 4" descr="A picture containing text, vegetable&#10;&#10;Description automatically generated">
            <a:extLst>
              <a:ext uri="{FF2B5EF4-FFF2-40B4-BE49-F238E27FC236}">
                <a16:creationId xmlns:a16="http://schemas.microsoft.com/office/drawing/2014/main" id="{3908B0D8-A13F-FB74-E6FA-9279603CC3B9}"/>
              </a:ext>
            </a:extLst>
          </p:cNvPr>
          <p:cNvPicPr>
            <a:picLocks noChangeAspect="1"/>
          </p:cNvPicPr>
          <p:nvPr/>
        </p:nvPicPr>
        <p:blipFill>
          <a:blip r:embed="rId2"/>
          <a:stretch>
            <a:fillRect/>
          </a:stretch>
        </p:blipFill>
        <p:spPr>
          <a:xfrm>
            <a:off x="7326702" y="2423704"/>
            <a:ext cx="3634596" cy="2019220"/>
          </a:xfrm>
          <a:prstGeom prst="rect">
            <a:avLst/>
          </a:prstGeom>
        </p:spPr>
      </p:pic>
    </p:spTree>
    <p:extLst>
      <p:ext uri="{BB962C8B-B14F-4D97-AF65-F5344CB8AC3E}">
        <p14:creationId xmlns:p14="http://schemas.microsoft.com/office/powerpoint/2010/main" val="31998667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8">
            <a:extLst>
              <a:ext uri="{FF2B5EF4-FFF2-40B4-BE49-F238E27FC236}">
                <a16:creationId xmlns:a16="http://schemas.microsoft.com/office/drawing/2014/main" id="{FCE8BBC4-555B-4EEA-8B5C-5B44656F9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35D8DD1A-A2DB-F865-E3C6-85B53FBA4581}"/>
              </a:ext>
            </a:extLst>
          </p:cNvPr>
          <p:cNvSpPr>
            <a:spLocks noGrp="1"/>
          </p:cNvSpPr>
          <p:nvPr>
            <p:ph type="title"/>
          </p:nvPr>
        </p:nvSpPr>
        <p:spPr>
          <a:xfrm>
            <a:off x="723901" y="603622"/>
            <a:ext cx="5004776" cy="2413425"/>
          </a:xfrm>
        </p:spPr>
        <p:txBody>
          <a:bodyPr>
            <a:normAutofit/>
          </a:bodyPr>
          <a:lstStyle/>
          <a:p>
            <a:pPr algn="ctr"/>
            <a:r>
              <a:rPr lang="en-GB">
                <a:ea typeface="Batang"/>
              </a:rPr>
              <a:t>What are the threats to the Gondwana rainforest?</a:t>
            </a:r>
            <a:endParaRPr lang="en-GB"/>
          </a:p>
        </p:txBody>
      </p:sp>
      <p:sp>
        <p:nvSpPr>
          <p:cNvPr id="22" name="Freeform: Shape 10">
            <a:extLst>
              <a:ext uri="{FF2B5EF4-FFF2-40B4-BE49-F238E27FC236}">
                <a16:creationId xmlns:a16="http://schemas.microsoft.com/office/drawing/2014/main" id="{44704DC3-DE99-4AC8-9945-00EF66EBB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1447" y="0"/>
            <a:ext cx="6200553" cy="6858000"/>
          </a:xfrm>
          <a:custGeom>
            <a:avLst/>
            <a:gdLst>
              <a:gd name="connsiteX0" fmla="*/ 509785 w 6292079"/>
              <a:gd name="connsiteY0" fmla="*/ 0 h 6858000"/>
              <a:gd name="connsiteX1" fmla="*/ 4089208 w 6292079"/>
              <a:gd name="connsiteY1" fmla="*/ 0 h 6858000"/>
              <a:gd name="connsiteX2" fmla="*/ 4500513 w 6292079"/>
              <a:gd name="connsiteY2" fmla="*/ 0 h 6858000"/>
              <a:gd name="connsiteX3" fmla="*/ 4642260 w 6292079"/>
              <a:gd name="connsiteY3" fmla="*/ 0 h 6858000"/>
              <a:gd name="connsiteX4" fmla="*/ 6127274 w 6292079"/>
              <a:gd name="connsiteY4" fmla="*/ 0 h 6858000"/>
              <a:gd name="connsiteX5" fmla="*/ 6292079 w 6292079"/>
              <a:gd name="connsiteY5" fmla="*/ 0 h 6858000"/>
              <a:gd name="connsiteX6" fmla="*/ 6292079 w 6292079"/>
              <a:gd name="connsiteY6" fmla="*/ 6858000 h 6858000"/>
              <a:gd name="connsiteX7" fmla="*/ 6127274 w 6292079"/>
              <a:gd name="connsiteY7" fmla="*/ 6858000 h 6858000"/>
              <a:gd name="connsiteX8" fmla="*/ 4642260 w 6292079"/>
              <a:gd name="connsiteY8" fmla="*/ 6858000 h 6858000"/>
              <a:gd name="connsiteX9" fmla="*/ 4500513 w 6292079"/>
              <a:gd name="connsiteY9" fmla="*/ 6858000 h 6858000"/>
              <a:gd name="connsiteX10" fmla="*/ 4089208 w 6292079"/>
              <a:gd name="connsiteY10" fmla="*/ 6858000 h 6858000"/>
              <a:gd name="connsiteX11" fmla="*/ 435967 w 6292079"/>
              <a:gd name="connsiteY11" fmla="*/ 6858000 h 6858000"/>
              <a:gd name="connsiteX12" fmla="*/ 439099 w 6292079"/>
              <a:gd name="connsiteY12" fmla="*/ 6835478 h 6858000"/>
              <a:gd name="connsiteX13" fmla="*/ 443695 w 6292079"/>
              <a:gd name="connsiteY13" fmla="*/ 6725985 h 6858000"/>
              <a:gd name="connsiteX14" fmla="*/ 428041 w 6292079"/>
              <a:gd name="connsiteY14" fmla="*/ 6661430 h 6858000"/>
              <a:gd name="connsiteX15" fmla="*/ 376884 w 6292079"/>
              <a:gd name="connsiteY15" fmla="*/ 6504597 h 6858000"/>
              <a:gd name="connsiteX16" fmla="*/ 269239 w 6292079"/>
              <a:gd name="connsiteY16" fmla="*/ 6290076 h 6858000"/>
              <a:gd name="connsiteX17" fmla="*/ 219811 w 6292079"/>
              <a:gd name="connsiteY17" fmla="*/ 6127001 h 6858000"/>
              <a:gd name="connsiteX18" fmla="*/ 205094 w 6292079"/>
              <a:gd name="connsiteY18" fmla="*/ 6073766 h 6858000"/>
              <a:gd name="connsiteX19" fmla="*/ 150183 w 6292079"/>
              <a:gd name="connsiteY19" fmla="*/ 6014538 h 6858000"/>
              <a:gd name="connsiteX20" fmla="*/ 117093 w 6292079"/>
              <a:gd name="connsiteY20" fmla="*/ 5729681 h 6858000"/>
              <a:gd name="connsiteX21" fmla="*/ 46363 w 6292079"/>
              <a:gd name="connsiteY21" fmla="*/ 5613732 h 6858000"/>
              <a:gd name="connsiteX22" fmla="*/ 29717 w 6292079"/>
              <a:gd name="connsiteY22" fmla="*/ 5572630 h 6858000"/>
              <a:gd name="connsiteX23" fmla="*/ 32614 w 6292079"/>
              <a:gd name="connsiteY23" fmla="*/ 5564839 h 6858000"/>
              <a:gd name="connsiteX24" fmla="*/ 34209 w 6292079"/>
              <a:gd name="connsiteY24" fmla="*/ 5564057 h 6858000"/>
              <a:gd name="connsiteX25" fmla="*/ 17311 w 6292079"/>
              <a:gd name="connsiteY25" fmla="*/ 5442591 h 6858000"/>
              <a:gd name="connsiteX26" fmla="*/ 16750 w 6292079"/>
              <a:gd name="connsiteY26" fmla="*/ 5415829 h 6858000"/>
              <a:gd name="connsiteX27" fmla="*/ 18217 w 6292079"/>
              <a:gd name="connsiteY27" fmla="*/ 5412980 h 6858000"/>
              <a:gd name="connsiteX28" fmla="*/ 12055 w 6292079"/>
              <a:gd name="connsiteY28" fmla="*/ 5390064 h 6858000"/>
              <a:gd name="connsiteX29" fmla="*/ 0 w 6292079"/>
              <a:gd name="connsiteY29" fmla="*/ 5369830 h 6858000"/>
              <a:gd name="connsiteX30" fmla="*/ 32211 w 6292079"/>
              <a:gd name="connsiteY30" fmla="*/ 5145466 h 6858000"/>
              <a:gd name="connsiteX31" fmla="*/ 40891 w 6292079"/>
              <a:gd name="connsiteY31" fmla="*/ 4778922 h 6858000"/>
              <a:gd name="connsiteX32" fmla="*/ 16777 w 6292079"/>
              <a:gd name="connsiteY32" fmla="*/ 4554239 h 6858000"/>
              <a:gd name="connsiteX33" fmla="*/ 25115 w 6292079"/>
              <a:gd name="connsiteY33" fmla="*/ 4402702 h 6858000"/>
              <a:gd name="connsiteX34" fmla="*/ 8134 w 6292079"/>
              <a:gd name="connsiteY34" fmla="*/ 4331397 h 6858000"/>
              <a:gd name="connsiteX35" fmla="*/ 21852 w 6292079"/>
              <a:gd name="connsiteY35" fmla="*/ 4299998 h 6858000"/>
              <a:gd name="connsiteX36" fmla="*/ 24178 w 6292079"/>
              <a:gd name="connsiteY36" fmla="*/ 4280659 h 6858000"/>
              <a:gd name="connsiteX37" fmla="*/ 33357 w 6292079"/>
              <a:gd name="connsiteY37" fmla="*/ 4276475 h 6858000"/>
              <a:gd name="connsiteX38" fmla="*/ 42965 w 6292079"/>
              <a:gd name="connsiteY38" fmla="*/ 4248279 h 6858000"/>
              <a:gd name="connsiteX39" fmla="*/ 44865 w 6292079"/>
              <a:gd name="connsiteY39" fmla="*/ 4212329 h 6858000"/>
              <a:gd name="connsiteX40" fmla="*/ 44366 w 6292079"/>
              <a:gd name="connsiteY40" fmla="*/ 4040266 h 6858000"/>
              <a:gd name="connsiteX41" fmla="*/ 49504 w 6292079"/>
              <a:gd name="connsiteY41" fmla="*/ 3938016 h 6858000"/>
              <a:gd name="connsiteX42" fmla="*/ 59997 w 6292079"/>
              <a:gd name="connsiteY42" fmla="*/ 3900263 h 6858000"/>
              <a:gd name="connsiteX43" fmla="*/ 68907 w 6292079"/>
              <a:gd name="connsiteY43" fmla="*/ 3846813 h 6858000"/>
              <a:gd name="connsiteX44" fmla="*/ 75836 w 6292079"/>
              <a:gd name="connsiteY44" fmla="*/ 3715292 h 6858000"/>
              <a:gd name="connsiteX45" fmla="*/ 86775 w 6292079"/>
              <a:gd name="connsiteY45" fmla="*/ 3529044 h 6858000"/>
              <a:gd name="connsiteX46" fmla="*/ 93628 w 6292079"/>
              <a:gd name="connsiteY46" fmla="*/ 3521593 h 6858000"/>
              <a:gd name="connsiteX47" fmla="*/ 95551 w 6292079"/>
              <a:gd name="connsiteY47" fmla="*/ 3456775 h 6858000"/>
              <a:gd name="connsiteX48" fmla="*/ 58296 w 6292079"/>
              <a:gd name="connsiteY48" fmla="*/ 3224475 h 6858000"/>
              <a:gd name="connsiteX49" fmla="*/ 63270 w 6292079"/>
              <a:gd name="connsiteY49" fmla="*/ 3097947 h 6858000"/>
              <a:gd name="connsiteX50" fmla="*/ 72130 w 6292079"/>
              <a:gd name="connsiteY50" fmla="*/ 3053885 h 6858000"/>
              <a:gd name="connsiteX51" fmla="*/ 86532 w 6292079"/>
              <a:gd name="connsiteY51" fmla="*/ 2980007 h 6858000"/>
              <a:gd name="connsiteX52" fmla="*/ 111003 w 6292079"/>
              <a:gd name="connsiteY52" fmla="*/ 2914025 h 6858000"/>
              <a:gd name="connsiteX53" fmla="*/ 98482 w 6292079"/>
              <a:gd name="connsiteY53" fmla="*/ 2847042 h 6858000"/>
              <a:gd name="connsiteX54" fmla="*/ 97880 w 6292079"/>
              <a:gd name="connsiteY54" fmla="*/ 2789385 h 6858000"/>
              <a:gd name="connsiteX55" fmla="*/ 104654 w 6292079"/>
              <a:gd name="connsiteY55" fmla="*/ 2785130 h 6858000"/>
              <a:gd name="connsiteX56" fmla="*/ 105266 w 6292079"/>
              <a:gd name="connsiteY56" fmla="*/ 2777753 h 6858000"/>
              <a:gd name="connsiteX57" fmla="*/ 167835 w 6292079"/>
              <a:gd name="connsiteY57" fmla="*/ 2669363 h 6858000"/>
              <a:gd name="connsiteX58" fmla="*/ 202206 w 6292079"/>
              <a:gd name="connsiteY58" fmla="*/ 2562841 h 6858000"/>
              <a:gd name="connsiteX59" fmla="*/ 213902 w 6292079"/>
              <a:gd name="connsiteY59" fmla="*/ 2508449 h 6858000"/>
              <a:gd name="connsiteX60" fmla="*/ 233809 w 6292079"/>
              <a:gd name="connsiteY60" fmla="*/ 2449158 h 6858000"/>
              <a:gd name="connsiteX61" fmla="*/ 237400 w 6292079"/>
              <a:gd name="connsiteY61" fmla="*/ 2386081 h 6858000"/>
              <a:gd name="connsiteX62" fmla="*/ 235660 w 6292079"/>
              <a:gd name="connsiteY62" fmla="*/ 2226872 h 6858000"/>
              <a:gd name="connsiteX63" fmla="*/ 250116 w 6292079"/>
              <a:gd name="connsiteY63" fmla="*/ 2186312 h 6858000"/>
              <a:gd name="connsiteX64" fmla="*/ 285163 w 6292079"/>
              <a:gd name="connsiteY64" fmla="*/ 2054201 h 6858000"/>
              <a:gd name="connsiteX65" fmla="*/ 297869 w 6292079"/>
              <a:gd name="connsiteY65" fmla="*/ 2009411 h 6858000"/>
              <a:gd name="connsiteX66" fmla="*/ 339406 w 6292079"/>
              <a:gd name="connsiteY66" fmla="*/ 1985345 h 6858000"/>
              <a:gd name="connsiteX67" fmla="*/ 380873 w 6292079"/>
              <a:gd name="connsiteY67" fmla="*/ 1908912 h 6858000"/>
              <a:gd name="connsiteX68" fmla="*/ 399636 w 6292079"/>
              <a:gd name="connsiteY68" fmla="*/ 1815242 h 6858000"/>
              <a:gd name="connsiteX69" fmla="*/ 374372 w 6292079"/>
              <a:gd name="connsiteY69" fmla="*/ 1616165 h 6858000"/>
              <a:gd name="connsiteX70" fmla="*/ 392730 w 6292079"/>
              <a:gd name="connsiteY70" fmla="*/ 1566131 h 6858000"/>
              <a:gd name="connsiteX71" fmla="*/ 372639 w 6292079"/>
              <a:gd name="connsiteY71" fmla="*/ 1478507 h 6858000"/>
              <a:gd name="connsiteX72" fmla="*/ 401555 w 6292079"/>
              <a:gd name="connsiteY72" fmla="*/ 1428806 h 6858000"/>
              <a:gd name="connsiteX73" fmla="*/ 410243 w 6292079"/>
              <a:gd name="connsiteY73" fmla="*/ 1415134 h 6858000"/>
              <a:gd name="connsiteX74" fmla="*/ 411524 w 6292079"/>
              <a:gd name="connsiteY74" fmla="*/ 1406469 h 6858000"/>
              <a:gd name="connsiteX75" fmla="*/ 408887 w 6292079"/>
              <a:gd name="connsiteY75" fmla="*/ 1392331 h 6858000"/>
              <a:gd name="connsiteX76" fmla="*/ 414309 w 6292079"/>
              <a:gd name="connsiteY76" fmla="*/ 1387628 h 6858000"/>
              <a:gd name="connsiteX77" fmla="*/ 415362 w 6292079"/>
              <a:gd name="connsiteY77" fmla="*/ 1380497 h 6858000"/>
              <a:gd name="connsiteX78" fmla="*/ 421850 w 6292079"/>
              <a:gd name="connsiteY78" fmla="*/ 1331725 h 6858000"/>
              <a:gd name="connsiteX79" fmla="*/ 417310 w 6292079"/>
              <a:gd name="connsiteY79" fmla="*/ 1256042 h 6858000"/>
              <a:gd name="connsiteX80" fmla="*/ 415023 w 6292079"/>
              <a:gd name="connsiteY80" fmla="*/ 1150134 h 6858000"/>
              <a:gd name="connsiteX81" fmla="*/ 406174 w 6292079"/>
              <a:gd name="connsiteY81" fmla="*/ 1005645 h 6858000"/>
              <a:gd name="connsiteX82" fmla="*/ 431864 w 6292079"/>
              <a:gd name="connsiteY82" fmla="*/ 899691 h 6858000"/>
              <a:gd name="connsiteX83" fmla="*/ 462617 w 6292079"/>
              <a:gd name="connsiteY83" fmla="*/ 689088 h 6858000"/>
              <a:gd name="connsiteX84" fmla="*/ 510810 w 6292079"/>
              <a:gd name="connsiteY84" fmla="*/ 526328 h 6858000"/>
              <a:gd name="connsiteX85" fmla="*/ 542477 w 6292079"/>
              <a:gd name="connsiteY85" fmla="*/ 433873 h 6858000"/>
              <a:gd name="connsiteX86" fmla="*/ 549936 w 6292079"/>
              <a:gd name="connsiteY86" fmla="*/ 301688 h 6858000"/>
              <a:gd name="connsiteX87" fmla="*/ 554757 w 6292079"/>
              <a:gd name="connsiteY87" fmla="*/ 279945 h 6858000"/>
              <a:gd name="connsiteX88" fmla="*/ 550124 w 6292079"/>
              <a:gd name="connsiteY88" fmla="*/ 248508 h 6858000"/>
              <a:gd name="connsiteX89" fmla="*/ 530424 w 6292079"/>
              <a:gd name="connsiteY89" fmla="*/ 122373 h 6858000"/>
              <a:gd name="connsiteX90" fmla="*/ 504802 w 6292079"/>
              <a:gd name="connsiteY90" fmla="*/ 218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292079" h="6858000">
                <a:moveTo>
                  <a:pt x="509785" y="0"/>
                </a:moveTo>
                <a:lnTo>
                  <a:pt x="4089208" y="0"/>
                </a:lnTo>
                <a:lnTo>
                  <a:pt x="4500513" y="0"/>
                </a:lnTo>
                <a:lnTo>
                  <a:pt x="4642260" y="0"/>
                </a:lnTo>
                <a:lnTo>
                  <a:pt x="6127274" y="0"/>
                </a:lnTo>
                <a:lnTo>
                  <a:pt x="6292079" y="0"/>
                </a:lnTo>
                <a:lnTo>
                  <a:pt x="6292079" y="6858000"/>
                </a:lnTo>
                <a:lnTo>
                  <a:pt x="6127274" y="6858000"/>
                </a:lnTo>
                <a:lnTo>
                  <a:pt x="4642260" y="6858000"/>
                </a:lnTo>
                <a:lnTo>
                  <a:pt x="4500513" y="6858000"/>
                </a:lnTo>
                <a:lnTo>
                  <a:pt x="4089208" y="6858000"/>
                </a:lnTo>
                <a:lnTo>
                  <a:pt x="435967" y="6858000"/>
                </a:lnTo>
                <a:lnTo>
                  <a:pt x="439099" y="6835478"/>
                </a:lnTo>
                <a:cubicBezTo>
                  <a:pt x="443053" y="6807961"/>
                  <a:pt x="446597" y="6775838"/>
                  <a:pt x="443695" y="6725985"/>
                </a:cubicBezTo>
                <a:cubicBezTo>
                  <a:pt x="406361" y="6709462"/>
                  <a:pt x="444551" y="6685701"/>
                  <a:pt x="428041" y="6661430"/>
                </a:cubicBezTo>
                <a:cubicBezTo>
                  <a:pt x="415709" y="6603739"/>
                  <a:pt x="402107" y="6561674"/>
                  <a:pt x="376884" y="6504597"/>
                </a:cubicBezTo>
                <a:cubicBezTo>
                  <a:pt x="304684" y="6477597"/>
                  <a:pt x="338577" y="6353549"/>
                  <a:pt x="269239" y="6290076"/>
                </a:cubicBezTo>
                <a:cubicBezTo>
                  <a:pt x="241348" y="6225029"/>
                  <a:pt x="266460" y="6201087"/>
                  <a:pt x="219811" y="6127001"/>
                </a:cubicBezTo>
                <a:cubicBezTo>
                  <a:pt x="241964" y="6106503"/>
                  <a:pt x="210775" y="6088480"/>
                  <a:pt x="205094" y="6073766"/>
                </a:cubicBezTo>
                <a:cubicBezTo>
                  <a:pt x="195202" y="6057134"/>
                  <a:pt x="163788" y="6050649"/>
                  <a:pt x="150183" y="6014538"/>
                </a:cubicBezTo>
                <a:cubicBezTo>
                  <a:pt x="131236" y="5955076"/>
                  <a:pt x="160082" y="5847195"/>
                  <a:pt x="117093" y="5729681"/>
                </a:cubicBezTo>
                <a:cubicBezTo>
                  <a:pt x="106713" y="5695413"/>
                  <a:pt x="63130" y="5649897"/>
                  <a:pt x="46363" y="5613732"/>
                </a:cubicBezTo>
                <a:lnTo>
                  <a:pt x="29717" y="5572630"/>
                </a:lnTo>
                <a:lnTo>
                  <a:pt x="32614" y="5564839"/>
                </a:lnTo>
                <a:lnTo>
                  <a:pt x="34209" y="5564057"/>
                </a:lnTo>
                <a:lnTo>
                  <a:pt x="17311" y="5442591"/>
                </a:lnTo>
                <a:cubicBezTo>
                  <a:pt x="14639" y="5436675"/>
                  <a:pt x="13713" y="5428633"/>
                  <a:pt x="16750" y="5415829"/>
                </a:cubicBezTo>
                <a:lnTo>
                  <a:pt x="18217" y="5412980"/>
                </a:lnTo>
                <a:lnTo>
                  <a:pt x="12055" y="5390064"/>
                </a:lnTo>
                <a:cubicBezTo>
                  <a:pt x="9079" y="5382538"/>
                  <a:pt x="5182" y="5375682"/>
                  <a:pt x="0" y="5369830"/>
                </a:cubicBezTo>
                <a:cubicBezTo>
                  <a:pt x="31894" y="5299689"/>
                  <a:pt x="23872" y="5225525"/>
                  <a:pt x="32211" y="5145466"/>
                </a:cubicBezTo>
                <a:cubicBezTo>
                  <a:pt x="34746" y="5048037"/>
                  <a:pt x="41698" y="4890019"/>
                  <a:pt x="40891" y="4778922"/>
                </a:cubicBezTo>
                <a:cubicBezTo>
                  <a:pt x="9869" y="4689468"/>
                  <a:pt x="28501" y="4651846"/>
                  <a:pt x="16777" y="4554239"/>
                </a:cubicBezTo>
                <a:cubicBezTo>
                  <a:pt x="56871" y="4507954"/>
                  <a:pt x="15779" y="4455514"/>
                  <a:pt x="25115" y="4402702"/>
                </a:cubicBezTo>
                <a:cubicBezTo>
                  <a:pt x="-10420" y="4412229"/>
                  <a:pt x="47425" y="4340221"/>
                  <a:pt x="8134" y="4331397"/>
                </a:cubicBezTo>
                <a:lnTo>
                  <a:pt x="21852" y="4299998"/>
                </a:lnTo>
                <a:lnTo>
                  <a:pt x="24178" y="4280659"/>
                </a:lnTo>
                <a:lnTo>
                  <a:pt x="33357" y="4276475"/>
                </a:lnTo>
                <a:lnTo>
                  <a:pt x="42965" y="4248279"/>
                </a:lnTo>
                <a:cubicBezTo>
                  <a:pt x="45246" y="4237522"/>
                  <a:pt x="46159" y="4225720"/>
                  <a:pt x="44865" y="4212329"/>
                </a:cubicBezTo>
                <a:cubicBezTo>
                  <a:pt x="25826" y="4166207"/>
                  <a:pt x="69917" y="4097341"/>
                  <a:pt x="44366" y="4040266"/>
                </a:cubicBezTo>
                <a:cubicBezTo>
                  <a:pt x="38101" y="4019019"/>
                  <a:pt x="37876" y="3951695"/>
                  <a:pt x="49504" y="3938016"/>
                </a:cubicBezTo>
                <a:cubicBezTo>
                  <a:pt x="51863" y="3923784"/>
                  <a:pt x="47442" y="3907760"/>
                  <a:pt x="59997" y="3900263"/>
                </a:cubicBezTo>
                <a:cubicBezTo>
                  <a:pt x="75066" y="3888337"/>
                  <a:pt x="50846" y="3841280"/>
                  <a:pt x="68907" y="3846813"/>
                </a:cubicBezTo>
                <a:cubicBezTo>
                  <a:pt x="52296" y="3813347"/>
                  <a:pt x="68378" y="3745138"/>
                  <a:pt x="75836" y="3715292"/>
                </a:cubicBezTo>
                <a:cubicBezTo>
                  <a:pt x="78813" y="3662330"/>
                  <a:pt x="86378" y="3567665"/>
                  <a:pt x="86775" y="3529044"/>
                </a:cubicBezTo>
                <a:cubicBezTo>
                  <a:pt x="89267" y="3527082"/>
                  <a:pt x="91576" y="3524572"/>
                  <a:pt x="93628" y="3521593"/>
                </a:cubicBezTo>
                <a:cubicBezTo>
                  <a:pt x="105546" y="3504295"/>
                  <a:pt x="106408" y="3475272"/>
                  <a:pt x="95551" y="3456775"/>
                </a:cubicBezTo>
                <a:cubicBezTo>
                  <a:pt x="61828" y="3371150"/>
                  <a:pt x="64401" y="3295875"/>
                  <a:pt x="58296" y="3224475"/>
                </a:cubicBezTo>
                <a:cubicBezTo>
                  <a:pt x="55319" y="3144058"/>
                  <a:pt x="94983" y="3200876"/>
                  <a:pt x="63270" y="3097947"/>
                </a:cubicBezTo>
                <a:cubicBezTo>
                  <a:pt x="77539" y="3088512"/>
                  <a:pt x="78452" y="3075895"/>
                  <a:pt x="72130" y="3053885"/>
                </a:cubicBezTo>
                <a:cubicBezTo>
                  <a:pt x="71735" y="3014911"/>
                  <a:pt x="107041" y="3021320"/>
                  <a:pt x="86532" y="2980007"/>
                </a:cubicBezTo>
                <a:lnTo>
                  <a:pt x="111003" y="2914025"/>
                </a:lnTo>
                <a:cubicBezTo>
                  <a:pt x="105238" y="2917158"/>
                  <a:pt x="98864" y="2862805"/>
                  <a:pt x="98482" y="2847042"/>
                </a:cubicBezTo>
                <a:cubicBezTo>
                  <a:pt x="100672" y="2813890"/>
                  <a:pt x="74268" y="2807204"/>
                  <a:pt x="97880" y="2789385"/>
                </a:cubicBezTo>
                <a:lnTo>
                  <a:pt x="104654" y="2785130"/>
                </a:lnTo>
                <a:cubicBezTo>
                  <a:pt x="104858" y="2782671"/>
                  <a:pt x="105062" y="2780212"/>
                  <a:pt x="105266" y="2777753"/>
                </a:cubicBezTo>
                <a:cubicBezTo>
                  <a:pt x="106158" y="2754272"/>
                  <a:pt x="151678" y="2705182"/>
                  <a:pt x="167835" y="2669363"/>
                </a:cubicBezTo>
                <a:lnTo>
                  <a:pt x="202206" y="2562841"/>
                </a:lnTo>
                <a:lnTo>
                  <a:pt x="213902" y="2508449"/>
                </a:lnTo>
                <a:lnTo>
                  <a:pt x="233809" y="2449158"/>
                </a:lnTo>
                <a:cubicBezTo>
                  <a:pt x="251664" y="2436763"/>
                  <a:pt x="229153" y="2410096"/>
                  <a:pt x="237400" y="2386081"/>
                </a:cubicBezTo>
                <a:cubicBezTo>
                  <a:pt x="227267" y="2347359"/>
                  <a:pt x="241573" y="2261841"/>
                  <a:pt x="235660" y="2226872"/>
                </a:cubicBezTo>
                <a:cubicBezTo>
                  <a:pt x="251820" y="2220679"/>
                  <a:pt x="261258" y="2210661"/>
                  <a:pt x="250116" y="2186312"/>
                </a:cubicBezTo>
                <a:lnTo>
                  <a:pt x="285163" y="2054201"/>
                </a:lnTo>
                <a:cubicBezTo>
                  <a:pt x="307497" y="2045213"/>
                  <a:pt x="272623" y="2017046"/>
                  <a:pt x="297869" y="2009411"/>
                </a:cubicBezTo>
                <a:cubicBezTo>
                  <a:pt x="320898" y="2035913"/>
                  <a:pt x="315992" y="1967554"/>
                  <a:pt x="339406" y="1985345"/>
                </a:cubicBezTo>
                <a:cubicBezTo>
                  <a:pt x="353240" y="1968595"/>
                  <a:pt x="370836" y="1937261"/>
                  <a:pt x="380873" y="1908912"/>
                </a:cubicBezTo>
                <a:cubicBezTo>
                  <a:pt x="350104" y="1811824"/>
                  <a:pt x="395613" y="1878362"/>
                  <a:pt x="399636" y="1815242"/>
                </a:cubicBezTo>
                <a:cubicBezTo>
                  <a:pt x="398754" y="1757178"/>
                  <a:pt x="409420" y="1701224"/>
                  <a:pt x="374372" y="1616165"/>
                </a:cubicBezTo>
                <a:cubicBezTo>
                  <a:pt x="373220" y="1574646"/>
                  <a:pt x="393018" y="1589074"/>
                  <a:pt x="392730" y="1566131"/>
                </a:cubicBezTo>
                <a:cubicBezTo>
                  <a:pt x="365412" y="1510101"/>
                  <a:pt x="394197" y="1511406"/>
                  <a:pt x="372639" y="1478507"/>
                </a:cubicBezTo>
                <a:cubicBezTo>
                  <a:pt x="377761" y="1454951"/>
                  <a:pt x="391457" y="1440777"/>
                  <a:pt x="401555" y="1428806"/>
                </a:cubicBezTo>
                <a:lnTo>
                  <a:pt x="410243" y="1415134"/>
                </a:lnTo>
                <a:lnTo>
                  <a:pt x="411524" y="1406469"/>
                </a:lnTo>
                <a:lnTo>
                  <a:pt x="408887" y="1392331"/>
                </a:lnTo>
                <a:lnTo>
                  <a:pt x="414309" y="1387628"/>
                </a:lnTo>
                <a:lnTo>
                  <a:pt x="415362" y="1380497"/>
                </a:lnTo>
                <a:cubicBezTo>
                  <a:pt x="418872" y="1361702"/>
                  <a:pt x="422095" y="1344022"/>
                  <a:pt x="421850" y="1331725"/>
                </a:cubicBezTo>
                <a:cubicBezTo>
                  <a:pt x="433626" y="1321844"/>
                  <a:pt x="424854" y="1278095"/>
                  <a:pt x="417310" y="1256042"/>
                </a:cubicBezTo>
                <a:cubicBezTo>
                  <a:pt x="413501" y="1216720"/>
                  <a:pt x="436826" y="1191313"/>
                  <a:pt x="415023" y="1150134"/>
                </a:cubicBezTo>
                <a:cubicBezTo>
                  <a:pt x="409434" y="1105134"/>
                  <a:pt x="413370" y="1057259"/>
                  <a:pt x="406174" y="1005645"/>
                </a:cubicBezTo>
                <a:cubicBezTo>
                  <a:pt x="395775" y="973629"/>
                  <a:pt x="433727" y="963997"/>
                  <a:pt x="431864" y="899691"/>
                </a:cubicBezTo>
                <a:cubicBezTo>
                  <a:pt x="435076" y="846170"/>
                  <a:pt x="459107" y="752452"/>
                  <a:pt x="462617" y="689088"/>
                </a:cubicBezTo>
                <a:cubicBezTo>
                  <a:pt x="447384" y="623113"/>
                  <a:pt x="508572" y="589979"/>
                  <a:pt x="510810" y="526328"/>
                </a:cubicBezTo>
                <a:cubicBezTo>
                  <a:pt x="481634" y="460515"/>
                  <a:pt x="546528" y="487988"/>
                  <a:pt x="542477" y="433873"/>
                </a:cubicBezTo>
                <a:cubicBezTo>
                  <a:pt x="514702" y="343844"/>
                  <a:pt x="563781" y="437996"/>
                  <a:pt x="549936" y="301688"/>
                </a:cubicBezTo>
                <a:cubicBezTo>
                  <a:pt x="545577" y="293639"/>
                  <a:pt x="549120" y="277645"/>
                  <a:pt x="554757" y="279945"/>
                </a:cubicBezTo>
                <a:cubicBezTo>
                  <a:pt x="552714" y="271180"/>
                  <a:pt x="541267" y="249562"/>
                  <a:pt x="550124" y="248508"/>
                </a:cubicBezTo>
                <a:cubicBezTo>
                  <a:pt x="549604" y="205525"/>
                  <a:pt x="542818" y="162084"/>
                  <a:pt x="530424" y="122373"/>
                </a:cubicBezTo>
                <a:cubicBezTo>
                  <a:pt x="542727" y="41074"/>
                  <a:pt x="502709" y="81459"/>
                  <a:pt x="504802" y="21894"/>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3" name="Content Placeholder 2">
            <a:extLst>
              <a:ext uri="{FF2B5EF4-FFF2-40B4-BE49-F238E27FC236}">
                <a16:creationId xmlns:a16="http://schemas.microsoft.com/office/drawing/2014/main" id="{8493FF87-AD6D-7C91-A98E-C02F09F2EE42}"/>
              </a:ext>
            </a:extLst>
          </p:cNvPr>
          <p:cNvSpPr>
            <a:spLocks noGrp="1"/>
          </p:cNvSpPr>
          <p:nvPr>
            <p:ph idx="1"/>
          </p:nvPr>
        </p:nvSpPr>
        <p:spPr>
          <a:xfrm>
            <a:off x="7034256" y="603624"/>
            <a:ext cx="4266089" cy="5650754"/>
          </a:xfrm>
        </p:spPr>
        <p:txBody>
          <a:bodyPr vert="horz" lIns="91440" tIns="45720" rIns="91440" bIns="45720" rtlCol="0" anchor="ctr">
            <a:normAutofit/>
          </a:bodyPr>
          <a:lstStyle/>
          <a:p>
            <a:r>
              <a:rPr lang="en-GB">
                <a:ea typeface="Batang"/>
              </a:rPr>
              <a:t>The Gondwana Rainforest forces many threats. The threats of increasing climate change and high levels of visitation, pests, wildfires, deforestation, decrease of species and plants all impact the Gondwana rainforest. </a:t>
            </a:r>
          </a:p>
        </p:txBody>
      </p:sp>
      <p:pic>
        <p:nvPicPr>
          <p:cNvPr id="4" name="Picture 4">
            <a:extLst>
              <a:ext uri="{FF2B5EF4-FFF2-40B4-BE49-F238E27FC236}">
                <a16:creationId xmlns:a16="http://schemas.microsoft.com/office/drawing/2014/main" id="{C262DE2B-49F2-FDEF-FC1B-05BF09DAD4BA}"/>
              </a:ext>
            </a:extLst>
          </p:cNvPr>
          <p:cNvPicPr>
            <a:picLocks noChangeAspect="1"/>
          </p:cNvPicPr>
          <p:nvPr/>
        </p:nvPicPr>
        <p:blipFill>
          <a:blip r:embed="rId2"/>
          <a:stretch>
            <a:fillRect/>
          </a:stretch>
        </p:blipFill>
        <p:spPr>
          <a:xfrm>
            <a:off x="1233720" y="3297940"/>
            <a:ext cx="3919549" cy="2608281"/>
          </a:xfrm>
          <a:prstGeom prst="rect">
            <a:avLst/>
          </a:prstGeom>
        </p:spPr>
      </p:pic>
    </p:spTree>
    <p:extLst>
      <p:ext uri="{BB962C8B-B14F-4D97-AF65-F5344CB8AC3E}">
        <p14:creationId xmlns:p14="http://schemas.microsoft.com/office/powerpoint/2010/main" val="17774322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CBA58E7-9A9C-4C81-A025-88F5595B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0" name="Freeform: Shape 19">
            <a:extLst>
              <a:ext uri="{FF2B5EF4-FFF2-40B4-BE49-F238E27FC236}">
                <a16:creationId xmlns:a16="http://schemas.microsoft.com/office/drawing/2014/main" id="{BAD1FD00-072F-41B1-A5C3-D9E51FFF2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768629" cy="1978172"/>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560151 w 10768629"/>
              <a:gd name="connsiteY167" fmla="*/ 1963609 h 1978172"/>
              <a:gd name="connsiteX168" fmla="*/ 2367221 w 10768629"/>
              <a:gd name="connsiteY168" fmla="*/ 1971884 h 1978172"/>
              <a:gd name="connsiteX169" fmla="*/ 2272130 w 10768629"/>
              <a:gd name="connsiteY169" fmla="*/ 1961162 h 1978172"/>
              <a:gd name="connsiteX170" fmla="*/ 2189404 w 10768629"/>
              <a:gd name="connsiteY170" fmla="*/ 1978172 h 1978172"/>
              <a:gd name="connsiteX171" fmla="*/ 2077704 w 10768629"/>
              <a:gd name="connsiteY171" fmla="*/ 1965002 h 1978172"/>
              <a:gd name="connsiteX172" fmla="*/ 1967996 w 10768629"/>
              <a:gd name="connsiteY172" fmla="*/ 1953187 h 1978172"/>
              <a:gd name="connsiteX173" fmla="*/ 1855805 w 10768629"/>
              <a:gd name="connsiteY173" fmla="*/ 1926082 h 1978172"/>
              <a:gd name="connsiteX174" fmla="*/ 1790957 w 10768629"/>
              <a:gd name="connsiteY174" fmla="*/ 1919460 h 1978172"/>
              <a:gd name="connsiteX175" fmla="*/ 1613978 w 10768629"/>
              <a:gd name="connsiteY175" fmla="*/ 1891581 h 1978172"/>
              <a:gd name="connsiteX176" fmla="*/ 1436831 w 10768629"/>
              <a:gd name="connsiteY176" fmla="*/ 1856201 h 1978172"/>
              <a:gd name="connsiteX177" fmla="*/ 1332568 w 10768629"/>
              <a:gd name="connsiteY177" fmla="*/ 1793149 h 1978172"/>
              <a:gd name="connsiteX178" fmla="*/ 1186881 w 10768629"/>
              <a:gd name="connsiteY178" fmla="*/ 1768613 h 1978172"/>
              <a:gd name="connsiteX179" fmla="*/ 1162595 w 10768629"/>
              <a:gd name="connsiteY179" fmla="*/ 1758337 h 1978172"/>
              <a:gd name="connsiteX180" fmla="*/ 1128523 w 10768629"/>
              <a:gd name="connsiteY180" fmla="*/ 1763621 h 1978172"/>
              <a:gd name="connsiteX181" fmla="*/ 991903 w 10768629"/>
              <a:gd name="connsiteY181" fmla="*/ 1786741 h 1978172"/>
              <a:gd name="connsiteX182" fmla="*/ 883960 w 10768629"/>
              <a:gd name="connsiteY182" fmla="*/ 1822386 h 1978172"/>
              <a:gd name="connsiteX183" fmla="*/ 766531 w 10768629"/>
              <a:gd name="connsiteY183" fmla="*/ 1805053 h 1978172"/>
              <a:gd name="connsiteX184" fmla="*/ 669779 w 10768629"/>
              <a:gd name="connsiteY184" fmla="*/ 1800537 h 1978172"/>
              <a:gd name="connsiteX185" fmla="*/ 523898 w 10768629"/>
              <a:gd name="connsiteY185" fmla="*/ 1811085 h 1978172"/>
              <a:gd name="connsiteX186" fmla="*/ 360251 w 10768629"/>
              <a:gd name="connsiteY186" fmla="*/ 1830735 h 1978172"/>
              <a:gd name="connsiteX187" fmla="*/ 255207 w 10768629"/>
              <a:gd name="connsiteY187" fmla="*/ 1818275 h 1978172"/>
              <a:gd name="connsiteX188" fmla="*/ 101803 w 10768629"/>
              <a:gd name="connsiteY188" fmla="*/ 1870647 h 1978172"/>
              <a:gd name="connsiteX189" fmla="*/ 25397 w 10768629"/>
              <a:gd name="connsiteY189" fmla="*/ 1888443 h 1978172"/>
              <a:gd name="connsiteX190" fmla="*/ 2370 w 10768629"/>
              <a:gd name="connsiteY190" fmla="*/ 1878311 h 1978172"/>
              <a:gd name="connsiteX191" fmla="*/ 0 w 10768629"/>
              <a:gd name="connsiteY191" fmla="*/ 1878785 h 1978172"/>
              <a:gd name="connsiteX192" fmla="*/ 0 w 10768629"/>
              <a:gd name="connsiteY192"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31503 w 10768629"/>
              <a:gd name="connsiteY166" fmla="*/ 1931749 h 1978172"/>
              <a:gd name="connsiteX167" fmla="*/ 2560151 w 10768629"/>
              <a:gd name="connsiteY167" fmla="*/ 1963609 h 1978172"/>
              <a:gd name="connsiteX168" fmla="*/ 2367221 w 10768629"/>
              <a:gd name="connsiteY168" fmla="*/ 1971884 h 1978172"/>
              <a:gd name="connsiteX169" fmla="*/ 2272130 w 10768629"/>
              <a:gd name="connsiteY169" fmla="*/ 1961162 h 1978172"/>
              <a:gd name="connsiteX170" fmla="*/ 2189404 w 10768629"/>
              <a:gd name="connsiteY170" fmla="*/ 1978172 h 1978172"/>
              <a:gd name="connsiteX171" fmla="*/ 2077704 w 10768629"/>
              <a:gd name="connsiteY171" fmla="*/ 1965002 h 1978172"/>
              <a:gd name="connsiteX172" fmla="*/ 1967996 w 10768629"/>
              <a:gd name="connsiteY172" fmla="*/ 1953187 h 1978172"/>
              <a:gd name="connsiteX173" fmla="*/ 1855805 w 10768629"/>
              <a:gd name="connsiteY173" fmla="*/ 1926082 h 1978172"/>
              <a:gd name="connsiteX174" fmla="*/ 1790957 w 10768629"/>
              <a:gd name="connsiteY174" fmla="*/ 1919460 h 1978172"/>
              <a:gd name="connsiteX175" fmla="*/ 1613978 w 10768629"/>
              <a:gd name="connsiteY175" fmla="*/ 1891581 h 1978172"/>
              <a:gd name="connsiteX176" fmla="*/ 1436831 w 10768629"/>
              <a:gd name="connsiteY176" fmla="*/ 1856201 h 1978172"/>
              <a:gd name="connsiteX177" fmla="*/ 1332568 w 10768629"/>
              <a:gd name="connsiteY177" fmla="*/ 1793149 h 1978172"/>
              <a:gd name="connsiteX178" fmla="*/ 1186881 w 10768629"/>
              <a:gd name="connsiteY178" fmla="*/ 1768613 h 1978172"/>
              <a:gd name="connsiteX179" fmla="*/ 1162595 w 10768629"/>
              <a:gd name="connsiteY179" fmla="*/ 1758337 h 1978172"/>
              <a:gd name="connsiteX180" fmla="*/ 1128523 w 10768629"/>
              <a:gd name="connsiteY180" fmla="*/ 1763621 h 1978172"/>
              <a:gd name="connsiteX181" fmla="*/ 991903 w 10768629"/>
              <a:gd name="connsiteY181" fmla="*/ 1786741 h 1978172"/>
              <a:gd name="connsiteX182" fmla="*/ 883960 w 10768629"/>
              <a:gd name="connsiteY182" fmla="*/ 1822386 h 1978172"/>
              <a:gd name="connsiteX183" fmla="*/ 766531 w 10768629"/>
              <a:gd name="connsiteY183" fmla="*/ 1805053 h 1978172"/>
              <a:gd name="connsiteX184" fmla="*/ 669779 w 10768629"/>
              <a:gd name="connsiteY184" fmla="*/ 1800537 h 1978172"/>
              <a:gd name="connsiteX185" fmla="*/ 523898 w 10768629"/>
              <a:gd name="connsiteY185" fmla="*/ 1811085 h 1978172"/>
              <a:gd name="connsiteX186" fmla="*/ 360251 w 10768629"/>
              <a:gd name="connsiteY186" fmla="*/ 1830735 h 1978172"/>
              <a:gd name="connsiteX187" fmla="*/ 255207 w 10768629"/>
              <a:gd name="connsiteY187" fmla="*/ 1818275 h 1978172"/>
              <a:gd name="connsiteX188" fmla="*/ 101803 w 10768629"/>
              <a:gd name="connsiteY188" fmla="*/ 1870647 h 1978172"/>
              <a:gd name="connsiteX189" fmla="*/ 25397 w 10768629"/>
              <a:gd name="connsiteY189" fmla="*/ 1888443 h 1978172"/>
              <a:gd name="connsiteX190" fmla="*/ 2370 w 10768629"/>
              <a:gd name="connsiteY190" fmla="*/ 1878311 h 1978172"/>
              <a:gd name="connsiteX191" fmla="*/ 0 w 10768629"/>
              <a:gd name="connsiteY191" fmla="*/ 1878785 h 1978172"/>
              <a:gd name="connsiteX192" fmla="*/ 0 w 10768629"/>
              <a:gd name="connsiteY192"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91363 w 10768629"/>
              <a:gd name="connsiteY163" fmla="*/ 1929171 h 1978172"/>
              <a:gd name="connsiteX164" fmla="*/ 3038835 w 10768629"/>
              <a:gd name="connsiteY164" fmla="*/ 1920210 h 1978172"/>
              <a:gd name="connsiteX165" fmla="*/ 2897201 w 10768629"/>
              <a:gd name="connsiteY165" fmla="*/ 1926772 h 1978172"/>
              <a:gd name="connsiteX166" fmla="*/ 2731503 w 10768629"/>
              <a:gd name="connsiteY166" fmla="*/ 1931749 h 1978172"/>
              <a:gd name="connsiteX167" fmla="*/ 2560151 w 10768629"/>
              <a:gd name="connsiteY167" fmla="*/ 1963609 h 1978172"/>
              <a:gd name="connsiteX168" fmla="*/ 2367221 w 10768629"/>
              <a:gd name="connsiteY168" fmla="*/ 1971884 h 1978172"/>
              <a:gd name="connsiteX169" fmla="*/ 2272130 w 10768629"/>
              <a:gd name="connsiteY169" fmla="*/ 1961162 h 1978172"/>
              <a:gd name="connsiteX170" fmla="*/ 2189404 w 10768629"/>
              <a:gd name="connsiteY170" fmla="*/ 1978172 h 1978172"/>
              <a:gd name="connsiteX171" fmla="*/ 2077704 w 10768629"/>
              <a:gd name="connsiteY171" fmla="*/ 1965002 h 1978172"/>
              <a:gd name="connsiteX172" fmla="*/ 1967996 w 10768629"/>
              <a:gd name="connsiteY172" fmla="*/ 1953187 h 1978172"/>
              <a:gd name="connsiteX173" fmla="*/ 1855805 w 10768629"/>
              <a:gd name="connsiteY173" fmla="*/ 1926082 h 1978172"/>
              <a:gd name="connsiteX174" fmla="*/ 1790957 w 10768629"/>
              <a:gd name="connsiteY174" fmla="*/ 1919460 h 1978172"/>
              <a:gd name="connsiteX175" fmla="*/ 1613978 w 10768629"/>
              <a:gd name="connsiteY175" fmla="*/ 1891581 h 1978172"/>
              <a:gd name="connsiteX176" fmla="*/ 1436831 w 10768629"/>
              <a:gd name="connsiteY176" fmla="*/ 1856201 h 1978172"/>
              <a:gd name="connsiteX177" fmla="*/ 1332568 w 10768629"/>
              <a:gd name="connsiteY177" fmla="*/ 1793149 h 1978172"/>
              <a:gd name="connsiteX178" fmla="*/ 1186881 w 10768629"/>
              <a:gd name="connsiteY178" fmla="*/ 1768613 h 1978172"/>
              <a:gd name="connsiteX179" fmla="*/ 1162595 w 10768629"/>
              <a:gd name="connsiteY179" fmla="*/ 1758337 h 1978172"/>
              <a:gd name="connsiteX180" fmla="*/ 1128523 w 10768629"/>
              <a:gd name="connsiteY180" fmla="*/ 1763621 h 1978172"/>
              <a:gd name="connsiteX181" fmla="*/ 991903 w 10768629"/>
              <a:gd name="connsiteY181" fmla="*/ 1786741 h 1978172"/>
              <a:gd name="connsiteX182" fmla="*/ 883960 w 10768629"/>
              <a:gd name="connsiteY182" fmla="*/ 1822386 h 1978172"/>
              <a:gd name="connsiteX183" fmla="*/ 766531 w 10768629"/>
              <a:gd name="connsiteY183" fmla="*/ 1805053 h 1978172"/>
              <a:gd name="connsiteX184" fmla="*/ 669779 w 10768629"/>
              <a:gd name="connsiteY184" fmla="*/ 1800537 h 1978172"/>
              <a:gd name="connsiteX185" fmla="*/ 523898 w 10768629"/>
              <a:gd name="connsiteY185" fmla="*/ 1811085 h 1978172"/>
              <a:gd name="connsiteX186" fmla="*/ 360251 w 10768629"/>
              <a:gd name="connsiteY186" fmla="*/ 1830735 h 1978172"/>
              <a:gd name="connsiteX187" fmla="*/ 255207 w 10768629"/>
              <a:gd name="connsiteY187" fmla="*/ 1818275 h 1978172"/>
              <a:gd name="connsiteX188" fmla="*/ 101803 w 10768629"/>
              <a:gd name="connsiteY188" fmla="*/ 1870647 h 1978172"/>
              <a:gd name="connsiteX189" fmla="*/ 25397 w 10768629"/>
              <a:gd name="connsiteY189" fmla="*/ 1888443 h 1978172"/>
              <a:gd name="connsiteX190" fmla="*/ 2370 w 10768629"/>
              <a:gd name="connsiteY190" fmla="*/ 1878311 h 1978172"/>
              <a:gd name="connsiteX191" fmla="*/ 0 w 10768629"/>
              <a:gd name="connsiteY191" fmla="*/ 1878785 h 1978172"/>
              <a:gd name="connsiteX192" fmla="*/ 0 w 10768629"/>
              <a:gd name="connsiteY192"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28929 w 10768629"/>
              <a:gd name="connsiteY162" fmla="*/ 1938226 h 1978172"/>
              <a:gd name="connsiteX163" fmla="*/ 3091363 w 10768629"/>
              <a:gd name="connsiteY163" fmla="*/ 1929171 h 1978172"/>
              <a:gd name="connsiteX164" fmla="*/ 3038835 w 10768629"/>
              <a:gd name="connsiteY164" fmla="*/ 1920210 h 1978172"/>
              <a:gd name="connsiteX165" fmla="*/ 2897201 w 10768629"/>
              <a:gd name="connsiteY165" fmla="*/ 1926772 h 1978172"/>
              <a:gd name="connsiteX166" fmla="*/ 2731503 w 10768629"/>
              <a:gd name="connsiteY166" fmla="*/ 1931749 h 1978172"/>
              <a:gd name="connsiteX167" fmla="*/ 2560151 w 10768629"/>
              <a:gd name="connsiteY167" fmla="*/ 1963609 h 1978172"/>
              <a:gd name="connsiteX168" fmla="*/ 2367221 w 10768629"/>
              <a:gd name="connsiteY168" fmla="*/ 1971884 h 1978172"/>
              <a:gd name="connsiteX169" fmla="*/ 2272130 w 10768629"/>
              <a:gd name="connsiteY169" fmla="*/ 1961162 h 1978172"/>
              <a:gd name="connsiteX170" fmla="*/ 2189404 w 10768629"/>
              <a:gd name="connsiteY170" fmla="*/ 1978172 h 1978172"/>
              <a:gd name="connsiteX171" fmla="*/ 2077704 w 10768629"/>
              <a:gd name="connsiteY171" fmla="*/ 1965002 h 1978172"/>
              <a:gd name="connsiteX172" fmla="*/ 1967996 w 10768629"/>
              <a:gd name="connsiteY172" fmla="*/ 1953187 h 1978172"/>
              <a:gd name="connsiteX173" fmla="*/ 1855805 w 10768629"/>
              <a:gd name="connsiteY173" fmla="*/ 1926082 h 1978172"/>
              <a:gd name="connsiteX174" fmla="*/ 1790957 w 10768629"/>
              <a:gd name="connsiteY174" fmla="*/ 1919460 h 1978172"/>
              <a:gd name="connsiteX175" fmla="*/ 1613978 w 10768629"/>
              <a:gd name="connsiteY175" fmla="*/ 1891581 h 1978172"/>
              <a:gd name="connsiteX176" fmla="*/ 1436831 w 10768629"/>
              <a:gd name="connsiteY176" fmla="*/ 1856201 h 1978172"/>
              <a:gd name="connsiteX177" fmla="*/ 1332568 w 10768629"/>
              <a:gd name="connsiteY177" fmla="*/ 1793149 h 1978172"/>
              <a:gd name="connsiteX178" fmla="*/ 1186881 w 10768629"/>
              <a:gd name="connsiteY178" fmla="*/ 1768613 h 1978172"/>
              <a:gd name="connsiteX179" fmla="*/ 1162595 w 10768629"/>
              <a:gd name="connsiteY179" fmla="*/ 1758337 h 1978172"/>
              <a:gd name="connsiteX180" fmla="*/ 1128523 w 10768629"/>
              <a:gd name="connsiteY180" fmla="*/ 1763621 h 1978172"/>
              <a:gd name="connsiteX181" fmla="*/ 991903 w 10768629"/>
              <a:gd name="connsiteY181" fmla="*/ 1786741 h 1978172"/>
              <a:gd name="connsiteX182" fmla="*/ 883960 w 10768629"/>
              <a:gd name="connsiteY182" fmla="*/ 1822386 h 1978172"/>
              <a:gd name="connsiteX183" fmla="*/ 766531 w 10768629"/>
              <a:gd name="connsiteY183" fmla="*/ 1805053 h 1978172"/>
              <a:gd name="connsiteX184" fmla="*/ 669779 w 10768629"/>
              <a:gd name="connsiteY184" fmla="*/ 1800537 h 1978172"/>
              <a:gd name="connsiteX185" fmla="*/ 523898 w 10768629"/>
              <a:gd name="connsiteY185" fmla="*/ 1811085 h 1978172"/>
              <a:gd name="connsiteX186" fmla="*/ 360251 w 10768629"/>
              <a:gd name="connsiteY186" fmla="*/ 1830735 h 1978172"/>
              <a:gd name="connsiteX187" fmla="*/ 255207 w 10768629"/>
              <a:gd name="connsiteY187" fmla="*/ 1818275 h 1978172"/>
              <a:gd name="connsiteX188" fmla="*/ 101803 w 10768629"/>
              <a:gd name="connsiteY188" fmla="*/ 1870647 h 1978172"/>
              <a:gd name="connsiteX189" fmla="*/ 25397 w 10768629"/>
              <a:gd name="connsiteY189" fmla="*/ 1888443 h 1978172"/>
              <a:gd name="connsiteX190" fmla="*/ 2370 w 10768629"/>
              <a:gd name="connsiteY190" fmla="*/ 1878311 h 1978172"/>
              <a:gd name="connsiteX191" fmla="*/ 0 w 10768629"/>
              <a:gd name="connsiteY191" fmla="*/ 1878785 h 1978172"/>
              <a:gd name="connsiteX192" fmla="*/ 0 w 10768629"/>
              <a:gd name="connsiteY192"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686411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28929 w 10768629"/>
              <a:gd name="connsiteY162" fmla="*/ 1938226 h 1978172"/>
              <a:gd name="connsiteX163" fmla="*/ 3091363 w 10768629"/>
              <a:gd name="connsiteY163" fmla="*/ 1929171 h 1978172"/>
              <a:gd name="connsiteX164" fmla="*/ 3038835 w 10768629"/>
              <a:gd name="connsiteY164" fmla="*/ 1920210 h 1978172"/>
              <a:gd name="connsiteX165" fmla="*/ 2897201 w 10768629"/>
              <a:gd name="connsiteY165" fmla="*/ 1926772 h 1978172"/>
              <a:gd name="connsiteX166" fmla="*/ 2731503 w 10768629"/>
              <a:gd name="connsiteY166" fmla="*/ 1931749 h 1978172"/>
              <a:gd name="connsiteX167" fmla="*/ 2560151 w 10768629"/>
              <a:gd name="connsiteY167" fmla="*/ 1963609 h 1978172"/>
              <a:gd name="connsiteX168" fmla="*/ 2367221 w 10768629"/>
              <a:gd name="connsiteY168" fmla="*/ 1971884 h 1978172"/>
              <a:gd name="connsiteX169" fmla="*/ 2272130 w 10768629"/>
              <a:gd name="connsiteY169" fmla="*/ 1961162 h 1978172"/>
              <a:gd name="connsiteX170" fmla="*/ 2189404 w 10768629"/>
              <a:gd name="connsiteY170" fmla="*/ 1978172 h 1978172"/>
              <a:gd name="connsiteX171" fmla="*/ 2077704 w 10768629"/>
              <a:gd name="connsiteY171" fmla="*/ 1965002 h 1978172"/>
              <a:gd name="connsiteX172" fmla="*/ 1967996 w 10768629"/>
              <a:gd name="connsiteY172" fmla="*/ 1953187 h 1978172"/>
              <a:gd name="connsiteX173" fmla="*/ 1855805 w 10768629"/>
              <a:gd name="connsiteY173" fmla="*/ 1926082 h 1978172"/>
              <a:gd name="connsiteX174" fmla="*/ 1790957 w 10768629"/>
              <a:gd name="connsiteY174" fmla="*/ 1919460 h 1978172"/>
              <a:gd name="connsiteX175" fmla="*/ 1613978 w 10768629"/>
              <a:gd name="connsiteY175" fmla="*/ 1891581 h 1978172"/>
              <a:gd name="connsiteX176" fmla="*/ 1436831 w 10768629"/>
              <a:gd name="connsiteY176" fmla="*/ 1856201 h 1978172"/>
              <a:gd name="connsiteX177" fmla="*/ 1332568 w 10768629"/>
              <a:gd name="connsiteY177" fmla="*/ 1793149 h 1978172"/>
              <a:gd name="connsiteX178" fmla="*/ 1186881 w 10768629"/>
              <a:gd name="connsiteY178" fmla="*/ 1768613 h 1978172"/>
              <a:gd name="connsiteX179" fmla="*/ 1162595 w 10768629"/>
              <a:gd name="connsiteY179" fmla="*/ 1758337 h 1978172"/>
              <a:gd name="connsiteX180" fmla="*/ 1128523 w 10768629"/>
              <a:gd name="connsiteY180" fmla="*/ 1763621 h 1978172"/>
              <a:gd name="connsiteX181" fmla="*/ 991903 w 10768629"/>
              <a:gd name="connsiteY181" fmla="*/ 1786741 h 1978172"/>
              <a:gd name="connsiteX182" fmla="*/ 883960 w 10768629"/>
              <a:gd name="connsiteY182" fmla="*/ 1822386 h 1978172"/>
              <a:gd name="connsiteX183" fmla="*/ 766531 w 10768629"/>
              <a:gd name="connsiteY183" fmla="*/ 1805053 h 1978172"/>
              <a:gd name="connsiteX184" fmla="*/ 669779 w 10768629"/>
              <a:gd name="connsiteY184" fmla="*/ 1800537 h 1978172"/>
              <a:gd name="connsiteX185" fmla="*/ 523898 w 10768629"/>
              <a:gd name="connsiteY185" fmla="*/ 1811085 h 1978172"/>
              <a:gd name="connsiteX186" fmla="*/ 360251 w 10768629"/>
              <a:gd name="connsiteY186" fmla="*/ 1830735 h 1978172"/>
              <a:gd name="connsiteX187" fmla="*/ 255207 w 10768629"/>
              <a:gd name="connsiteY187" fmla="*/ 1818275 h 1978172"/>
              <a:gd name="connsiteX188" fmla="*/ 101803 w 10768629"/>
              <a:gd name="connsiteY188" fmla="*/ 1870647 h 1978172"/>
              <a:gd name="connsiteX189" fmla="*/ 25397 w 10768629"/>
              <a:gd name="connsiteY189" fmla="*/ 1888443 h 1978172"/>
              <a:gd name="connsiteX190" fmla="*/ 2370 w 10768629"/>
              <a:gd name="connsiteY190" fmla="*/ 1878311 h 1978172"/>
              <a:gd name="connsiteX191" fmla="*/ 0 w 10768629"/>
              <a:gd name="connsiteY191" fmla="*/ 1878785 h 1978172"/>
              <a:gd name="connsiteX192" fmla="*/ 0 w 10768629"/>
              <a:gd name="connsiteY192"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2238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2238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2238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2238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2238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0333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388466 w 10768629"/>
              <a:gd name="connsiteY141" fmla="*/ 1653195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0333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388466 w 10768629"/>
              <a:gd name="connsiteY141" fmla="*/ 1653195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0333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48487 w 10768629"/>
              <a:gd name="connsiteY140" fmla="*/ 1660781 h 1978172"/>
              <a:gd name="connsiteX141" fmla="*/ 5388466 w 10768629"/>
              <a:gd name="connsiteY141" fmla="*/ 1653195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0333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48487 w 10768629"/>
              <a:gd name="connsiteY140" fmla="*/ 1660781 h 1978172"/>
              <a:gd name="connsiteX141" fmla="*/ 5388466 w 10768629"/>
              <a:gd name="connsiteY141" fmla="*/ 1653195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0333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96112 w 10768629"/>
              <a:gd name="connsiteY140" fmla="*/ 1636968 h 1978172"/>
              <a:gd name="connsiteX141" fmla="*/ 5388466 w 10768629"/>
              <a:gd name="connsiteY141" fmla="*/ 1653195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0333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96112 w 10768629"/>
              <a:gd name="connsiteY140" fmla="*/ 1636968 h 1978172"/>
              <a:gd name="connsiteX141" fmla="*/ 5388466 w 10768629"/>
              <a:gd name="connsiteY141" fmla="*/ 1653195 h 1978172"/>
              <a:gd name="connsiteX142" fmla="*/ 4945936 w 10768629"/>
              <a:gd name="connsiteY142" fmla="*/ 1713743 h 1978172"/>
              <a:gd name="connsiteX143" fmla="*/ 4851784 w 10768629"/>
              <a:gd name="connsiteY143" fmla="*/ 1726895 h 1978172"/>
              <a:gd name="connsiteX144" fmla="*/ 4789844 w 10768629"/>
              <a:gd name="connsiteY144" fmla="*/ 1730706 h 1978172"/>
              <a:gd name="connsiteX145" fmla="*/ 4686411 w 10768629"/>
              <a:gd name="connsiteY145" fmla="*/ 1771811 h 1978172"/>
              <a:gd name="connsiteX146" fmla="*/ 4568686 w 10768629"/>
              <a:gd name="connsiteY146" fmla="*/ 1786141 h 1978172"/>
              <a:gd name="connsiteX147" fmla="*/ 4418751 w 10768629"/>
              <a:gd name="connsiteY147" fmla="*/ 1796932 h 1978172"/>
              <a:gd name="connsiteX148" fmla="*/ 4378377 w 10768629"/>
              <a:gd name="connsiteY148" fmla="*/ 1815528 h 1978172"/>
              <a:gd name="connsiteX149" fmla="*/ 4320575 w 10768629"/>
              <a:gd name="connsiteY149" fmla="*/ 1832722 h 1978172"/>
              <a:gd name="connsiteX150" fmla="*/ 4220200 w 10768629"/>
              <a:gd name="connsiteY150" fmla="*/ 1873173 h 1978172"/>
              <a:gd name="connsiteX151" fmla="*/ 4105361 w 10768629"/>
              <a:gd name="connsiteY151" fmla="*/ 1894711 h 1978172"/>
              <a:gd name="connsiteX152" fmla="*/ 3973223 w 10768629"/>
              <a:gd name="connsiteY152" fmla="*/ 1881015 h 1978172"/>
              <a:gd name="connsiteX153" fmla="*/ 3900992 w 10768629"/>
              <a:gd name="connsiteY153" fmla="*/ 1880603 h 1978172"/>
              <a:gd name="connsiteX154" fmla="*/ 3662119 w 10768629"/>
              <a:gd name="connsiteY154" fmla="*/ 1876289 h 1978172"/>
              <a:gd name="connsiteX155" fmla="*/ 3496919 w 10768629"/>
              <a:gd name="connsiteY155" fmla="*/ 1873180 h 1978172"/>
              <a:gd name="connsiteX156" fmla="*/ 3449433 w 10768629"/>
              <a:gd name="connsiteY156" fmla="*/ 1889681 h 1978172"/>
              <a:gd name="connsiteX157" fmla="*/ 3369766 w 10768629"/>
              <a:gd name="connsiteY157" fmla="*/ 1916653 h 1978172"/>
              <a:gd name="connsiteX158" fmla="*/ 3290336 w 10768629"/>
              <a:gd name="connsiteY158" fmla="*/ 1925039 h 1978172"/>
              <a:gd name="connsiteX159" fmla="*/ 3224897 w 10768629"/>
              <a:gd name="connsiteY159" fmla="*/ 1943733 h 1978172"/>
              <a:gd name="connsiteX160" fmla="*/ 3161463 w 10768629"/>
              <a:gd name="connsiteY160" fmla="*/ 1946591 h 1978172"/>
              <a:gd name="connsiteX161" fmla="*/ 3128929 w 10768629"/>
              <a:gd name="connsiteY161" fmla="*/ 1938226 h 1978172"/>
              <a:gd name="connsiteX162" fmla="*/ 3091363 w 10768629"/>
              <a:gd name="connsiteY162" fmla="*/ 1929171 h 1978172"/>
              <a:gd name="connsiteX163" fmla="*/ 3038835 w 10768629"/>
              <a:gd name="connsiteY163" fmla="*/ 1920210 h 1978172"/>
              <a:gd name="connsiteX164" fmla="*/ 2897201 w 10768629"/>
              <a:gd name="connsiteY164" fmla="*/ 1926772 h 1978172"/>
              <a:gd name="connsiteX165" fmla="*/ 2731503 w 10768629"/>
              <a:gd name="connsiteY165" fmla="*/ 1931749 h 1978172"/>
              <a:gd name="connsiteX166" fmla="*/ 2560151 w 10768629"/>
              <a:gd name="connsiteY166" fmla="*/ 1963609 h 1978172"/>
              <a:gd name="connsiteX167" fmla="*/ 2367221 w 10768629"/>
              <a:gd name="connsiteY167" fmla="*/ 1971884 h 1978172"/>
              <a:gd name="connsiteX168" fmla="*/ 2272130 w 10768629"/>
              <a:gd name="connsiteY168" fmla="*/ 1961162 h 1978172"/>
              <a:gd name="connsiteX169" fmla="*/ 2189404 w 10768629"/>
              <a:gd name="connsiteY169" fmla="*/ 1978172 h 1978172"/>
              <a:gd name="connsiteX170" fmla="*/ 2077704 w 10768629"/>
              <a:gd name="connsiteY170" fmla="*/ 1965002 h 1978172"/>
              <a:gd name="connsiteX171" fmla="*/ 1967996 w 10768629"/>
              <a:gd name="connsiteY171" fmla="*/ 1953187 h 1978172"/>
              <a:gd name="connsiteX172" fmla="*/ 1855805 w 10768629"/>
              <a:gd name="connsiteY172" fmla="*/ 1926082 h 1978172"/>
              <a:gd name="connsiteX173" fmla="*/ 1790957 w 10768629"/>
              <a:gd name="connsiteY173" fmla="*/ 1919460 h 1978172"/>
              <a:gd name="connsiteX174" fmla="*/ 1613978 w 10768629"/>
              <a:gd name="connsiteY174" fmla="*/ 1891581 h 1978172"/>
              <a:gd name="connsiteX175" fmla="*/ 1436831 w 10768629"/>
              <a:gd name="connsiteY175" fmla="*/ 1856201 h 1978172"/>
              <a:gd name="connsiteX176" fmla="*/ 1332568 w 10768629"/>
              <a:gd name="connsiteY176" fmla="*/ 1793149 h 1978172"/>
              <a:gd name="connsiteX177" fmla="*/ 1186881 w 10768629"/>
              <a:gd name="connsiteY177" fmla="*/ 1768613 h 1978172"/>
              <a:gd name="connsiteX178" fmla="*/ 1162595 w 10768629"/>
              <a:gd name="connsiteY178" fmla="*/ 1758337 h 1978172"/>
              <a:gd name="connsiteX179" fmla="*/ 1128523 w 10768629"/>
              <a:gd name="connsiteY179" fmla="*/ 1763621 h 1978172"/>
              <a:gd name="connsiteX180" fmla="*/ 991903 w 10768629"/>
              <a:gd name="connsiteY180" fmla="*/ 1786741 h 1978172"/>
              <a:gd name="connsiteX181" fmla="*/ 883960 w 10768629"/>
              <a:gd name="connsiteY181" fmla="*/ 1803336 h 1978172"/>
              <a:gd name="connsiteX182" fmla="*/ 766531 w 10768629"/>
              <a:gd name="connsiteY182" fmla="*/ 1805053 h 1978172"/>
              <a:gd name="connsiteX183" fmla="*/ 669779 w 10768629"/>
              <a:gd name="connsiteY183" fmla="*/ 1800537 h 1978172"/>
              <a:gd name="connsiteX184" fmla="*/ 523898 w 10768629"/>
              <a:gd name="connsiteY184" fmla="*/ 1811085 h 1978172"/>
              <a:gd name="connsiteX185" fmla="*/ 360251 w 10768629"/>
              <a:gd name="connsiteY185" fmla="*/ 1830735 h 1978172"/>
              <a:gd name="connsiteX186" fmla="*/ 255207 w 10768629"/>
              <a:gd name="connsiteY186" fmla="*/ 1818275 h 1978172"/>
              <a:gd name="connsiteX187" fmla="*/ 101803 w 10768629"/>
              <a:gd name="connsiteY187" fmla="*/ 1870647 h 1978172"/>
              <a:gd name="connsiteX188" fmla="*/ 25397 w 10768629"/>
              <a:gd name="connsiteY188" fmla="*/ 1888443 h 1978172"/>
              <a:gd name="connsiteX189" fmla="*/ 2370 w 10768629"/>
              <a:gd name="connsiteY189" fmla="*/ 1878311 h 1978172"/>
              <a:gd name="connsiteX190" fmla="*/ 0 w 10768629"/>
              <a:gd name="connsiteY190" fmla="*/ 1878785 h 1978172"/>
              <a:gd name="connsiteX191" fmla="*/ 0 w 10768629"/>
              <a:gd name="connsiteY191"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36649" y="488969"/>
                  <a:pt x="9316893" y="491390"/>
                </a:cubicBezTo>
                <a:cubicBezTo>
                  <a:pt x="9298834" y="504511"/>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79948" y="576062"/>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407128" y="961344"/>
                </a:lnTo>
                <a:lnTo>
                  <a:pt x="8380548" y="987916"/>
                </a:lnTo>
                <a:lnTo>
                  <a:pt x="8379462" y="987106"/>
                </a:lnTo>
                <a:cubicBezTo>
                  <a:pt x="8376507" y="985864"/>
                  <a:pt x="8373362" y="986042"/>
                  <a:pt x="8369725" y="989186"/>
                </a:cubicBezTo>
                <a:cubicBezTo>
                  <a:pt x="8357221" y="990792"/>
                  <a:pt x="8319237" y="991089"/>
                  <a:pt x="8304438" y="996739"/>
                </a:cubicBezTo>
                <a:cubicBezTo>
                  <a:pt x="8297193" y="1005683"/>
                  <a:pt x="8289328" y="1014568"/>
                  <a:pt x="8280929" y="1023089"/>
                </a:cubicBezTo>
                <a:lnTo>
                  <a:pt x="8275760" y="1027772"/>
                </a:lnTo>
                <a:lnTo>
                  <a:pt x="8275478" y="1027605"/>
                </a:lnTo>
                <a:cubicBezTo>
                  <a:pt x="8273970" y="1028076"/>
                  <a:pt x="8272124" y="1029408"/>
                  <a:pt x="8269666"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43525" y="1179064"/>
                </a:lnTo>
                <a:lnTo>
                  <a:pt x="7685942" y="1233723"/>
                </a:lnTo>
                <a:lnTo>
                  <a:pt x="7586920" y="1261888"/>
                </a:lnTo>
                <a:cubicBezTo>
                  <a:pt x="7556723" y="1298911"/>
                  <a:pt x="7489186" y="1249860"/>
                  <a:pt x="7486100" y="1292563"/>
                </a:cubicBezTo>
                <a:cubicBezTo>
                  <a:pt x="7454875" y="1308356"/>
                  <a:pt x="7449202" y="1300366"/>
                  <a:pt x="7407190" y="1314737"/>
                </a:cubicBezTo>
                <a:cubicBezTo>
                  <a:pt x="7368386" y="1364011"/>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66262" y="1643128"/>
                  <a:pt x="5596112" y="1636968"/>
                </a:cubicBezTo>
                <a:cubicBezTo>
                  <a:pt x="5561981" y="1612826"/>
                  <a:pt x="5429171" y="1655721"/>
                  <a:pt x="5388466" y="1653195"/>
                </a:cubicBezTo>
                <a:cubicBezTo>
                  <a:pt x="5288041" y="1668530"/>
                  <a:pt x="5074771" y="1739921"/>
                  <a:pt x="4945936" y="1713743"/>
                </a:cubicBezTo>
                <a:cubicBezTo>
                  <a:pt x="4914142" y="1717597"/>
                  <a:pt x="4870655" y="1726609"/>
                  <a:pt x="4851784" y="1726895"/>
                </a:cubicBezTo>
                <a:lnTo>
                  <a:pt x="4789844" y="1730706"/>
                </a:lnTo>
                <a:lnTo>
                  <a:pt x="4686411" y="1771811"/>
                </a:lnTo>
                <a:cubicBezTo>
                  <a:pt x="4633697" y="1745585"/>
                  <a:pt x="4634134" y="1775931"/>
                  <a:pt x="4568686" y="1786141"/>
                </a:cubicBezTo>
                <a:cubicBezTo>
                  <a:pt x="4544667" y="1777910"/>
                  <a:pt x="4432547" y="1778168"/>
                  <a:pt x="4418751" y="1796932"/>
                </a:cubicBezTo>
                <a:cubicBezTo>
                  <a:pt x="4403360" y="1801488"/>
                  <a:pt x="4385278" y="1795746"/>
                  <a:pt x="4378377" y="1815528"/>
                </a:cubicBezTo>
                <a:cubicBezTo>
                  <a:pt x="4366870" y="1839461"/>
                  <a:pt x="4312575" y="1805339"/>
                  <a:pt x="4320575" y="1832722"/>
                </a:cubicBezTo>
                <a:cubicBezTo>
                  <a:pt x="4282030" y="1809397"/>
                  <a:pt x="4252210" y="1859755"/>
                  <a:pt x="4220200" y="1873173"/>
                </a:cubicBezTo>
                <a:cubicBezTo>
                  <a:pt x="4189784" y="1872580"/>
                  <a:pt x="4175475" y="1885756"/>
                  <a:pt x="4105361" y="1894711"/>
                </a:cubicBezTo>
                <a:cubicBezTo>
                  <a:pt x="4071894" y="1867524"/>
                  <a:pt x="4035294" y="1916372"/>
                  <a:pt x="3973223" y="1881015"/>
                </a:cubicBezTo>
                <a:cubicBezTo>
                  <a:pt x="3971330" y="1884974"/>
                  <a:pt x="3952843" y="1881390"/>
                  <a:pt x="3900992" y="1880603"/>
                </a:cubicBezTo>
                <a:cubicBezTo>
                  <a:pt x="3849141" y="1879815"/>
                  <a:pt x="3740259" y="1879432"/>
                  <a:pt x="3662119" y="1876289"/>
                </a:cubicBezTo>
                <a:cubicBezTo>
                  <a:pt x="3573420" y="1876991"/>
                  <a:pt x="3613412" y="1915150"/>
                  <a:pt x="3496919" y="1873180"/>
                </a:cubicBezTo>
                <a:cubicBezTo>
                  <a:pt x="3488062" y="1895719"/>
                  <a:pt x="3474293" y="1897950"/>
                  <a:pt x="3449433" y="1889681"/>
                </a:cubicBezTo>
                <a:cubicBezTo>
                  <a:pt x="3406553" y="1891629"/>
                  <a:pt x="3417350" y="1945453"/>
                  <a:pt x="3369766" y="1916653"/>
                </a:cubicBezTo>
                <a:cubicBezTo>
                  <a:pt x="3338805" y="1929531"/>
                  <a:pt x="3310151" y="1915620"/>
                  <a:pt x="3290336" y="1925039"/>
                </a:cubicBezTo>
                <a:lnTo>
                  <a:pt x="3224897" y="1943733"/>
                </a:lnTo>
                <a:cubicBezTo>
                  <a:pt x="3188693" y="1949271"/>
                  <a:pt x="3178540" y="1909145"/>
                  <a:pt x="3161463" y="1946591"/>
                </a:cubicBezTo>
                <a:lnTo>
                  <a:pt x="3128929" y="1938226"/>
                </a:lnTo>
                <a:lnTo>
                  <a:pt x="3091363" y="1929171"/>
                </a:lnTo>
                <a:cubicBezTo>
                  <a:pt x="3071584" y="1922993"/>
                  <a:pt x="3080878" y="1929976"/>
                  <a:pt x="3038835" y="1920210"/>
                </a:cubicBezTo>
                <a:cubicBezTo>
                  <a:pt x="3011900" y="1947086"/>
                  <a:pt x="2967972" y="1927319"/>
                  <a:pt x="2897201" y="1926772"/>
                </a:cubicBezTo>
                <a:lnTo>
                  <a:pt x="2731503" y="1931749"/>
                </a:lnTo>
                <a:cubicBezTo>
                  <a:pt x="2675328" y="1937888"/>
                  <a:pt x="2629596" y="1956920"/>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1037" y="1967486"/>
                  <a:pt x="2001803" y="1954594"/>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391573" y="1790862"/>
                  <a:pt x="1332568" y="1793149"/>
                </a:cubicBezTo>
                <a:cubicBezTo>
                  <a:pt x="1293437" y="1790584"/>
                  <a:pt x="1335185" y="1756546"/>
                  <a:pt x="1186881" y="1768613"/>
                </a:cubicBezTo>
                <a:cubicBezTo>
                  <a:pt x="1178443" y="1775469"/>
                  <a:pt x="1160576" y="1767918"/>
                  <a:pt x="1162595" y="1758337"/>
                </a:cubicBezTo>
                <a:cubicBezTo>
                  <a:pt x="1153167" y="1761117"/>
                  <a:pt x="1130472" y="1779083"/>
                  <a:pt x="1128523" y="1763621"/>
                </a:cubicBezTo>
                <a:cubicBezTo>
                  <a:pt x="1081415" y="1760756"/>
                  <a:pt x="1034361" y="1768718"/>
                  <a:pt x="991903" y="1786741"/>
                </a:cubicBezTo>
                <a:cubicBezTo>
                  <a:pt x="966383" y="1781126"/>
                  <a:pt x="939976" y="1793141"/>
                  <a:pt x="883960" y="1803336"/>
                </a:cubicBezTo>
                <a:cubicBezTo>
                  <a:pt x="831931" y="1771815"/>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2" name="Title 1">
            <a:extLst>
              <a:ext uri="{FF2B5EF4-FFF2-40B4-BE49-F238E27FC236}">
                <a16:creationId xmlns:a16="http://schemas.microsoft.com/office/drawing/2014/main" id="{D7202799-7E04-B517-30D2-E569CDE166AD}"/>
              </a:ext>
            </a:extLst>
          </p:cNvPr>
          <p:cNvSpPr>
            <a:spLocks noGrp="1"/>
          </p:cNvSpPr>
          <p:nvPr>
            <p:ph type="title"/>
          </p:nvPr>
        </p:nvSpPr>
        <p:spPr>
          <a:xfrm>
            <a:off x="1050879" y="609601"/>
            <a:ext cx="6001356" cy="1216024"/>
          </a:xfrm>
        </p:spPr>
        <p:txBody>
          <a:bodyPr>
            <a:normAutofit/>
          </a:bodyPr>
          <a:lstStyle/>
          <a:p>
            <a:r>
              <a:rPr lang="en-GB">
                <a:ea typeface="Batang"/>
              </a:rPr>
              <a:t>How can the site be protected?</a:t>
            </a:r>
            <a:endParaRPr lang="en-GB"/>
          </a:p>
        </p:txBody>
      </p:sp>
      <p:sp>
        <p:nvSpPr>
          <p:cNvPr id="22" name="Freeform: Shape 21">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1" y="5800300"/>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39115" y="949326"/>
                </a:lnTo>
                <a:cubicBezTo>
                  <a:pt x="57701" y="947335"/>
                  <a:pt x="76089" y="946141"/>
                  <a:pt x="93851" y="945611"/>
                </a:cubicBezTo>
                <a:cubicBezTo>
                  <a:pt x="99905" y="923404"/>
                  <a:pt x="170209" y="932855"/>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282041" y="871263"/>
                </a:lnTo>
                <a:lnTo>
                  <a:pt x="299711" y="870064"/>
                </a:lnTo>
                <a:lnTo>
                  <a:pt x="306299" y="873609"/>
                </a:lnTo>
                <a:cubicBezTo>
                  <a:pt x="312531" y="875279"/>
                  <a:pt x="320316" y="874896"/>
                  <a:pt x="331571" y="869866"/>
                </a:cubicBezTo>
                <a:lnTo>
                  <a:pt x="333872" y="867971"/>
                </a:lnTo>
                <a:lnTo>
                  <a:pt x="356953" y="870334"/>
                </a:lnTo>
                <a:cubicBezTo>
                  <a:pt x="364772" y="872042"/>
                  <a:pt x="372199" y="874762"/>
                  <a:pt x="379005" y="878900"/>
                </a:cubicBezTo>
                <a:cubicBezTo>
                  <a:pt x="436788" y="836391"/>
                  <a:pt x="512367" y="847456"/>
                  <a:pt x="585428" y="826440"/>
                </a:cubicBezTo>
                <a:cubicBezTo>
                  <a:pt x="600236" y="776571"/>
                  <a:pt x="751447" y="800939"/>
                  <a:pt x="787156" y="838447"/>
                </a:cubicBezTo>
                <a:cubicBezTo>
                  <a:pt x="767750" y="789794"/>
                  <a:pt x="977582" y="857915"/>
                  <a:pt x="898586" y="808502"/>
                </a:cubicBezTo>
                <a:cubicBezTo>
                  <a:pt x="926099" y="807167"/>
                  <a:pt x="944922" y="782490"/>
                  <a:pt x="924063" y="770210"/>
                </a:cubicBezTo>
                <a:cubicBezTo>
                  <a:pt x="1015917" y="786259"/>
                  <a:pt x="1117953" y="728408"/>
                  <a:pt x="1212574" y="724238"/>
                </a:cubicBezTo>
                <a:cubicBezTo>
                  <a:pt x="1245879" y="677520"/>
                  <a:pt x="1233543" y="716744"/>
                  <a:pt x="1280768" y="699122"/>
                </a:cubicBezTo>
                <a:cubicBezTo>
                  <a:pt x="1280824" y="735474"/>
                  <a:pt x="1333787" y="667235"/>
                  <a:pt x="1352027" y="704323"/>
                </a:cubicBezTo>
                <a:cubicBezTo>
                  <a:pt x="1360044" y="699941"/>
                  <a:pt x="1367234" y="694526"/>
                  <a:pt x="1374314" y="688815"/>
                </a:cubicBezTo>
                <a:lnTo>
                  <a:pt x="1378034" y="685842"/>
                </a:lnTo>
                <a:lnTo>
                  <a:pt x="1395604" y="680460"/>
                </a:lnTo>
                <a:lnTo>
                  <a:pt x="1397206" y="670793"/>
                </a:lnTo>
                <a:lnTo>
                  <a:pt x="1421250" y="656855"/>
                </a:lnTo>
                <a:cubicBezTo>
                  <a:pt x="1430770" y="652893"/>
                  <a:pt x="1441623" y="650105"/>
                  <a:pt x="1454524" y="649224"/>
                </a:cubicBezTo>
                <a:cubicBezTo>
                  <a:pt x="1502655" y="660482"/>
                  <a:pt x="1556151" y="606226"/>
                  <a:pt x="1616217" y="622107"/>
                </a:cubicBezTo>
                <a:cubicBezTo>
                  <a:pt x="1637755" y="624837"/>
                  <a:pt x="1701030" y="614257"/>
                  <a:pt x="1710928" y="600666"/>
                </a:cubicBezTo>
                <a:cubicBezTo>
                  <a:pt x="1723693" y="596072"/>
                  <a:pt x="1739861" y="597834"/>
                  <a:pt x="1743718" y="584327"/>
                </a:cubicBezTo>
                <a:cubicBezTo>
                  <a:pt x="1751098" y="567647"/>
                  <a:pt x="1801421" y="583831"/>
                  <a:pt x="1791651" y="567019"/>
                </a:cubicBezTo>
                <a:cubicBezTo>
                  <a:pt x="1827282" y="577929"/>
                  <a:pt x="1847642" y="542228"/>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52937" y="366761"/>
                  <a:pt x="2657726" y="365841"/>
                </a:cubicBezTo>
                <a:cubicBezTo>
                  <a:pt x="2667303" y="363999"/>
                  <a:pt x="2677395" y="368107"/>
                  <a:pt x="2687125" y="366820"/>
                </a:cubicBezTo>
                <a:lnTo>
                  <a:pt x="2697479" y="361430"/>
                </a:lnTo>
                <a:lnTo>
                  <a:pt x="2701547" y="361545"/>
                </a:lnTo>
                <a:lnTo>
                  <a:pt x="2711054" y="360597"/>
                </a:lnTo>
                <a:lnTo>
                  <a:pt x="2710438" y="366958"/>
                </a:lnTo>
                <a:cubicBezTo>
                  <a:pt x="2708955" y="373111"/>
                  <a:pt x="2708038" y="379788"/>
                  <a:pt x="2722936" y="377633"/>
                </a:cubicBezTo>
                <a:cubicBezTo>
                  <a:pt x="2753511" y="370170"/>
                  <a:pt x="2766475" y="394972"/>
                  <a:pt x="2777227" y="368972"/>
                </a:cubicBezTo>
                <a:lnTo>
                  <a:pt x="2779510" y="361652"/>
                </a:lnTo>
                <a:lnTo>
                  <a:pt x="2786278" y="359869"/>
                </a:lnTo>
                <a:cubicBezTo>
                  <a:pt x="2789994" y="359750"/>
                  <a:pt x="2792255" y="361281"/>
                  <a:pt x="2792101" y="365927"/>
                </a:cubicBezTo>
                <a:cubicBezTo>
                  <a:pt x="2819315" y="344279"/>
                  <a:pt x="2855630" y="370297"/>
                  <a:pt x="2885545" y="372818"/>
                </a:cubicBezTo>
                <a:cubicBezTo>
                  <a:pt x="2905895" y="352581"/>
                  <a:pt x="2948591" y="377825"/>
                  <a:pt x="3009558" y="370573"/>
                </a:cubicBezTo>
                <a:cubicBezTo>
                  <a:pt x="3031640" y="347442"/>
                  <a:pt x="3050695" y="365935"/>
                  <a:pt x="3095010" y="332454"/>
                </a:cubicBezTo>
                <a:cubicBezTo>
                  <a:pt x="3097485" y="334582"/>
                  <a:pt x="3100426" y="336441"/>
                  <a:pt x="3103742" y="337974"/>
                </a:cubicBezTo>
                <a:cubicBezTo>
                  <a:pt x="3123005" y="346878"/>
                  <a:pt x="3150475" y="343067"/>
                  <a:pt x="3165093" y="329459"/>
                </a:cubicBezTo>
                <a:cubicBezTo>
                  <a:pt x="3236951" y="282673"/>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22859" y="227800"/>
                  <a:pt x="3941005" y="230826"/>
                  <a:pt x="3959588" y="239195"/>
                </a:cubicBezTo>
                <a:cubicBezTo>
                  <a:pt x="4009252" y="229421"/>
                  <a:pt x="4057491" y="239376"/>
                  <a:pt x="4114838" y="238165"/>
                </a:cubicBezTo>
                <a:cubicBezTo>
                  <a:pt x="4173784" y="217210"/>
                  <a:pt x="4209756" y="243378"/>
                  <a:pt x="4271023" y="241959"/>
                </a:cubicBezTo>
                <a:cubicBezTo>
                  <a:pt x="4326191" y="205535"/>
                  <a:pt x="4316856" y="279258"/>
                  <a:pt x="4367397" y="271442"/>
                </a:cubicBezTo>
                <a:cubicBezTo>
                  <a:pt x="4446016" y="2350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13321" y="152474"/>
                  <a:pt x="5047626" y="149604"/>
                </a:cubicBezTo>
                <a:cubicBezTo>
                  <a:pt x="5106046" y="150576"/>
                  <a:pt x="5172786" y="183138"/>
                  <a:pt x="5200247" y="142695"/>
                </a:cubicBezTo>
                <a:cubicBezTo>
                  <a:pt x="5206135" y="157748"/>
                  <a:pt x="5203071" y="179288"/>
                  <a:pt x="5235691" y="173330"/>
                </a:cubicBezTo>
                <a:cubicBezTo>
                  <a:pt x="5249654" y="179935"/>
                  <a:pt x="5254450" y="203448"/>
                  <a:pt x="5280133" y="189342"/>
                </a:cubicBezTo>
                <a:cubicBezTo>
                  <a:pt x="5244836" y="171370"/>
                  <a:pt x="5299493" y="163568"/>
                  <a:pt x="5291963" y="139446"/>
                </a:cubicBezTo>
                <a:cubicBezTo>
                  <a:pt x="5331555" y="120349"/>
                  <a:pt x="5427790" y="132865"/>
                  <a:pt x="5418472" y="89163"/>
                </a:cubicBezTo>
                <a:cubicBezTo>
                  <a:pt x="5428057" y="62053"/>
                  <a:pt x="5484665" y="97616"/>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sp>
        <p:nvSpPr>
          <p:cNvPr id="3" name="Content Placeholder 2">
            <a:extLst>
              <a:ext uri="{FF2B5EF4-FFF2-40B4-BE49-F238E27FC236}">
                <a16:creationId xmlns:a16="http://schemas.microsoft.com/office/drawing/2014/main" id="{C9155C56-1A90-C1C4-BB97-C3C44228131D}"/>
              </a:ext>
            </a:extLst>
          </p:cNvPr>
          <p:cNvSpPr>
            <a:spLocks noGrp="1"/>
          </p:cNvSpPr>
          <p:nvPr>
            <p:ph idx="1"/>
          </p:nvPr>
        </p:nvSpPr>
        <p:spPr>
          <a:xfrm>
            <a:off x="1050879" y="2205318"/>
            <a:ext cx="5834015" cy="4049059"/>
          </a:xfrm>
        </p:spPr>
        <p:txBody>
          <a:bodyPr vert="horz" lIns="91440" tIns="45720" rIns="91440" bIns="45720" rtlCol="0">
            <a:normAutofit/>
          </a:bodyPr>
          <a:lstStyle/>
          <a:p>
            <a:r>
              <a:rPr lang="en-GB">
                <a:ea typeface="Batang"/>
              </a:rPr>
              <a:t>Undertaking effective fire management and mitigating the effects of invasion by pest species and pathogens can provided protection to the Gondwana Rainforests.</a:t>
            </a:r>
          </a:p>
        </p:txBody>
      </p:sp>
      <p:sp>
        <p:nvSpPr>
          <p:cNvPr id="24" name="Freeform: Shape 23">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4000" y="753529"/>
            <a:ext cx="4010943" cy="535094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embo"/>
              <a:ea typeface="+mn-ea"/>
              <a:cs typeface="+mn-cs"/>
            </a:endParaRPr>
          </a:p>
        </p:txBody>
      </p:sp>
      <p:pic>
        <p:nvPicPr>
          <p:cNvPr id="4" name="Picture 4" descr="A picture containing tree, outdoor, nature, hill&#10;&#10;Description automatically generated">
            <a:extLst>
              <a:ext uri="{FF2B5EF4-FFF2-40B4-BE49-F238E27FC236}">
                <a16:creationId xmlns:a16="http://schemas.microsoft.com/office/drawing/2014/main" id="{361B655D-1302-DAA0-1674-00E64715EA9D}"/>
              </a:ext>
            </a:extLst>
          </p:cNvPr>
          <p:cNvPicPr>
            <a:picLocks noChangeAspect="1"/>
          </p:cNvPicPr>
          <p:nvPr/>
        </p:nvPicPr>
        <p:blipFill rotWithShape="1">
          <a:blip r:embed="rId2"/>
          <a:srcRect l="14617" r="30507" b="1"/>
          <a:stretch/>
        </p:blipFill>
        <p:spPr>
          <a:xfrm>
            <a:off x="7559508" y="914394"/>
            <a:ext cx="3684567" cy="5029208"/>
          </a:xfrm>
          <a:prstGeom prst="rect">
            <a:avLst/>
          </a:prstGeom>
        </p:spPr>
      </p:pic>
    </p:spTree>
    <p:extLst>
      <p:ext uri="{BB962C8B-B14F-4D97-AF65-F5344CB8AC3E}">
        <p14:creationId xmlns:p14="http://schemas.microsoft.com/office/powerpoint/2010/main" val="25619105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p:txBody>
          <a:bodyPr/>
          <a:lstStyle/>
          <a:p>
            <a:r>
              <a:rPr lang="en-US" dirty="0"/>
              <a:t>Yosemite national park</a:t>
            </a:r>
          </a:p>
        </p:txBody>
      </p:sp>
      <p:sp>
        <p:nvSpPr>
          <p:cNvPr id="3" name="Subtitle 2">
            <a:extLst>
              <a:ext uri="{FF2B5EF4-FFF2-40B4-BE49-F238E27FC236}">
                <a16:creationId xmlns:a16="http://schemas.microsoft.com/office/drawing/2014/main" id="{A5F14073-9F68-4B7E-A576-26899D58C7A9}"/>
              </a:ext>
            </a:extLst>
          </p:cNvPr>
          <p:cNvSpPr>
            <a:spLocks noGrp="1"/>
          </p:cNvSpPr>
          <p:nvPr>
            <p:ph type="subTitle" idx="1"/>
          </p:nvPr>
        </p:nvSpPr>
        <p:spPr/>
        <p:txBody>
          <a:bodyPr/>
          <a:lstStyle/>
          <a:p>
            <a:r>
              <a:rPr lang="en-US" dirty="0"/>
              <a:t>By Lucas and Tiny </a:t>
            </a:r>
            <a:endParaRPr lang="en-US" sz="2000" dirty="0">
              <a:solidFill>
                <a:schemeClr val="bg1"/>
              </a:solidFill>
            </a:endParaRPr>
          </a:p>
        </p:txBody>
      </p:sp>
    </p:spTree>
    <p:extLst>
      <p:ext uri="{BB962C8B-B14F-4D97-AF65-F5344CB8AC3E}">
        <p14:creationId xmlns:p14="http://schemas.microsoft.com/office/powerpoint/2010/main" val="1147698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sp>
        <p:nvSpPr>
          <p:cNvPr id="3" name="Title 2">
            <a:extLst>
              <a:ext uri="{FF2B5EF4-FFF2-40B4-BE49-F238E27FC236}">
                <a16:creationId xmlns:a16="http://schemas.microsoft.com/office/drawing/2014/main" id="{1DDBBC93-70DF-4E4E-98E3-08124185AB18}"/>
              </a:ext>
            </a:extLst>
          </p:cNvPr>
          <p:cNvSpPr>
            <a:spLocks noGrp="1"/>
          </p:cNvSpPr>
          <p:nvPr>
            <p:ph type="title"/>
          </p:nvPr>
        </p:nvSpPr>
        <p:spPr>
          <a:xfrm>
            <a:off x="6412091" y="501651"/>
            <a:ext cx="4395340" cy="1716255"/>
          </a:xfrm>
        </p:spPr>
        <p:txBody>
          <a:bodyPr vert="horz" lIns="91440" tIns="45720" rIns="91440" bIns="45720" rtlCol="0" anchor="b">
            <a:normAutofit/>
          </a:bodyPr>
          <a:lstStyle/>
          <a:p>
            <a:pPr algn="l"/>
            <a:r>
              <a:rPr lang="en-US" sz="3800" kern="1200">
                <a:solidFill>
                  <a:schemeClr val="tx1"/>
                </a:solidFill>
                <a:latin typeface="+mj-lt"/>
                <a:ea typeface="+mj-ea"/>
                <a:cs typeface="+mj-cs"/>
              </a:rPr>
              <a:t>Where is the site located</a:t>
            </a:r>
          </a:p>
        </p:txBody>
      </p:sp>
      <p:sp>
        <p:nvSpPr>
          <p:cNvPr id="21" name="Rectangle 20">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5" name="Picture 4" descr="Map&#10;&#10;Description automatically generated">
            <a:extLst>
              <a:ext uri="{FF2B5EF4-FFF2-40B4-BE49-F238E27FC236}">
                <a16:creationId xmlns:a16="http://schemas.microsoft.com/office/drawing/2014/main" id="{F64451C5-5F9C-4C79-8999-D073963A9E8B}"/>
              </a:ext>
            </a:extLst>
          </p:cNvPr>
          <p:cNvPicPr>
            <a:picLocks noChangeAspect="1"/>
          </p:cNvPicPr>
          <p:nvPr/>
        </p:nvPicPr>
        <p:blipFill rotWithShape="1">
          <a:blip r:embed="rId2"/>
          <a:srcRect l="23074" r="13213" b="-2"/>
          <a:stretch/>
        </p:blipFill>
        <p:spPr>
          <a:xfrm>
            <a:off x="279143" y="908822"/>
            <a:ext cx="5221625" cy="5040356"/>
          </a:xfrm>
          <a:prstGeom prst="rect">
            <a:avLst/>
          </a:prstGeom>
        </p:spPr>
      </p:pic>
      <p:sp>
        <p:nvSpPr>
          <p:cNvPr id="7" name="Date Placeholder 6">
            <a:extLst>
              <a:ext uri="{FF2B5EF4-FFF2-40B4-BE49-F238E27FC236}">
                <a16:creationId xmlns:a16="http://schemas.microsoft.com/office/drawing/2014/main" id="{05C25F72-F9A7-42F9-9720-0801ED77D4D1}"/>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all" spc="100" normalizeH="0" baseline="0" noProof="0">
                <a:ln>
                  <a:noFill/>
                </a:ln>
                <a:solidFill>
                  <a:prstClr val="white"/>
                </a:solidFill>
                <a:effectLst/>
                <a:uLnTx/>
                <a:uFillTx/>
                <a:latin typeface="Univers"/>
                <a:ea typeface="+mn-ea"/>
                <a:cs typeface="+mn-cs"/>
              </a:rPr>
              <a:t>9/3/20XX</a:t>
            </a:r>
          </a:p>
        </p:txBody>
      </p:sp>
      <p:sp>
        <p:nvSpPr>
          <p:cNvPr id="4" name="Text Placeholder 3">
            <a:extLst>
              <a:ext uri="{FF2B5EF4-FFF2-40B4-BE49-F238E27FC236}">
                <a16:creationId xmlns:a16="http://schemas.microsoft.com/office/drawing/2014/main" id="{65DE74E9-AA78-46C1-845A-0B72FA8AF35E}"/>
              </a:ext>
            </a:extLst>
          </p:cNvPr>
          <p:cNvSpPr>
            <a:spLocks noGrp="1"/>
          </p:cNvSpPr>
          <p:nvPr>
            <p:ph type="body" sz="quarter" idx="13"/>
          </p:nvPr>
        </p:nvSpPr>
        <p:spPr>
          <a:xfrm>
            <a:off x="6392583" y="2645922"/>
            <a:ext cx="4434721" cy="3710427"/>
          </a:xfrm>
        </p:spPr>
        <p:txBody>
          <a:bodyPr vert="horz" lIns="91440" tIns="45720" rIns="91440" bIns="45720" rtlCol="0" anchor="t">
            <a:normAutofit/>
          </a:bodyPr>
          <a:lstStyle/>
          <a:p>
            <a:pPr indent="-228600" algn="l">
              <a:buFont typeface="Arial" panose="020B0604020202020204" pitchFamily="34" charset="0"/>
              <a:buChar char="•"/>
            </a:pPr>
            <a:endParaRPr lang="en-US">
              <a:solidFill>
                <a:schemeClr val="tx1"/>
              </a:solidFill>
            </a:endParaRPr>
          </a:p>
          <a:p>
            <a:pPr indent="-228600" algn="l">
              <a:buFont typeface="Arial" panose="020B0604020202020204" pitchFamily="34" charset="0"/>
              <a:buChar char="•"/>
            </a:pPr>
            <a:endParaRPr lang="en-US">
              <a:solidFill>
                <a:schemeClr val="tx1"/>
              </a:solidFill>
            </a:endParaRPr>
          </a:p>
        </p:txBody>
      </p:sp>
      <p:sp>
        <p:nvSpPr>
          <p:cNvPr id="8" name="Footer Placeholder 7">
            <a:extLst>
              <a:ext uri="{FF2B5EF4-FFF2-40B4-BE49-F238E27FC236}">
                <a16:creationId xmlns:a16="http://schemas.microsoft.com/office/drawing/2014/main" id="{AEEDFC2F-FF0A-4EC9-A0BB-0AA2B1E6BA4A}"/>
              </a:ext>
            </a:extLst>
          </p:cNvPr>
          <p:cNvSpPr>
            <a:spLocks noGrp="1"/>
          </p:cNvSpPr>
          <p:nvPr>
            <p:ph type="ftr" sz="quarter" idx="11"/>
          </p:nvPr>
        </p:nvSpPr>
        <p:spPr>
          <a:xfrm rot="16200000">
            <a:off x="9812115" y="1591485"/>
            <a:ext cx="354809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all" spc="100" normalizeH="0" baseline="0" noProof="0">
                <a:ln>
                  <a:noFill/>
                </a:ln>
                <a:solidFill>
                  <a:srgbClr val="243FFF"/>
                </a:solidFill>
                <a:effectLst/>
                <a:uLnTx/>
                <a:uFillTx/>
                <a:latin typeface="Univers"/>
                <a:ea typeface="+mn-ea"/>
                <a:cs typeface="+mn-cs"/>
              </a:rPr>
              <a:t>Presentation Title</a:t>
            </a:r>
          </a:p>
        </p:txBody>
      </p:sp>
      <p:sp>
        <p:nvSpPr>
          <p:cNvPr id="9" name="Slide Number Placeholder 8">
            <a:extLst>
              <a:ext uri="{FF2B5EF4-FFF2-40B4-BE49-F238E27FC236}">
                <a16:creationId xmlns:a16="http://schemas.microsoft.com/office/drawing/2014/main" id="{6DCF8D89-56D9-4E2B-9838-07DFB6E9D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D8DA9DAA-006C-4F4B-980E-E3DF019B24E2}" type="slidenum">
              <a:rPr kumimoji="0" lang="en-US" sz="1200" b="1" i="0" u="none" strike="noStrike" kern="1200" cap="all" spc="100" normalizeH="0" baseline="0" noProof="0">
                <a:ln>
                  <a:noFill/>
                </a:ln>
                <a:solidFill>
                  <a:srgbClr val="243FFF"/>
                </a:solidFill>
                <a:effectLst/>
                <a:uLnTx/>
                <a:uFillTx/>
                <a:latin typeface="Univers"/>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79</a:t>
            </a:fld>
            <a:endParaRPr kumimoji="0" lang="en-US" sz="1200" b="1" i="0" u="none" strike="noStrike" kern="1200" cap="all" spc="100" normalizeH="0" baseline="0" noProof="0">
              <a:ln>
                <a:noFill/>
              </a:ln>
              <a:solidFill>
                <a:srgbClr val="243FFF"/>
              </a:solidFill>
              <a:effectLst/>
              <a:uLnTx/>
              <a:uFillTx/>
              <a:latin typeface="Univers"/>
              <a:ea typeface="+mn-ea"/>
              <a:cs typeface="+mn-cs"/>
            </a:endParaRPr>
          </a:p>
        </p:txBody>
      </p:sp>
      <p:cxnSp>
        <p:nvCxnSpPr>
          <p:cNvPr id="23" name="Straight Connector 22">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53D2623-572A-461F-B916-608DBABA7AA2}"/>
              </a:ext>
            </a:extLst>
          </p:cNvPr>
          <p:cNvSpPr txBox="1"/>
          <p:nvPr/>
        </p:nvSpPr>
        <p:spPr>
          <a:xfrm>
            <a:off x="6019060" y="2370338"/>
            <a:ext cx="458975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Univers"/>
                <a:ea typeface="+mn-ea"/>
                <a:cs typeface="+mn-cs"/>
              </a:rPr>
              <a:t>East central California 225 km east of san </a:t>
            </a:r>
            <a:r>
              <a:rPr kumimoji="0" lang="en-AU" sz="1800" b="0" i="0" u="none" strike="noStrike" kern="1200" cap="none" spc="0" normalizeH="0" baseline="0" noProof="0" dirty="0" err="1">
                <a:ln>
                  <a:noFill/>
                </a:ln>
                <a:solidFill>
                  <a:prstClr val="black"/>
                </a:solidFill>
                <a:effectLst/>
                <a:uLnTx/>
                <a:uFillTx/>
                <a:latin typeface="Univers"/>
                <a:ea typeface="+mn-ea"/>
                <a:cs typeface="+mn-cs"/>
              </a:rPr>
              <a:t>fransisco</a:t>
            </a:r>
            <a:r>
              <a:rPr kumimoji="0" lang="en-AU" sz="1800" b="0" i="0" u="none" strike="noStrike" kern="1200" cap="none" spc="0" normalizeH="0" baseline="0" noProof="0" dirty="0">
                <a:ln>
                  <a:noFill/>
                </a:ln>
                <a:solidFill>
                  <a:prstClr val="black"/>
                </a:solidFill>
                <a:effectLst/>
                <a:uLnTx/>
                <a:uFillTx/>
                <a:latin typeface="Univers"/>
                <a:ea typeface="+mn-ea"/>
                <a:cs typeface="+mn-cs"/>
              </a:rPr>
              <a:t>.</a:t>
            </a:r>
          </a:p>
        </p:txBody>
      </p:sp>
    </p:spTree>
    <p:extLst>
      <p:ext uri="{BB962C8B-B14F-4D97-AF65-F5344CB8AC3E}">
        <p14:creationId xmlns:p14="http://schemas.microsoft.com/office/powerpoint/2010/main" val="16135980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sp>
        <p:nvSpPr>
          <p:cNvPr id="3" name="Title 2">
            <a:extLst>
              <a:ext uri="{FF2B5EF4-FFF2-40B4-BE49-F238E27FC236}">
                <a16:creationId xmlns:a16="http://schemas.microsoft.com/office/drawing/2014/main" id="{0115FF41-AFA4-4D25-AB42-AB034F4B4FEC}"/>
              </a:ext>
            </a:extLst>
          </p:cNvPr>
          <p:cNvSpPr>
            <a:spLocks noGrp="1"/>
          </p:cNvSpPr>
          <p:nvPr>
            <p:ph type="title"/>
          </p:nvPr>
        </p:nvSpPr>
        <p:spPr>
          <a:xfrm>
            <a:off x="6412091" y="501651"/>
            <a:ext cx="4395340" cy="1716255"/>
          </a:xfrm>
        </p:spPr>
        <p:txBody>
          <a:bodyPr vert="horz" lIns="91440" tIns="45720" rIns="91440" bIns="45720" rtlCol="0" anchor="b">
            <a:normAutofit fontScale="90000"/>
          </a:bodyPr>
          <a:lstStyle/>
          <a:p>
            <a:r>
              <a:rPr lang="en-US" dirty="0"/>
              <a:t>Is it a natural site or mixed</a:t>
            </a:r>
            <a:endParaRPr lang="en-US" kern="1200" dirty="0">
              <a:solidFill>
                <a:schemeClr val="tx1"/>
              </a:solidFill>
              <a:latin typeface="+mj-lt"/>
              <a:ea typeface="+mj-ea"/>
              <a:cs typeface="+mj-cs"/>
            </a:endParaRPr>
          </a:p>
        </p:txBody>
      </p:sp>
      <p:sp>
        <p:nvSpPr>
          <p:cNvPr id="22" name="Rectangle 21">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13" name="Picture Placeholder 12">
            <a:extLst>
              <a:ext uri="{FF2B5EF4-FFF2-40B4-BE49-F238E27FC236}">
                <a16:creationId xmlns:a16="http://schemas.microsoft.com/office/drawing/2014/main" id="{F2090D2D-4CD2-44F6-B63F-5A1D1AF3C19F}"/>
              </a:ext>
            </a:extLst>
          </p:cNvPr>
          <p:cNvPicPr>
            <a:picLocks noGrp="1" noChangeAspect="1"/>
          </p:cNvPicPr>
          <p:nvPr>
            <p:ph type="pic" sz="quarter" idx="13"/>
          </p:nvPr>
        </p:nvPicPr>
        <p:blipFill>
          <a:blip r:embed="rId2"/>
          <a:srcRect l="12500" r="12500"/>
          <a:stretch>
            <a:fillRect/>
          </a:stretch>
        </p:blipFill>
        <p:spPr>
          <a:xfrm>
            <a:off x="279143" y="818188"/>
            <a:ext cx="5221625" cy="5221625"/>
          </a:xfrm>
          <a:prstGeom prst="rect">
            <a:avLst/>
          </a:prstGeom>
        </p:spPr>
      </p:pic>
      <p:sp>
        <p:nvSpPr>
          <p:cNvPr id="9" name="Date Placeholder 8">
            <a:extLst>
              <a:ext uri="{FF2B5EF4-FFF2-40B4-BE49-F238E27FC236}">
                <a16:creationId xmlns:a16="http://schemas.microsoft.com/office/drawing/2014/main" id="{D45C472E-4078-40A0-83A2-652E8356EDCB}"/>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all" spc="100" normalizeH="0" baseline="0" noProof="0">
                <a:ln>
                  <a:noFill/>
                </a:ln>
                <a:solidFill>
                  <a:prstClr val="white"/>
                </a:solidFill>
                <a:effectLst/>
                <a:uLnTx/>
                <a:uFillTx/>
                <a:latin typeface="Univers"/>
                <a:ea typeface="+mn-ea"/>
                <a:cs typeface="+mn-cs"/>
              </a:rPr>
              <a:t>9/3/20XX</a:t>
            </a:r>
          </a:p>
        </p:txBody>
      </p:sp>
      <p:sp>
        <p:nvSpPr>
          <p:cNvPr id="4" name="Content Placeholder 3">
            <a:extLst>
              <a:ext uri="{FF2B5EF4-FFF2-40B4-BE49-F238E27FC236}">
                <a16:creationId xmlns:a16="http://schemas.microsoft.com/office/drawing/2014/main" id="{B0881FA9-F3B0-4912-B0E1-352094195C30}"/>
              </a:ext>
            </a:extLst>
          </p:cNvPr>
          <p:cNvSpPr>
            <a:spLocks noGrp="1"/>
          </p:cNvSpPr>
          <p:nvPr>
            <p:ph idx="1"/>
          </p:nvPr>
        </p:nvSpPr>
        <p:spPr>
          <a:xfrm>
            <a:off x="6392583" y="2645922"/>
            <a:ext cx="4434721" cy="3710427"/>
          </a:xfrm>
        </p:spPr>
        <p:txBody>
          <a:bodyPr vert="horz" lIns="91440" tIns="45720" rIns="91440" bIns="45720" rtlCol="0" anchor="t">
            <a:normAutofit/>
          </a:bodyPr>
          <a:lstStyle/>
          <a:p>
            <a:pPr indent="-228600">
              <a:lnSpc>
                <a:spcPct val="90000"/>
              </a:lnSpc>
              <a:buFont typeface="Arial" panose="020B0604020202020204" pitchFamily="34" charset="0"/>
              <a:buChar char="•"/>
            </a:pPr>
            <a:r>
              <a:rPr lang="en-US" sz="1800"/>
              <a:t>The Yosemite National Park is a natural site  </a:t>
            </a:r>
          </a:p>
          <a:p>
            <a:pPr indent="-228600">
              <a:lnSpc>
                <a:spcPct val="90000"/>
              </a:lnSpc>
              <a:buFont typeface="Arial" panose="020B0604020202020204" pitchFamily="34" charset="0"/>
              <a:buChar char="•"/>
            </a:pPr>
            <a:endParaRPr lang="en-US" sz="1800"/>
          </a:p>
        </p:txBody>
      </p:sp>
      <p:sp>
        <p:nvSpPr>
          <p:cNvPr id="10" name="Footer Placeholder 9">
            <a:extLst>
              <a:ext uri="{FF2B5EF4-FFF2-40B4-BE49-F238E27FC236}">
                <a16:creationId xmlns:a16="http://schemas.microsoft.com/office/drawing/2014/main" id="{A8C7C3A0-5E78-49C8-B8D4-F3DF62B2BC93}"/>
              </a:ext>
            </a:extLst>
          </p:cNvPr>
          <p:cNvSpPr>
            <a:spLocks noGrp="1"/>
          </p:cNvSpPr>
          <p:nvPr>
            <p:ph type="ftr" sz="quarter" idx="11"/>
          </p:nvPr>
        </p:nvSpPr>
        <p:spPr>
          <a:xfrm rot="16200000">
            <a:off x="9812115" y="1591485"/>
            <a:ext cx="3548094"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all" spc="100" normalizeH="0" baseline="0" noProof="0">
                <a:ln>
                  <a:noFill/>
                </a:ln>
                <a:solidFill>
                  <a:srgbClr val="243FFF"/>
                </a:solidFill>
                <a:effectLst/>
                <a:uLnTx/>
                <a:uFillTx/>
                <a:latin typeface="Univers"/>
                <a:ea typeface="+mn-ea"/>
                <a:cs typeface="+mn-cs"/>
              </a:rPr>
              <a:t>Presentation Title</a:t>
            </a:r>
          </a:p>
        </p:txBody>
      </p:sp>
      <p:sp>
        <p:nvSpPr>
          <p:cNvPr id="11" name="Slide Number Placeholder 10">
            <a:extLst>
              <a:ext uri="{FF2B5EF4-FFF2-40B4-BE49-F238E27FC236}">
                <a16:creationId xmlns:a16="http://schemas.microsoft.com/office/drawing/2014/main" id="{56AE2454-CE9A-4A6B-AB5A-349E0D96765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D8DA9DAA-006C-4F4B-980E-E3DF019B24E2}" type="slidenum">
              <a:rPr kumimoji="0" lang="en-US" sz="1200" b="1" i="0" u="none" strike="noStrike" kern="1200" cap="all" spc="100" normalizeH="0" baseline="0" noProof="0" smtClean="0">
                <a:ln>
                  <a:noFill/>
                </a:ln>
                <a:solidFill>
                  <a:srgbClr val="243FFF"/>
                </a:solidFill>
                <a:effectLst/>
                <a:uLnTx/>
                <a:uFillTx/>
                <a:latin typeface="Univers"/>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80</a:t>
            </a:fld>
            <a:endParaRPr kumimoji="0" lang="en-US" sz="1200" b="1" i="0" u="none" strike="noStrike" kern="1200" cap="all" spc="100" normalizeH="0" baseline="0" noProof="0">
              <a:ln>
                <a:noFill/>
              </a:ln>
              <a:solidFill>
                <a:srgbClr val="243FFF"/>
              </a:solidFill>
              <a:effectLst/>
              <a:uLnTx/>
              <a:uFillTx/>
              <a:latin typeface="Univers"/>
              <a:ea typeface="+mn-ea"/>
              <a:cs typeface="+mn-cs"/>
            </a:endParaRPr>
          </a:p>
        </p:txBody>
      </p:sp>
      <p:cxnSp>
        <p:nvCxnSpPr>
          <p:cNvPr id="24" name="Straight Connector 2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349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AAC4440-8C11-4E3A-9756-5BFDA56C5A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sp>
        <p:nvSpPr>
          <p:cNvPr id="18" name="!!Rectangle">
            <a:extLst>
              <a:ext uri="{FF2B5EF4-FFF2-40B4-BE49-F238E27FC236}">
                <a16:creationId xmlns:a16="http://schemas.microsoft.com/office/drawing/2014/main" id="{5E7AA7E8-8006-4E1F-A566-FCF37EE6F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12" name="Picture 11" descr="Wood human figure">
            <a:extLst>
              <a:ext uri="{FF2B5EF4-FFF2-40B4-BE49-F238E27FC236}">
                <a16:creationId xmlns:a16="http://schemas.microsoft.com/office/drawing/2014/main" id="{A86E9272-0C5E-5B1A-A8E2-233C1D20EBC1}"/>
              </a:ext>
            </a:extLst>
          </p:cNvPr>
          <p:cNvPicPr>
            <a:picLocks noChangeAspect="1"/>
          </p:cNvPicPr>
          <p:nvPr/>
        </p:nvPicPr>
        <p:blipFill rotWithShape="1">
          <a:blip r:embed="rId2">
            <a:duotone>
              <a:schemeClr val="accent1">
                <a:shade val="45000"/>
                <a:satMod val="135000"/>
              </a:schemeClr>
              <a:prstClr val="white"/>
            </a:duotone>
            <a:alphaModFix amt="35000"/>
          </a:blip>
          <a:srcRect b="15730"/>
          <a:stretch/>
        </p:blipFill>
        <p:spPr>
          <a:xfrm>
            <a:off x="20" y="-8877"/>
            <a:ext cx="12191980" cy="6858000"/>
          </a:xfrm>
          <a:prstGeom prst="rect">
            <a:avLst/>
          </a:prstGeom>
        </p:spPr>
      </p:pic>
      <p:sp>
        <p:nvSpPr>
          <p:cNvPr id="2" name="Title 1">
            <a:extLst>
              <a:ext uri="{FF2B5EF4-FFF2-40B4-BE49-F238E27FC236}">
                <a16:creationId xmlns:a16="http://schemas.microsoft.com/office/drawing/2014/main" id="{C5F2FB0B-15EC-453B-BC9B-69AD35DDCEA3}"/>
              </a:ext>
            </a:extLst>
          </p:cNvPr>
          <p:cNvSpPr>
            <a:spLocks noGrp="1"/>
          </p:cNvSpPr>
          <p:nvPr>
            <p:ph type="ctrTitle"/>
          </p:nvPr>
        </p:nvSpPr>
        <p:spPr>
          <a:xfrm>
            <a:off x="242910" y="1598246"/>
            <a:ext cx="4626709" cy="5122985"/>
          </a:xfrm>
        </p:spPr>
        <p:txBody>
          <a:bodyPr anchor="t">
            <a:normAutofit/>
          </a:bodyPr>
          <a:lstStyle/>
          <a:p>
            <a:pPr algn="r"/>
            <a:r>
              <a:rPr lang="en-US" sz="5500">
                <a:solidFill>
                  <a:srgbClr val="FFFFFF"/>
                </a:solidFill>
              </a:rPr>
              <a:t>Why is it important </a:t>
            </a:r>
          </a:p>
        </p:txBody>
      </p:sp>
      <p:sp>
        <p:nvSpPr>
          <p:cNvPr id="3" name="Subtitle 2">
            <a:extLst>
              <a:ext uri="{FF2B5EF4-FFF2-40B4-BE49-F238E27FC236}">
                <a16:creationId xmlns:a16="http://schemas.microsoft.com/office/drawing/2014/main" id="{05408798-0DB3-46BF-880E-7BB904D700F6}"/>
              </a:ext>
            </a:extLst>
          </p:cNvPr>
          <p:cNvSpPr>
            <a:spLocks noGrp="1"/>
          </p:cNvSpPr>
          <p:nvPr>
            <p:ph type="subTitle" idx="1"/>
          </p:nvPr>
        </p:nvSpPr>
        <p:spPr>
          <a:xfrm>
            <a:off x="5792994" y="1590840"/>
            <a:ext cx="5672176" cy="5095221"/>
          </a:xfrm>
        </p:spPr>
        <p:txBody>
          <a:bodyPr>
            <a:normAutofit/>
          </a:bodyPr>
          <a:lstStyle/>
          <a:p>
            <a:pPr algn="l"/>
            <a:r>
              <a:rPr lang="en-AU" sz="3100">
                <a:solidFill>
                  <a:srgbClr val="FFFFFF"/>
                </a:solidFill>
                <a:latin typeface="arial" panose="020B0604020202020204" pitchFamily="34" charset="0"/>
              </a:rPr>
              <a:t>Yosemite National Park has the distinction of being the first scenic natural area to be set aside by the United States for public benefit and appreciation of landscape beauty. Yosemite Valley and the Mariposa Grove were the 1864 birthplace of the national park idea, which has spread throughout the world.</a:t>
            </a:r>
            <a:endParaRPr lang="en-US" sz="3100">
              <a:solidFill>
                <a:srgbClr val="FFFFFF"/>
              </a:solidFill>
            </a:endParaRPr>
          </a:p>
        </p:txBody>
      </p:sp>
      <p:cxnSp>
        <p:nvCxnSpPr>
          <p:cNvPr id="20" name="Straight Connector 19">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788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Univers"/>
              <a:ea typeface="+mn-ea"/>
              <a:cs typeface="+mn-cs"/>
            </a:endParaRPr>
          </a:p>
        </p:txBody>
      </p:sp>
      <p:sp>
        <p:nvSpPr>
          <p:cNvPr id="4" name="Title 3">
            <a:extLst>
              <a:ext uri="{FF2B5EF4-FFF2-40B4-BE49-F238E27FC236}">
                <a16:creationId xmlns:a16="http://schemas.microsoft.com/office/drawing/2014/main" id="{55E27C7C-4B68-4BBC-BF36-8959D8493E4A}"/>
              </a:ext>
            </a:extLst>
          </p:cNvPr>
          <p:cNvSpPr>
            <a:spLocks noGrp="1"/>
          </p:cNvSpPr>
          <p:nvPr>
            <p:ph type="title"/>
          </p:nvPr>
        </p:nvSpPr>
        <p:spPr>
          <a:xfrm>
            <a:off x="6657715" y="467271"/>
            <a:ext cx="4195674" cy="2052522"/>
          </a:xfrm>
        </p:spPr>
        <p:txBody>
          <a:bodyPr vert="horz" lIns="91440" tIns="45720" rIns="91440" bIns="45720" rtlCol="0" anchor="b">
            <a:normAutofit/>
          </a:bodyPr>
          <a:lstStyle/>
          <a:p>
            <a:r>
              <a:rPr lang="en-US" sz="4800" kern="1200">
                <a:solidFill>
                  <a:schemeClr val="tx1"/>
                </a:solidFill>
                <a:latin typeface="+mj-lt"/>
                <a:ea typeface="+mj-ea"/>
                <a:cs typeface="+mj-cs"/>
              </a:rPr>
              <a:t>Any treats to the site </a:t>
            </a:r>
          </a:p>
        </p:txBody>
      </p:sp>
      <p:sp>
        <p:nvSpPr>
          <p:cNvPr id="29" name="Oval 2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sp>
        <p:nvSpPr>
          <p:cNvPr id="3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33"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2" name="TextBox 1">
            <a:extLst>
              <a:ext uri="{FF2B5EF4-FFF2-40B4-BE49-F238E27FC236}">
                <a16:creationId xmlns:a16="http://schemas.microsoft.com/office/drawing/2014/main" id="{DB524E24-1309-41A1-81CE-AFBBE5134FE3}"/>
              </a:ext>
            </a:extLst>
          </p:cNvPr>
          <p:cNvSpPr txBox="1"/>
          <p:nvPr/>
        </p:nvSpPr>
        <p:spPr>
          <a:xfrm>
            <a:off x="6695359" y="2990818"/>
            <a:ext cx="4158031" cy="2913872"/>
          </a:xfrm>
          <a:prstGeom prst="rect">
            <a:avLst/>
          </a:prstGeom>
        </p:spPr>
        <p:txBody>
          <a:bodyPr vert="horz" lIns="91440" tIns="45720" rIns="91440" bIns="45720" rtlCol="0" anchor="t">
            <a:normAutofit/>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Univers"/>
                <a:ea typeface="+mn-ea"/>
                <a:cs typeface="+mn-cs"/>
              </a:rPr>
              <a:t>Current threats to the integrity of the Yosemite National Park World Heritage site include </a:t>
            </a:r>
            <a:r>
              <a:rPr kumimoji="0" lang="en-US" sz="1800" b="1" i="0" u="none" strike="noStrike" kern="1200" cap="none" spc="0" normalizeH="0" baseline="0" noProof="0" dirty="0">
                <a:ln>
                  <a:noFill/>
                </a:ln>
                <a:solidFill>
                  <a:prstClr val="black"/>
                </a:solidFill>
                <a:effectLst/>
                <a:uLnTx/>
                <a:uFillTx/>
                <a:latin typeface="Univers"/>
                <a:ea typeface="+mn-ea"/>
                <a:cs typeface="+mn-cs"/>
              </a:rPr>
              <a:t>over-development, unregulated day use, air pollution, invasive species and altered fire regimes</a:t>
            </a:r>
            <a:r>
              <a:rPr kumimoji="0" lang="en-US" sz="1800" b="0" i="0" u="none" strike="noStrike" kern="1200" cap="none" spc="0" normalizeH="0" baseline="0" noProof="0" dirty="0">
                <a:ln>
                  <a:noFill/>
                </a:ln>
                <a:solidFill>
                  <a:prstClr val="black"/>
                </a:solidFill>
                <a:effectLst/>
                <a:uLnTx/>
                <a:uFillTx/>
                <a:latin typeface="Univers"/>
                <a:ea typeface="+mn-ea"/>
                <a:cs typeface="+mn-cs"/>
              </a:rPr>
              <a:t>.</a:t>
            </a: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3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9" name="Slide Number Placeholder 5">
            <a:extLst>
              <a:ext uri="{FF2B5EF4-FFF2-40B4-BE49-F238E27FC236}">
                <a16:creationId xmlns:a16="http://schemas.microsoft.com/office/drawing/2014/main" id="{4FC290B8-BF94-4636-BFAB-9FD67F4AAC6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D8DA9DAA-006C-4F4B-980E-E3DF019B24E2}" type="slidenum">
              <a:rPr kumimoji="0" lang="en-US" sz="1200" b="1" i="0" u="none" strike="noStrike" kern="1200" cap="all" spc="100" normalizeH="0" baseline="0" noProof="0">
                <a:ln>
                  <a:noFill/>
                </a:ln>
                <a:solidFill>
                  <a:srgbClr val="243FFF"/>
                </a:solidFill>
                <a:effectLst/>
                <a:uLnTx/>
                <a:uFillTx/>
                <a:latin typeface="Univers"/>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82</a:t>
            </a:fld>
            <a:endParaRPr kumimoji="0" lang="en-US" sz="1200" b="1" i="0" u="none" strike="noStrike" kern="1200" cap="all" spc="100" normalizeH="0" baseline="0" noProof="0">
              <a:ln>
                <a:noFill/>
              </a:ln>
              <a:solidFill>
                <a:srgbClr val="243FFF"/>
              </a:solidFill>
              <a:effectLst/>
              <a:uLnTx/>
              <a:uFillTx/>
              <a:latin typeface="Univers"/>
              <a:ea typeface="+mn-ea"/>
              <a:cs typeface="+mn-cs"/>
            </a:endParaRPr>
          </a:p>
        </p:txBody>
      </p:sp>
      <p:cxnSp>
        <p:nvCxnSpPr>
          <p:cNvPr id="37" name="Straight Connector 3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descr="chart">
            <a:extLst>
              <a:ext uri="{FF2B5EF4-FFF2-40B4-BE49-F238E27FC236}">
                <a16:creationId xmlns:a16="http://schemas.microsoft.com/office/drawing/2014/main" id="{314209B2-7DC1-4F18-AD3E-91CE29A6776E}"/>
              </a:ext>
            </a:extLst>
          </p:cNvPr>
          <p:cNvGraphicFramePr>
            <a:graphicFrameLocks noGrp="1"/>
          </p:cNvGraphicFramePr>
          <p:nvPr>
            <p:ph idx="1"/>
          </p:nvPr>
        </p:nvGraphicFramePr>
        <p:xfrm>
          <a:off x="1217770" y="1448957"/>
          <a:ext cx="3952579" cy="395257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839144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570A04-6E45-4983-B3B7-72E6CDA6C68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Univers"/>
                <a:ea typeface="+mn-ea"/>
                <a:cs typeface="+mn-cs"/>
              </a:rPr>
              <a:t>9/3/20XX</a:t>
            </a:r>
            <a:endParaRPr kumimoji="0" lang="en-US" sz="1200" b="1" i="0" u="none" strike="noStrike" kern="1200" cap="all" spc="100" normalizeH="0" baseline="0" noProof="0" dirty="0">
              <a:ln>
                <a:noFill/>
              </a:ln>
              <a:solidFill>
                <a:prstClr val="black">
                  <a:tint val="75000"/>
                </a:prstClr>
              </a:solidFill>
              <a:effectLst/>
              <a:uLnTx/>
              <a:uFillTx/>
              <a:latin typeface="Univers"/>
              <a:ea typeface="+mn-ea"/>
              <a:cs typeface="+mn-cs"/>
            </a:endParaRPr>
          </a:p>
        </p:txBody>
      </p:sp>
      <p:sp>
        <p:nvSpPr>
          <p:cNvPr id="3" name="Footer Placeholder 2">
            <a:extLst>
              <a:ext uri="{FF2B5EF4-FFF2-40B4-BE49-F238E27FC236}">
                <a16:creationId xmlns:a16="http://schemas.microsoft.com/office/drawing/2014/main" id="{C8563C4E-706A-422C-9306-8458D333FBA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Univers"/>
                <a:ea typeface="+mn-ea"/>
                <a:cs typeface="+mn-cs"/>
              </a:rPr>
              <a:t>Presentation Title</a:t>
            </a:r>
            <a:endParaRPr kumimoji="0" lang="en-US" sz="1200" b="1" i="0" u="none" strike="noStrike" kern="1200" cap="all" spc="100" normalizeH="0" baseline="0" noProof="0" dirty="0">
              <a:ln>
                <a:noFill/>
              </a:ln>
              <a:solidFill>
                <a:prstClr val="black">
                  <a:tint val="75000"/>
                </a:prstClr>
              </a:solidFill>
              <a:effectLst/>
              <a:uLnTx/>
              <a:uFillTx/>
              <a:latin typeface="Univers"/>
              <a:ea typeface="+mn-ea"/>
              <a:cs typeface="+mn-cs"/>
            </a:endParaRPr>
          </a:p>
        </p:txBody>
      </p:sp>
      <p:sp>
        <p:nvSpPr>
          <p:cNvPr id="4" name="Slide Number Placeholder 3">
            <a:extLst>
              <a:ext uri="{FF2B5EF4-FFF2-40B4-BE49-F238E27FC236}">
                <a16:creationId xmlns:a16="http://schemas.microsoft.com/office/drawing/2014/main" id="{5F3977CA-724C-40A3-B822-50EFC3B68E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DA9DAA-006C-4F4B-980E-E3DF019B24E2}" type="slidenum">
              <a:rPr kumimoji="0" lang="en-US" sz="1200" b="1" i="0" u="none" strike="noStrike" kern="1200" cap="all" spc="100" normalizeH="0" baseline="0" noProof="0" smtClean="0">
                <a:ln>
                  <a:noFill/>
                </a:ln>
                <a:solidFill>
                  <a:prstClr val="black">
                    <a:tint val="75000"/>
                  </a:prstClr>
                </a:solidFill>
                <a:effectLst/>
                <a:uLnTx/>
                <a:uFillTx/>
                <a:latin typeface="Univer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1" i="0" u="none" strike="noStrike" kern="1200" cap="all" spc="100" normalizeH="0" baseline="0" noProof="0" dirty="0">
              <a:ln>
                <a:noFill/>
              </a:ln>
              <a:solidFill>
                <a:prstClr val="black">
                  <a:tint val="75000"/>
                </a:prstClr>
              </a:solidFill>
              <a:effectLst/>
              <a:uLnTx/>
              <a:uFillTx/>
              <a:latin typeface="Univers"/>
              <a:ea typeface="+mn-ea"/>
              <a:cs typeface="+mn-cs"/>
            </a:endParaRPr>
          </a:p>
        </p:txBody>
      </p:sp>
      <p:sp>
        <p:nvSpPr>
          <p:cNvPr id="5" name="TextBox 4">
            <a:extLst>
              <a:ext uri="{FF2B5EF4-FFF2-40B4-BE49-F238E27FC236}">
                <a16:creationId xmlns:a16="http://schemas.microsoft.com/office/drawing/2014/main" id="{7A4F9AB5-56D4-440E-B3A2-A426200A3CAD}"/>
              </a:ext>
            </a:extLst>
          </p:cNvPr>
          <p:cNvSpPr txBox="1"/>
          <p:nvPr/>
        </p:nvSpPr>
        <p:spPr>
          <a:xfrm>
            <a:off x="1676401" y="1028700"/>
            <a:ext cx="792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Univers"/>
                <a:ea typeface="+mn-ea"/>
                <a:cs typeface="+mn-cs"/>
              </a:rPr>
              <a:t>How is the site being protected </a:t>
            </a:r>
          </a:p>
        </p:txBody>
      </p:sp>
      <p:sp>
        <p:nvSpPr>
          <p:cNvPr id="7" name="TextBox 6">
            <a:extLst>
              <a:ext uri="{FF2B5EF4-FFF2-40B4-BE49-F238E27FC236}">
                <a16:creationId xmlns:a16="http://schemas.microsoft.com/office/drawing/2014/main" id="{BA4F27D5-E5AD-459E-9E3B-5A4E4806AAFB}"/>
              </a:ext>
            </a:extLst>
          </p:cNvPr>
          <p:cNvSpPr txBox="1"/>
          <p:nvPr/>
        </p:nvSpPr>
        <p:spPr>
          <a:xfrm>
            <a:off x="1165934" y="2002069"/>
            <a:ext cx="609600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More than 94% of Yosemite is designated as Yosemite Wilderness, contributing to one of the largest contiguous areas of protected wilderness in the lower 48 states. Additionally, 135 miles of the Merced and Tuolumne Rivers are designated as part of the national wild and scenic river system.</a:t>
            </a:r>
            <a:endParaRPr kumimoji="0" lang="en-AU" sz="1800" b="0" i="0" u="none" strike="noStrike" kern="1200" cap="none" spc="0" normalizeH="0" baseline="0" noProof="0" dirty="0">
              <a:ln>
                <a:noFill/>
              </a:ln>
              <a:solidFill>
                <a:prstClr val="black"/>
              </a:solidFill>
              <a:effectLst/>
              <a:uLnTx/>
              <a:uFillTx/>
              <a:latin typeface="Univers"/>
              <a:ea typeface="+mn-ea"/>
              <a:cs typeface="+mn-cs"/>
            </a:endParaRPr>
          </a:p>
        </p:txBody>
      </p:sp>
      <p:pic>
        <p:nvPicPr>
          <p:cNvPr id="8" name="Picture 7">
            <a:extLst>
              <a:ext uri="{FF2B5EF4-FFF2-40B4-BE49-F238E27FC236}">
                <a16:creationId xmlns:a16="http://schemas.microsoft.com/office/drawing/2014/main" id="{AA96A6BB-025C-4C37-A6B0-D6F58A574209}"/>
              </a:ext>
            </a:extLst>
          </p:cNvPr>
          <p:cNvPicPr>
            <a:picLocks noChangeAspect="1"/>
          </p:cNvPicPr>
          <p:nvPr/>
        </p:nvPicPr>
        <p:blipFill>
          <a:blip r:embed="rId2"/>
          <a:stretch>
            <a:fillRect/>
          </a:stretch>
        </p:blipFill>
        <p:spPr>
          <a:xfrm>
            <a:off x="7148004" y="1975220"/>
            <a:ext cx="4762500" cy="3562350"/>
          </a:xfrm>
          <a:prstGeom prst="rect">
            <a:avLst/>
          </a:prstGeom>
        </p:spPr>
      </p:pic>
    </p:spTree>
    <p:extLst>
      <p:ext uri="{BB962C8B-B14F-4D97-AF65-F5344CB8AC3E}">
        <p14:creationId xmlns:p14="http://schemas.microsoft.com/office/powerpoint/2010/main" val="34137083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7F0FFD-6555-4038-8D10-7E8FC3EDFFC4}"/>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F2A01CF2-6597-4C4B-BD12-7E6FBA8D18CA}"/>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6E131B9F-E89D-48A8-9CCE-7A425E1D8E76}"/>
              </a:ext>
            </a:extLst>
          </p:cNvPr>
          <p:cNvSpPr>
            <a:spLocks noGrp="1"/>
          </p:cNvSpPr>
          <p:nvPr>
            <p:ph type="sldNum" sz="quarter" idx="12"/>
          </p:nvPr>
        </p:nvSpPr>
        <p:spPr/>
        <p:txBody>
          <a:bodyPr/>
          <a:lstStyle/>
          <a:p>
            <a:fld id="{D8DA9DAA-006C-4F4B-980E-E3DF019B24E2}" type="slidenum">
              <a:rPr lang="en-US" smtClean="0"/>
              <a:t>84</a:t>
            </a:fld>
            <a:endParaRPr lang="en-US" dirty="0"/>
          </a:p>
        </p:txBody>
      </p:sp>
      <p:pic>
        <p:nvPicPr>
          <p:cNvPr id="6" name="Picture 5">
            <a:extLst>
              <a:ext uri="{FF2B5EF4-FFF2-40B4-BE49-F238E27FC236}">
                <a16:creationId xmlns:a16="http://schemas.microsoft.com/office/drawing/2014/main" id="{B2D80EE1-01BA-477F-9A9D-55C53702C619}"/>
              </a:ext>
            </a:extLst>
          </p:cNvPr>
          <p:cNvPicPr>
            <a:picLocks noChangeAspect="1"/>
          </p:cNvPicPr>
          <p:nvPr/>
        </p:nvPicPr>
        <p:blipFill>
          <a:blip r:embed="rId2"/>
          <a:stretch>
            <a:fillRect/>
          </a:stretch>
        </p:blipFill>
        <p:spPr>
          <a:xfrm>
            <a:off x="0" y="-134790"/>
            <a:ext cx="12284364" cy="7127580"/>
          </a:xfrm>
          <a:prstGeom prst="rect">
            <a:avLst/>
          </a:prstGeom>
        </p:spPr>
      </p:pic>
    </p:spTree>
    <p:extLst>
      <p:ext uri="{BB962C8B-B14F-4D97-AF65-F5344CB8AC3E}">
        <p14:creationId xmlns:p14="http://schemas.microsoft.com/office/powerpoint/2010/main" val="13117549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6A507E-CF7D-4D65-B52E-806B9C5A1A88}"/>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0117B7AA-EE8F-4B52-AC65-F9502079E335}"/>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FCCB5FD7-D2DF-4E37-8995-5BA39485AAD1}"/>
              </a:ext>
            </a:extLst>
          </p:cNvPr>
          <p:cNvSpPr>
            <a:spLocks noGrp="1"/>
          </p:cNvSpPr>
          <p:nvPr>
            <p:ph type="sldNum" sz="quarter" idx="12"/>
          </p:nvPr>
        </p:nvSpPr>
        <p:spPr/>
        <p:txBody>
          <a:bodyPr/>
          <a:lstStyle/>
          <a:p>
            <a:fld id="{D8DA9DAA-006C-4F4B-980E-E3DF019B24E2}" type="slidenum">
              <a:rPr lang="en-US" smtClean="0"/>
              <a:t>85</a:t>
            </a:fld>
            <a:endParaRPr lang="en-US" dirty="0"/>
          </a:p>
        </p:txBody>
      </p:sp>
      <p:pic>
        <p:nvPicPr>
          <p:cNvPr id="6" name="Picture 5">
            <a:extLst>
              <a:ext uri="{FF2B5EF4-FFF2-40B4-BE49-F238E27FC236}">
                <a16:creationId xmlns:a16="http://schemas.microsoft.com/office/drawing/2014/main" id="{46ECE68B-FE24-41E9-B469-3993C363248C}"/>
              </a:ext>
            </a:extLst>
          </p:cNvPr>
          <p:cNvPicPr>
            <a:picLocks noChangeAspect="1"/>
          </p:cNvPicPr>
          <p:nvPr/>
        </p:nvPicPr>
        <p:blipFill>
          <a:blip r:embed="rId2"/>
          <a:stretch>
            <a:fillRect/>
          </a:stretch>
        </p:blipFill>
        <p:spPr>
          <a:xfrm>
            <a:off x="77371" y="0"/>
            <a:ext cx="12037258" cy="6858000"/>
          </a:xfrm>
          <a:prstGeom prst="rect">
            <a:avLst/>
          </a:prstGeom>
        </p:spPr>
      </p:pic>
    </p:spTree>
    <p:extLst>
      <p:ext uri="{BB962C8B-B14F-4D97-AF65-F5344CB8AC3E}">
        <p14:creationId xmlns:p14="http://schemas.microsoft.com/office/powerpoint/2010/main" val="12832207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5EEE45-18F1-4B6F-8264-514EC52C7DBD}"/>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3121A99E-2BB0-40E4-AC36-26D3A380D742}"/>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19962281-3FB3-4CF4-AECE-090E16B7BF64}"/>
              </a:ext>
            </a:extLst>
          </p:cNvPr>
          <p:cNvSpPr>
            <a:spLocks noGrp="1"/>
          </p:cNvSpPr>
          <p:nvPr>
            <p:ph type="sldNum" sz="quarter" idx="12"/>
          </p:nvPr>
        </p:nvSpPr>
        <p:spPr/>
        <p:txBody>
          <a:bodyPr/>
          <a:lstStyle/>
          <a:p>
            <a:fld id="{D8DA9DAA-006C-4F4B-980E-E3DF019B24E2}" type="slidenum">
              <a:rPr lang="en-US" smtClean="0"/>
              <a:t>86</a:t>
            </a:fld>
            <a:endParaRPr lang="en-US" dirty="0"/>
          </a:p>
        </p:txBody>
      </p:sp>
      <p:pic>
        <p:nvPicPr>
          <p:cNvPr id="6" name="Picture 5">
            <a:extLst>
              <a:ext uri="{FF2B5EF4-FFF2-40B4-BE49-F238E27FC236}">
                <a16:creationId xmlns:a16="http://schemas.microsoft.com/office/drawing/2014/main" id="{6C4D71E1-3BD7-49C8-B09E-59383461CF17}"/>
              </a:ext>
            </a:extLst>
          </p:cNvPr>
          <p:cNvPicPr>
            <a:picLocks noChangeAspect="1"/>
          </p:cNvPicPr>
          <p:nvPr/>
        </p:nvPicPr>
        <p:blipFill>
          <a:blip r:embed="rId2"/>
          <a:stretch>
            <a:fillRect/>
          </a:stretch>
        </p:blipFill>
        <p:spPr>
          <a:xfrm>
            <a:off x="0" y="9660"/>
            <a:ext cx="12192000" cy="6838679"/>
          </a:xfrm>
          <a:prstGeom prst="rect">
            <a:avLst/>
          </a:prstGeom>
        </p:spPr>
      </p:pic>
    </p:spTree>
    <p:extLst>
      <p:ext uri="{BB962C8B-B14F-4D97-AF65-F5344CB8AC3E}">
        <p14:creationId xmlns:p14="http://schemas.microsoft.com/office/powerpoint/2010/main" val="3272556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C6672B-6633-4B5D-B5B1-8FACC0FADC82}"/>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5C955E09-5275-4A7B-B7B0-CBB5C2E29ED8}"/>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702B09AB-E0C9-47FB-BFC2-D6262CE7760B}"/>
              </a:ext>
            </a:extLst>
          </p:cNvPr>
          <p:cNvSpPr>
            <a:spLocks noGrp="1"/>
          </p:cNvSpPr>
          <p:nvPr>
            <p:ph type="sldNum" sz="quarter" idx="12"/>
          </p:nvPr>
        </p:nvSpPr>
        <p:spPr/>
        <p:txBody>
          <a:bodyPr/>
          <a:lstStyle/>
          <a:p>
            <a:fld id="{D8DA9DAA-006C-4F4B-980E-E3DF019B24E2}" type="slidenum">
              <a:rPr lang="en-US" smtClean="0"/>
              <a:t>87</a:t>
            </a:fld>
            <a:endParaRPr lang="en-US" dirty="0"/>
          </a:p>
        </p:txBody>
      </p:sp>
      <p:pic>
        <p:nvPicPr>
          <p:cNvPr id="6" name="Picture 5">
            <a:extLst>
              <a:ext uri="{FF2B5EF4-FFF2-40B4-BE49-F238E27FC236}">
                <a16:creationId xmlns:a16="http://schemas.microsoft.com/office/drawing/2014/main" id="{B02AA9AB-9395-47F2-B032-8198EBC0A103}"/>
              </a:ext>
            </a:extLst>
          </p:cNvPr>
          <p:cNvPicPr>
            <a:picLocks noChangeAspect="1"/>
          </p:cNvPicPr>
          <p:nvPr/>
        </p:nvPicPr>
        <p:blipFill>
          <a:blip r:embed="rId2"/>
          <a:stretch>
            <a:fillRect/>
          </a:stretch>
        </p:blipFill>
        <p:spPr>
          <a:xfrm>
            <a:off x="19721" y="0"/>
            <a:ext cx="12152557" cy="6858000"/>
          </a:xfrm>
          <a:prstGeom prst="rect">
            <a:avLst/>
          </a:prstGeom>
        </p:spPr>
      </p:pic>
    </p:spTree>
    <p:extLst>
      <p:ext uri="{BB962C8B-B14F-4D97-AF65-F5344CB8AC3E}">
        <p14:creationId xmlns:p14="http://schemas.microsoft.com/office/powerpoint/2010/main" val="14115234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966BC1-3674-453A-9475-CA8FA7CE9B69}"/>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0773A293-3055-4827-A42D-939D7DC346D5}"/>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BB0C1F15-8B68-4D66-AB08-B775D31EEC59}"/>
              </a:ext>
            </a:extLst>
          </p:cNvPr>
          <p:cNvSpPr>
            <a:spLocks noGrp="1"/>
          </p:cNvSpPr>
          <p:nvPr>
            <p:ph type="sldNum" sz="quarter" idx="12"/>
          </p:nvPr>
        </p:nvSpPr>
        <p:spPr/>
        <p:txBody>
          <a:bodyPr/>
          <a:lstStyle/>
          <a:p>
            <a:fld id="{D8DA9DAA-006C-4F4B-980E-E3DF019B24E2}" type="slidenum">
              <a:rPr lang="en-US" smtClean="0"/>
              <a:t>88</a:t>
            </a:fld>
            <a:endParaRPr lang="en-US" dirty="0"/>
          </a:p>
        </p:txBody>
      </p:sp>
      <p:pic>
        <p:nvPicPr>
          <p:cNvPr id="6" name="Picture 5">
            <a:extLst>
              <a:ext uri="{FF2B5EF4-FFF2-40B4-BE49-F238E27FC236}">
                <a16:creationId xmlns:a16="http://schemas.microsoft.com/office/drawing/2014/main" id="{2140AAE8-A191-48EF-95DB-ABD823C8DC2D}"/>
              </a:ext>
            </a:extLst>
          </p:cNvPr>
          <p:cNvPicPr>
            <a:picLocks noChangeAspect="1"/>
          </p:cNvPicPr>
          <p:nvPr/>
        </p:nvPicPr>
        <p:blipFill>
          <a:blip r:embed="rId2"/>
          <a:stretch>
            <a:fillRect/>
          </a:stretch>
        </p:blipFill>
        <p:spPr>
          <a:xfrm>
            <a:off x="0" y="-29863"/>
            <a:ext cx="12192000" cy="6843836"/>
          </a:xfrm>
          <a:prstGeom prst="rect">
            <a:avLst/>
          </a:prstGeom>
        </p:spPr>
      </p:pic>
    </p:spTree>
    <p:extLst>
      <p:ext uri="{BB962C8B-B14F-4D97-AF65-F5344CB8AC3E}">
        <p14:creationId xmlns:p14="http://schemas.microsoft.com/office/powerpoint/2010/main" val="5843495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DBF644-206B-4702-B2F8-C8958886612D}"/>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DA8B0C4B-C883-4177-AD6D-A37EB7F1807E}"/>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D64083C6-7C7D-4357-BF27-9C21E2BDAB2A}"/>
              </a:ext>
            </a:extLst>
          </p:cNvPr>
          <p:cNvSpPr>
            <a:spLocks noGrp="1"/>
          </p:cNvSpPr>
          <p:nvPr>
            <p:ph type="sldNum" sz="quarter" idx="12"/>
          </p:nvPr>
        </p:nvSpPr>
        <p:spPr/>
        <p:txBody>
          <a:bodyPr/>
          <a:lstStyle/>
          <a:p>
            <a:fld id="{D8DA9DAA-006C-4F4B-980E-E3DF019B24E2}" type="slidenum">
              <a:rPr lang="en-US" smtClean="0"/>
              <a:t>89</a:t>
            </a:fld>
            <a:endParaRPr lang="en-US" dirty="0"/>
          </a:p>
        </p:txBody>
      </p:sp>
      <p:pic>
        <p:nvPicPr>
          <p:cNvPr id="6" name="Picture 5">
            <a:extLst>
              <a:ext uri="{FF2B5EF4-FFF2-40B4-BE49-F238E27FC236}">
                <a16:creationId xmlns:a16="http://schemas.microsoft.com/office/drawing/2014/main" id="{28359319-387D-4EC7-82DA-7884FF29DFFD}"/>
              </a:ext>
            </a:extLst>
          </p:cNvPr>
          <p:cNvPicPr>
            <a:picLocks noChangeAspect="1"/>
          </p:cNvPicPr>
          <p:nvPr/>
        </p:nvPicPr>
        <p:blipFill>
          <a:blip r:embed="rId2"/>
          <a:stretch>
            <a:fillRect/>
          </a:stretch>
        </p:blipFill>
        <p:spPr>
          <a:xfrm>
            <a:off x="0" y="17372"/>
            <a:ext cx="12192000" cy="6823255"/>
          </a:xfrm>
          <a:prstGeom prst="rect">
            <a:avLst/>
          </a:prstGeom>
        </p:spPr>
      </p:pic>
    </p:spTree>
    <p:extLst>
      <p:ext uri="{BB962C8B-B14F-4D97-AF65-F5344CB8AC3E}">
        <p14:creationId xmlns:p14="http://schemas.microsoft.com/office/powerpoint/2010/main" val="10002882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Brickendon Estate Tasmania: A convict World Heritage Site in Australia">
            <a:extLst>
              <a:ext uri="{FF2B5EF4-FFF2-40B4-BE49-F238E27FC236}">
                <a16:creationId xmlns:a16="http://schemas.microsoft.com/office/drawing/2014/main" id="{52981000-CE66-4953-A9BE-07E5D5500E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36" b="9579"/>
          <a:stretch/>
        </p:blipFill>
        <p:spPr bwMode="auto">
          <a:xfrm>
            <a:off x="307775" y="261437"/>
            <a:ext cx="11576450" cy="6335126"/>
          </a:xfrm>
          <a:prstGeom prst="rect">
            <a:avLst/>
          </a:prstGeom>
          <a:noFill/>
          <a:extLst>
            <a:ext uri="{909E8E84-426E-40DD-AFC4-6F175D3DCCD1}">
              <a14:hiddenFill xmlns:a14="http://schemas.microsoft.com/office/drawing/2010/main">
                <a:solidFill>
                  <a:srgbClr val="FFFFFF"/>
                </a:solidFill>
              </a14:hiddenFill>
            </a:ext>
          </a:extLst>
        </p:spPr>
      </p:pic>
      <p:cxnSp>
        <p:nvCxnSpPr>
          <p:cNvPr id="2057" name="Straight Connector 2056">
            <a:extLst>
              <a:ext uri="{FF2B5EF4-FFF2-40B4-BE49-F238E27FC236}">
                <a16:creationId xmlns:a16="http://schemas.microsoft.com/office/drawing/2014/main" id="{7C9ADA25-078F-42AB-B92D-4535AA4442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1676400" y="-87137"/>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85922DF2-14E3-4D7A-B8AA-9DD337BA35EF}"/>
              </a:ext>
            </a:extLst>
          </p:cNvPr>
          <p:cNvSpPr>
            <a:spLocks noGrp="1"/>
          </p:cNvSpPr>
          <p:nvPr>
            <p:ph type="dt" sz="half" idx="10"/>
          </p:nvPr>
        </p:nvSpPr>
        <p:spPr>
          <a:xfrm>
            <a:off x="838200" y="6356350"/>
            <a:ext cx="2743200" cy="365125"/>
          </a:xfrm>
        </p:spPr>
        <p:txBody>
          <a:bodyPr>
            <a:normAutofit/>
          </a:bodyPr>
          <a:lstStyle/>
          <a:p>
            <a:pPr>
              <a:spcAft>
                <a:spcPts val="600"/>
              </a:spcAft>
            </a:pPr>
            <a:r>
              <a:rPr lang="en-US">
                <a:solidFill>
                  <a:srgbClr val="FFFFFF"/>
                </a:solidFill>
              </a:rPr>
              <a:t>9/3/20XX</a:t>
            </a:r>
          </a:p>
        </p:txBody>
      </p:sp>
      <p:sp>
        <p:nvSpPr>
          <p:cNvPr id="3" name="Footer Placeholder 2">
            <a:extLst>
              <a:ext uri="{FF2B5EF4-FFF2-40B4-BE49-F238E27FC236}">
                <a16:creationId xmlns:a16="http://schemas.microsoft.com/office/drawing/2014/main" id="{DB485A1A-20E0-4BD4-83A4-4F1540C75533}"/>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rgbClr val="FFFFFF"/>
                </a:solidFill>
              </a:rPr>
              <a:t>Presentation Title</a:t>
            </a:r>
          </a:p>
        </p:txBody>
      </p:sp>
      <p:sp>
        <p:nvSpPr>
          <p:cNvPr id="4" name="Slide Number Placeholder 3">
            <a:extLst>
              <a:ext uri="{FF2B5EF4-FFF2-40B4-BE49-F238E27FC236}">
                <a16:creationId xmlns:a16="http://schemas.microsoft.com/office/drawing/2014/main" id="{8DB75688-4474-4F5E-8815-E742E0D3B01B}"/>
              </a:ext>
            </a:extLst>
          </p:cNvPr>
          <p:cNvSpPr>
            <a:spLocks noGrp="1"/>
          </p:cNvSpPr>
          <p:nvPr>
            <p:ph type="sldNum" sz="quarter" idx="12"/>
          </p:nvPr>
        </p:nvSpPr>
        <p:spPr>
          <a:xfrm>
            <a:off x="8610600" y="6356350"/>
            <a:ext cx="2743200" cy="365125"/>
          </a:xfrm>
        </p:spPr>
        <p:txBody>
          <a:bodyPr>
            <a:normAutofit/>
          </a:bodyPr>
          <a:lstStyle/>
          <a:p>
            <a:pPr>
              <a:spcAft>
                <a:spcPts val="600"/>
              </a:spcAft>
            </a:pPr>
            <a:fld id="{D8DA9DAA-006C-4F4B-980E-E3DF019B24E2}" type="slidenum">
              <a:rPr lang="en-US">
                <a:solidFill>
                  <a:srgbClr val="FFFFFF"/>
                </a:solidFill>
              </a:rPr>
              <a:pPr>
                <a:spcAft>
                  <a:spcPts val="600"/>
                </a:spcAft>
              </a:pPr>
              <a:t>90</a:t>
            </a:fld>
            <a:endParaRPr lang="en-US">
              <a:solidFill>
                <a:srgbClr val="FFFFFF"/>
              </a:solidFill>
            </a:endParaRPr>
          </a:p>
        </p:txBody>
      </p:sp>
    </p:spTree>
    <p:extLst>
      <p:ext uri="{BB962C8B-B14F-4D97-AF65-F5344CB8AC3E}">
        <p14:creationId xmlns:p14="http://schemas.microsoft.com/office/powerpoint/2010/main" val="9122532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F3589-6EE4-41E6-82F8-D28E0CD2BA66}"/>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D3115A9E-EF96-422D-93F0-2C839E5367F1}"/>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0EF9B5E8-92AA-4586-A7C7-9EB6FC19C8F1}"/>
              </a:ext>
            </a:extLst>
          </p:cNvPr>
          <p:cNvSpPr>
            <a:spLocks noGrp="1"/>
          </p:cNvSpPr>
          <p:nvPr>
            <p:ph type="sldNum" sz="quarter" idx="12"/>
          </p:nvPr>
        </p:nvSpPr>
        <p:spPr/>
        <p:txBody>
          <a:bodyPr/>
          <a:lstStyle/>
          <a:p>
            <a:fld id="{D8DA9DAA-006C-4F4B-980E-E3DF019B24E2}" type="slidenum">
              <a:rPr lang="en-US" smtClean="0"/>
              <a:t>91</a:t>
            </a:fld>
            <a:endParaRPr lang="en-US" dirty="0"/>
          </a:p>
        </p:txBody>
      </p:sp>
      <p:pic>
        <p:nvPicPr>
          <p:cNvPr id="6" name="Picture 5">
            <a:extLst>
              <a:ext uri="{FF2B5EF4-FFF2-40B4-BE49-F238E27FC236}">
                <a16:creationId xmlns:a16="http://schemas.microsoft.com/office/drawing/2014/main" id="{33290E22-548A-4D1D-99CA-5F3780F3A53A}"/>
              </a:ext>
            </a:extLst>
          </p:cNvPr>
          <p:cNvPicPr>
            <a:picLocks noChangeAspect="1"/>
          </p:cNvPicPr>
          <p:nvPr/>
        </p:nvPicPr>
        <p:blipFill>
          <a:blip r:embed="rId2"/>
          <a:stretch>
            <a:fillRect/>
          </a:stretch>
        </p:blipFill>
        <p:spPr>
          <a:xfrm>
            <a:off x="128941" y="0"/>
            <a:ext cx="11934118" cy="6858000"/>
          </a:xfrm>
          <a:prstGeom prst="rect">
            <a:avLst/>
          </a:prstGeom>
        </p:spPr>
      </p:pic>
    </p:spTree>
    <p:extLst>
      <p:ext uri="{BB962C8B-B14F-4D97-AF65-F5344CB8AC3E}">
        <p14:creationId xmlns:p14="http://schemas.microsoft.com/office/powerpoint/2010/main" val="18239721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A86B42-6FA8-4E3B-AC1E-1456C459A8F9}"/>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4AAFF4D2-F7EB-4B74-AFFA-80F67FBF6196}"/>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96D8B64-3384-42B5-A111-2453B024254D}"/>
              </a:ext>
            </a:extLst>
          </p:cNvPr>
          <p:cNvSpPr>
            <a:spLocks noGrp="1"/>
          </p:cNvSpPr>
          <p:nvPr>
            <p:ph type="sldNum" sz="quarter" idx="12"/>
          </p:nvPr>
        </p:nvSpPr>
        <p:spPr/>
        <p:txBody>
          <a:bodyPr/>
          <a:lstStyle/>
          <a:p>
            <a:fld id="{D8DA9DAA-006C-4F4B-980E-E3DF019B24E2}" type="slidenum">
              <a:rPr lang="en-US" smtClean="0"/>
              <a:t>92</a:t>
            </a:fld>
            <a:endParaRPr lang="en-US" dirty="0"/>
          </a:p>
        </p:txBody>
      </p:sp>
      <p:pic>
        <p:nvPicPr>
          <p:cNvPr id="6" name="Picture 5">
            <a:extLst>
              <a:ext uri="{FF2B5EF4-FFF2-40B4-BE49-F238E27FC236}">
                <a16:creationId xmlns:a16="http://schemas.microsoft.com/office/drawing/2014/main" id="{CD4B1487-8953-4DAC-AA52-50B48F3E013C}"/>
              </a:ext>
            </a:extLst>
          </p:cNvPr>
          <p:cNvPicPr>
            <a:picLocks noChangeAspect="1"/>
          </p:cNvPicPr>
          <p:nvPr/>
        </p:nvPicPr>
        <p:blipFill>
          <a:blip r:embed="rId2"/>
          <a:stretch>
            <a:fillRect/>
          </a:stretch>
        </p:blipFill>
        <p:spPr>
          <a:xfrm>
            <a:off x="5461" y="0"/>
            <a:ext cx="12181078" cy="6858000"/>
          </a:xfrm>
          <a:prstGeom prst="rect">
            <a:avLst/>
          </a:prstGeom>
        </p:spPr>
      </p:pic>
    </p:spTree>
    <p:extLst>
      <p:ext uri="{BB962C8B-B14F-4D97-AF65-F5344CB8AC3E}">
        <p14:creationId xmlns:p14="http://schemas.microsoft.com/office/powerpoint/2010/main" val="15456957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EFB169-C5FB-4E8F-985D-F9E0A13E06B8}"/>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ED48CC8F-7F2A-447F-8E67-2EC27013FD34}"/>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DDA3E6D3-305D-49C2-BD7D-667FE488FBFD}"/>
              </a:ext>
            </a:extLst>
          </p:cNvPr>
          <p:cNvSpPr>
            <a:spLocks noGrp="1"/>
          </p:cNvSpPr>
          <p:nvPr>
            <p:ph type="sldNum" sz="quarter" idx="12"/>
          </p:nvPr>
        </p:nvSpPr>
        <p:spPr/>
        <p:txBody>
          <a:bodyPr/>
          <a:lstStyle/>
          <a:p>
            <a:fld id="{D8DA9DAA-006C-4F4B-980E-E3DF019B24E2}" type="slidenum">
              <a:rPr lang="en-US" smtClean="0"/>
              <a:t>93</a:t>
            </a:fld>
            <a:endParaRPr lang="en-US" dirty="0"/>
          </a:p>
        </p:txBody>
      </p:sp>
      <p:pic>
        <p:nvPicPr>
          <p:cNvPr id="6" name="Picture 5">
            <a:extLst>
              <a:ext uri="{FF2B5EF4-FFF2-40B4-BE49-F238E27FC236}">
                <a16:creationId xmlns:a16="http://schemas.microsoft.com/office/drawing/2014/main" id="{5650B753-9216-4622-AE70-A9C07BAFC57D}"/>
              </a:ext>
            </a:extLst>
          </p:cNvPr>
          <p:cNvPicPr>
            <a:picLocks noChangeAspect="1"/>
          </p:cNvPicPr>
          <p:nvPr/>
        </p:nvPicPr>
        <p:blipFill>
          <a:blip r:embed="rId2"/>
          <a:stretch>
            <a:fillRect/>
          </a:stretch>
        </p:blipFill>
        <p:spPr>
          <a:xfrm>
            <a:off x="0" y="4238"/>
            <a:ext cx="12192000" cy="6849523"/>
          </a:xfrm>
          <a:prstGeom prst="rect">
            <a:avLst/>
          </a:prstGeom>
        </p:spPr>
      </p:pic>
    </p:spTree>
    <p:extLst>
      <p:ext uri="{BB962C8B-B14F-4D97-AF65-F5344CB8AC3E}">
        <p14:creationId xmlns:p14="http://schemas.microsoft.com/office/powerpoint/2010/main" val="18002104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E60392-4585-4D32-AA0E-834D3F98102B}"/>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89E563FB-A792-489E-8C01-6A5B213FFAD9}"/>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760F5EF5-A3BC-4EF3-B8E9-F282504B48F4}"/>
              </a:ext>
            </a:extLst>
          </p:cNvPr>
          <p:cNvSpPr>
            <a:spLocks noGrp="1"/>
          </p:cNvSpPr>
          <p:nvPr>
            <p:ph type="sldNum" sz="quarter" idx="12"/>
          </p:nvPr>
        </p:nvSpPr>
        <p:spPr/>
        <p:txBody>
          <a:bodyPr/>
          <a:lstStyle/>
          <a:p>
            <a:fld id="{D8DA9DAA-006C-4F4B-980E-E3DF019B24E2}" type="slidenum">
              <a:rPr lang="en-US" smtClean="0"/>
              <a:t>94</a:t>
            </a:fld>
            <a:endParaRPr lang="en-US" dirty="0"/>
          </a:p>
        </p:txBody>
      </p:sp>
      <p:pic>
        <p:nvPicPr>
          <p:cNvPr id="6" name="Picture 5">
            <a:extLst>
              <a:ext uri="{FF2B5EF4-FFF2-40B4-BE49-F238E27FC236}">
                <a16:creationId xmlns:a16="http://schemas.microsoft.com/office/drawing/2014/main" id="{315738EA-E598-4304-B0E6-5A7E36856DC1}"/>
              </a:ext>
            </a:extLst>
          </p:cNvPr>
          <p:cNvPicPr>
            <a:picLocks noChangeAspect="1"/>
          </p:cNvPicPr>
          <p:nvPr/>
        </p:nvPicPr>
        <p:blipFill>
          <a:blip r:embed="rId2"/>
          <a:stretch>
            <a:fillRect/>
          </a:stretch>
        </p:blipFill>
        <p:spPr>
          <a:xfrm>
            <a:off x="0" y="26057"/>
            <a:ext cx="12192000" cy="6805885"/>
          </a:xfrm>
          <a:prstGeom prst="rect">
            <a:avLst/>
          </a:prstGeom>
        </p:spPr>
      </p:pic>
    </p:spTree>
    <p:extLst>
      <p:ext uri="{BB962C8B-B14F-4D97-AF65-F5344CB8AC3E}">
        <p14:creationId xmlns:p14="http://schemas.microsoft.com/office/powerpoint/2010/main" val="39910735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18A191-C4F2-41EA-9ED2-0B915EE563EC}"/>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5B885E52-1A76-4058-9AFA-9E720A96C83D}"/>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B396A7DB-2819-49DA-A67D-063F9109C63B}"/>
              </a:ext>
            </a:extLst>
          </p:cNvPr>
          <p:cNvSpPr>
            <a:spLocks noGrp="1"/>
          </p:cNvSpPr>
          <p:nvPr>
            <p:ph type="sldNum" sz="quarter" idx="12"/>
          </p:nvPr>
        </p:nvSpPr>
        <p:spPr/>
        <p:txBody>
          <a:bodyPr/>
          <a:lstStyle/>
          <a:p>
            <a:fld id="{D8DA9DAA-006C-4F4B-980E-E3DF019B24E2}" type="slidenum">
              <a:rPr lang="en-US" smtClean="0"/>
              <a:t>95</a:t>
            </a:fld>
            <a:endParaRPr lang="en-US" dirty="0"/>
          </a:p>
        </p:txBody>
      </p:sp>
      <p:pic>
        <p:nvPicPr>
          <p:cNvPr id="6" name="Picture 5">
            <a:extLst>
              <a:ext uri="{FF2B5EF4-FFF2-40B4-BE49-F238E27FC236}">
                <a16:creationId xmlns:a16="http://schemas.microsoft.com/office/drawing/2014/main" id="{71C236DE-2D97-4BEE-A5CA-52F9FB1EF280}"/>
              </a:ext>
            </a:extLst>
          </p:cNvPr>
          <p:cNvPicPr>
            <a:picLocks noChangeAspect="1"/>
          </p:cNvPicPr>
          <p:nvPr/>
        </p:nvPicPr>
        <p:blipFill>
          <a:blip r:embed="rId2"/>
          <a:stretch>
            <a:fillRect/>
          </a:stretch>
        </p:blipFill>
        <p:spPr>
          <a:xfrm>
            <a:off x="0" y="39397"/>
            <a:ext cx="12192000" cy="6779205"/>
          </a:xfrm>
          <a:prstGeom prst="rect">
            <a:avLst/>
          </a:prstGeom>
        </p:spPr>
      </p:pic>
    </p:spTree>
    <p:extLst>
      <p:ext uri="{BB962C8B-B14F-4D97-AF65-F5344CB8AC3E}">
        <p14:creationId xmlns:p14="http://schemas.microsoft.com/office/powerpoint/2010/main" val="14536029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athédrale Notre Dame | , France | Attractions - Lonely Planet">
            <a:extLst>
              <a:ext uri="{FF2B5EF4-FFF2-40B4-BE49-F238E27FC236}">
                <a16:creationId xmlns:a16="http://schemas.microsoft.com/office/drawing/2014/main" id="{E4DD9C1B-7F20-4B7B-9FB8-CCC3A6EBE5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291"/>
          <a:stretch/>
        </p:blipFill>
        <p:spPr bwMode="auto">
          <a:xfrm>
            <a:off x="307775" y="261437"/>
            <a:ext cx="11576450" cy="6335126"/>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38CFCACB-E137-4D9F-A2DE-792EF9EDAA5F}"/>
              </a:ext>
            </a:extLst>
          </p:cNvPr>
          <p:cNvSpPr>
            <a:spLocks noGrp="1"/>
          </p:cNvSpPr>
          <p:nvPr>
            <p:ph type="dt" sz="half" idx="10"/>
          </p:nvPr>
        </p:nvSpPr>
        <p:spPr>
          <a:xfrm>
            <a:off x="838200" y="6356350"/>
            <a:ext cx="2743200" cy="365125"/>
          </a:xfrm>
        </p:spPr>
        <p:txBody>
          <a:bodyPr>
            <a:normAutofit/>
          </a:bodyPr>
          <a:lstStyle/>
          <a:p>
            <a:pPr>
              <a:spcAft>
                <a:spcPts val="600"/>
              </a:spcAft>
            </a:pPr>
            <a:r>
              <a:rPr lang="en-US">
                <a:solidFill>
                  <a:srgbClr val="FFFFFF"/>
                </a:solidFill>
              </a:rPr>
              <a:t>9/3/20XX</a:t>
            </a:r>
          </a:p>
        </p:txBody>
      </p:sp>
      <p:sp>
        <p:nvSpPr>
          <p:cNvPr id="3" name="Footer Placeholder 2">
            <a:extLst>
              <a:ext uri="{FF2B5EF4-FFF2-40B4-BE49-F238E27FC236}">
                <a16:creationId xmlns:a16="http://schemas.microsoft.com/office/drawing/2014/main" id="{307B1F29-08E4-47D0-A1D3-14C0BACA032C}"/>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rgbClr val="FFFFFF"/>
                </a:solidFill>
              </a:rPr>
              <a:t>Presentation Title</a:t>
            </a:r>
          </a:p>
        </p:txBody>
      </p:sp>
      <p:sp>
        <p:nvSpPr>
          <p:cNvPr id="4" name="Slide Number Placeholder 3">
            <a:extLst>
              <a:ext uri="{FF2B5EF4-FFF2-40B4-BE49-F238E27FC236}">
                <a16:creationId xmlns:a16="http://schemas.microsoft.com/office/drawing/2014/main" id="{B3DB7106-9D33-4D3D-B215-8E77C2B56597}"/>
              </a:ext>
            </a:extLst>
          </p:cNvPr>
          <p:cNvSpPr>
            <a:spLocks noGrp="1"/>
          </p:cNvSpPr>
          <p:nvPr>
            <p:ph type="sldNum" sz="quarter" idx="12"/>
          </p:nvPr>
        </p:nvSpPr>
        <p:spPr>
          <a:xfrm>
            <a:off x="8610600" y="6356350"/>
            <a:ext cx="2743200" cy="365125"/>
          </a:xfrm>
        </p:spPr>
        <p:txBody>
          <a:bodyPr>
            <a:normAutofit/>
          </a:bodyPr>
          <a:lstStyle/>
          <a:p>
            <a:pPr>
              <a:spcAft>
                <a:spcPts val="600"/>
              </a:spcAft>
            </a:pPr>
            <a:fld id="{D8DA9DAA-006C-4F4B-980E-E3DF019B24E2}" type="slidenum">
              <a:rPr lang="en-US">
                <a:solidFill>
                  <a:srgbClr val="FFFFFF"/>
                </a:solidFill>
              </a:rPr>
              <a:pPr>
                <a:spcAft>
                  <a:spcPts val="600"/>
                </a:spcAft>
              </a:pPr>
              <a:t>96</a:t>
            </a:fld>
            <a:endParaRPr lang="en-US">
              <a:solidFill>
                <a:srgbClr val="FFFFFF"/>
              </a:solidFill>
            </a:endParaRPr>
          </a:p>
        </p:txBody>
      </p:sp>
    </p:spTree>
    <p:extLst>
      <p:ext uri="{BB962C8B-B14F-4D97-AF65-F5344CB8AC3E}">
        <p14:creationId xmlns:p14="http://schemas.microsoft.com/office/powerpoint/2010/main" val="3074576697"/>
      </p:ext>
    </p:extLst>
  </p:cSld>
  <p:clrMapOvr>
    <a:masterClrMapping/>
  </p:clrMapOvr>
</p:sld>
</file>

<file path=ppt/theme/_rels/theme8.xml.rels><?xml version="1.0" encoding="UTF-8" standalone="yes"?>
<Relationships xmlns="http://schemas.openxmlformats.org/package/2006/relationships"><Relationship Id="rId1" Type="http://schemas.openxmlformats.org/officeDocument/2006/relationships/image" Target="../media/image21.jpeg"/></Relationships>
</file>

<file path=ppt/theme/theme1.xml><?xml version="1.0" encoding="utf-8"?>
<a:theme xmlns:a="http://schemas.openxmlformats.org/drawingml/2006/main" name="Office Theme">
  <a:themeElements>
    <a:clrScheme name="Custom 24">
      <a:dk1>
        <a:sysClr val="windowText" lastClr="000000"/>
      </a:dk1>
      <a:lt1>
        <a:sysClr val="window" lastClr="FFFFFF"/>
      </a:lt1>
      <a:dk2>
        <a:srgbClr val="64AC00"/>
      </a:dk2>
      <a:lt2>
        <a:srgbClr val="CBFF00"/>
      </a:lt2>
      <a:accent1>
        <a:srgbClr val="002E62"/>
      </a:accent1>
      <a:accent2>
        <a:srgbClr val="004CB9"/>
      </a:accent2>
      <a:accent3>
        <a:srgbClr val="005500"/>
      </a:accent3>
      <a:accent4>
        <a:srgbClr val="16B3DC"/>
      </a:accent4>
      <a:accent5>
        <a:srgbClr val="F9DC5C"/>
      </a:accent5>
      <a:accent6>
        <a:srgbClr val="EF626C"/>
      </a:accent6>
      <a:hlink>
        <a:srgbClr val="FFFFFF"/>
      </a:hlink>
      <a:folHlink>
        <a:srgbClr val="FFFFFF"/>
      </a:folHlink>
    </a:clrScheme>
    <a:fontScheme name="Custom 21">
      <a:majorFont>
        <a:latin typeface="Gill Sans MT"/>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F22977542_Outdoors presentation_RVA_v4.potx" id="{6CD96AFB-7D75-48FF-A856-C8B82BF3C12B}" vid="{1E6ACFD4-3AE6-4944-B76B-DA44E915EC7F}"/>
    </a:ext>
  </a:extLst>
</a:theme>
</file>

<file path=ppt/theme/theme2.xml><?xml version="1.0" encoding="utf-8"?>
<a:theme xmlns:a="http://schemas.openxmlformats.org/drawingml/2006/main" name="1_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sine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ppt/theme/theme7.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8.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9.xml><?xml version="1.0" encoding="utf-8"?>
<a:theme xmlns:a="http://schemas.openxmlformats.org/drawingml/2006/main" name="FrostyVTI">
  <a:themeElements>
    <a:clrScheme name="AnalogousFromDarkSeedLeftStep">
      <a:dk1>
        <a:srgbClr val="000000"/>
      </a:dk1>
      <a:lt1>
        <a:srgbClr val="FFFFFF"/>
      </a:lt1>
      <a:dk2>
        <a:srgbClr val="3D3522"/>
      </a:dk2>
      <a:lt2>
        <a:srgbClr val="E8E2E7"/>
      </a:lt2>
      <a:accent1>
        <a:srgbClr val="21B837"/>
      </a:accent1>
      <a:accent2>
        <a:srgbClr val="40B914"/>
      </a:accent2>
      <a:accent3>
        <a:srgbClr val="82AF1F"/>
      </a:accent3>
      <a:accent4>
        <a:srgbClr val="B2A213"/>
      </a:accent4>
      <a:accent5>
        <a:srgbClr val="E78529"/>
      </a:accent5>
      <a:accent6>
        <a:srgbClr val="D52417"/>
      </a:accent6>
      <a:hlink>
        <a:srgbClr val="A27C36"/>
      </a:hlink>
      <a:folHlink>
        <a:srgbClr val="7F7F7F"/>
      </a:folHlink>
    </a:clrScheme>
    <a:fontScheme name="Frosted Leaf">
      <a:majorFont>
        <a:latin typeface="Yu Mincho Demibold"/>
        <a:ea typeface=""/>
        <a:cs typeface=""/>
      </a:majorFont>
      <a:minorFont>
        <a:latin typeface="Yu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10.xml><?xml version="1.0" encoding="utf-8"?>
<a:theme xmlns:a="http://schemas.openxmlformats.org/drawingml/2006/main" name="ArchiveVTI">
  <a:themeElements>
    <a:clrScheme name="AnalogousFromLightSeedLeftStep">
      <a:dk1>
        <a:srgbClr val="000000"/>
      </a:dk1>
      <a:lt1>
        <a:srgbClr val="FFFFFF"/>
      </a:lt1>
      <a:dk2>
        <a:srgbClr val="24393F"/>
      </a:dk2>
      <a:lt2>
        <a:srgbClr val="E8E8E2"/>
      </a:lt2>
      <a:accent1>
        <a:srgbClr val="89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170">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ppt/theme/theme11.xml><?xml version="1.0" encoding="utf-8"?>
<a:theme xmlns:a="http://schemas.openxmlformats.org/drawingml/2006/main" name="GradientUnivers">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Univers" id="{605F9078-86F9-4258-A3E1-F8EFF02AE8CC}" vid="{4848699B-BB01-41E3-9EC4-3D97DFE5292B}"/>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F60B100-7079-4DE7-AF7C-20BFB1D62C46}">
  <ds:schemaRefs>
    <ds:schemaRef ds:uri="http://schemas.microsoft.com/sharepoint/v3/contenttype/forms"/>
  </ds:schemaRefs>
</ds:datastoreItem>
</file>

<file path=customXml/itemProps2.xml><?xml version="1.0" encoding="utf-8"?>
<ds:datastoreItem xmlns:ds="http://schemas.openxmlformats.org/officeDocument/2006/customXml" ds:itemID="{A935B1F0-3442-4957-9701-25816EFDB6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26A71AF-4CF2-4B95-BFB6-5C27500258C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Outdoors presentation</Template>
  <TotalTime>109</TotalTime>
  <Words>4269</Words>
  <Application>Microsoft Office PowerPoint</Application>
  <PresentationFormat>Widescreen</PresentationFormat>
  <Paragraphs>311</Paragraphs>
  <Slides>96</Slides>
  <Notes>1</Notes>
  <HiddenSlides>0</HiddenSlides>
  <MMClips>0</MMClips>
  <ScaleCrop>false</ScaleCrop>
  <HeadingPairs>
    <vt:vector size="6" baseType="variant">
      <vt:variant>
        <vt:lpstr>Fonts Used</vt:lpstr>
      </vt:variant>
      <vt:variant>
        <vt:i4>29</vt:i4>
      </vt:variant>
      <vt:variant>
        <vt:lpstr>Theme</vt:lpstr>
      </vt:variant>
      <vt:variant>
        <vt:i4>11</vt:i4>
      </vt:variant>
      <vt:variant>
        <vt:lpstr>Slide Titles</vt:lpstr>
      </vt:variant>
      <vt:variant>
        <vt:i4>96</vt:i4>
      </vt:variant>
    </vt:vector>
  </HeadingPairs>
  <TitlesOfParts>
    <vt:vector size="136" baseType="lpstr">
      <vt:lpstr>Yu Gothic</vt:lpstr>
      <vt:lpstr>Yu Mincho Demibold</vt:lpstr>
      <vt:lpstr>Amasis MT Pro</vt:lpstr>
      <vt:lpstr>Arial</vt:lpstr>
      <vt:lpstr>Arial</vt:lpstr>
      <vt:lpstr>Bahnschrift Light Condensed</vt:lpstr>
      <vt:lpstr>Baskerville</vt:lpstr>
      <vt:lpstr>Baskerville Old Face</vt:lpstr>
      <vt:lpstr>Baskerville Old Face (Headings)</vt:lpstr>
      <vt:lpstr>Bembo</vt:lpstr>
      <vt:lpstr>Calibri</vt:lpstr>
      <vt:lpstr>Calibri Light</vt:lpstr>
      <vt:lpstr>Century Gothic</vt:lpstr>
      <vt:lpstr>Elephant</vt:lpstr>
      <vt:lpstr>Franklin Gothic Book</vt:lpstr>
      <vt:lpstr>Gill Sans Light</vt:lpstr>
      <vt:lpstr>Gill Sans MT</vt:lpstr>
      <vt:lpstr>Gill Sans Nova</vt:lpstr>
      <vt:lpstr>Gill Sans Nova Light</vt:lpstr>
      <vt:lpstr>Grandview</vt:lpstr>
      <vt:lpstr>Inter</vt:lpstr>
      <vt:lpstr>Lato</vt:lpstr>
      <vt:lpstr>Poppins</vt:lpstr>
      <vt:lpstr>Roboto</vt:lpstr>
      <vt:lpstr>Tw Cen MT</vt:lpstr>
      <vt:lpstr>Tw Cen MT Condensed</vt:lpstr>
      <vt:lpstr>Univers</vt:lpstr>
      <vt:lpstr>Wingdings</vt:lpstr>
      <vt:lpstr>Wingdings 3</vt:lpstr>
      <vt:lpstr>Office Theme</vt:lpstr>
      <vt:lpstr>1_Office Theme</vt:lpstr>
      <vt:lpstr>2_office theme</vt:lpstr>
      <vt:lpstr>3_Office Theme</vt:lpstr>
      <vt:lpstr>4_Office Theme</vt:lpstr>
      <vt:lpstr>CosineVTI</vt:lpstr>
      <vt:lpstr>Brush</vt:lpstr>
      <vt:lpstr>Integral</vt:lpstr>
      <vt:lpstr>FrostyVTI</vt:lpstr>
      <vt:lpstr>ArchiveVTI</vt:lpstr>
      <vt:lpstr>GradientUnivers</vt:lpstr>
      <vt:lpstr>World Heritage Sites</vt:lpstr>
      <vt:lpstr>The Great Barrier Reef</vt:lpstr>
      <vt:lpstr>Surtsey</vt:lpstr>
      <vt:lpstr>World Heritage sites</vt:lpstr>
      <vt:lpstr>Australia</vt:lpstr>
      <vt:lpstr>Great Barrier Reef Significance:</vt:lpstr>
      <vt:lpstr>Protection of the Reef</vt:lpstr>
      <vt:lpstr>France</vt:lpstr>
      <vt:lpstr>Significance of the Lagoons of New Caledonia:</vt:lpstr>
      <vt:lpstr>PowerPoint Presentation</vt:lpstr>
      <vt:lpstr>Protection of the site</vt:lpstr>
      <vt:lpstr>Great barrier reef</vt:lpstr>
      <vt:lpstr>Where is it? </vt:lpstr>
      <vt:lpstr>What type of site is it? </vt:lpstr>
      <vt:lpstr>Why is this site significant </vt:lpstr>
      <vt:lpstr>Threats </vt:lpstr>
      <vt:lpstr>How is it being protected? </vt:lpstr>
      <vt:lpstr>Greater Blue Mountains Area</vt:lpstr>
      <vt:lpstr>Acropolis of Athens</vt:lpstr>
      <vt:lpstr>World Heritage Sites</vt:lpstr>
      <vt:lpstr>Shark Bay- Western Australia</vt:lpstr>
      <vt:lpstr>Where is it located?</vt:lpstr>
      <vt:lpstr>Why is Shark Bay Significant? </vt:lpstr>
      <vt:lpstr>Threats to Shark Bay?</vt:lpstr>
      <vt:lpstr>Dinosaur Provincial Park- Canada</vt:lpstr>
      <vt:lpstr>Where is it located?</vt:lpstr>
      <vt:lpstr>Why is Dinosaur Provincial Park Significant? </vt:lpstr>
      <vt:lpstr>Threats to the site?</vt:lpstr>
      <vt:lpstr>Hass</vt:lpstr>
      <vt:lpstr>Where is the world heritage site located? Find it on a map</vt:lpstr>
      <vt:lpstr>Is its natural, cultural or mixed site?</vt:lpstr>
      <vt:lpstr>Why is this site significant?</vt:lpstr>
      <vt:lpstr>Are there any threats to the site?</vt:lpstr>
      <vt:lpstr>How is the site being protected?</vt:lpstr>
      <vt:lpstr>Dinosaur Provincial Park in Canada </vt:lpstr>
      <vt:lpstr>Is it a natural, cultural or mixed site </vt:lpstr>
      <vt:lpstr>Why is it significant </vt:lpstr>
      <vt:lpstr>Is there any threats to this park </vt:lpstr>
      <vt:lpstr>How is it being protected </vt:lpstr>
      <vt:lpstr>World Heritage Site</vt:lpstr>
      <vt:lpstr>Macquarie Island, Australia</vt:lpstr>
      <vt:lpstr>PowerPoint Presentation</vt:lpstr>
      <vt:lpstr>Bordeaux, Port of the Moon, France</vt:lpstr>
      <vt:lpstr>PowerPoint Presentation</vt:lpstr>
      <vt:lpstr>World heritage sites </vt:lpstr>
      <vt:lpstr>Sydney opera house</vt:lpstr>
      <vt:lpstr>PowerPoint Presentation</vt:lpstr>
      <vt:lpstr>Mount Fuji (Fujisan)</vt:lpstr>
      <vt:lpstr>PowerPoint Presentation</vt:lpstr>
      <vt:lpstr>Durdle Door </vt:lpstr>
      <vt:lpstr>Where is it?</vt:lpstr>
      <vt:lpstr>Is it a cultural, natural or mixed site?</vt:lpstr>
      <vt:lpstr>Why is it significant?</vt:lpstr>
      <vt:lpstr>Are there any threats to the site?</vt:lpstr>
      <vt:lpstr>How is durdle door being protected?</vt:lpstr>
      <vt:lpstr>World Heritage Sites</vt:lpstr>
      <vt:lpstr>Ningaloo Coast</vt:lpstr>
      <vt:lpstr>Where is the Ningaloo Coast?</vt:lpstr>
      <vt:lpstr>What Type of Site is the Ningaloo Coast? </vt:lpstr>
      <vt:lpstr>Why is the Ningaloo Coast Significant?</vt:lpstr>
      <vt:lpstr>Ningaloo Reef threats</vt:lpstr>
      <vt:lpstr>How is the site being protected?</vt:lpstr>
      <vt:lpstr>Mont Saint Michel</vt:lpstr>
      <vt:lpstr>Where is Mont Saint Michel? </vt:lpstr>
      <vt:lpstr>WORLD HERITAGE SITES</vt:lpstr>
      <vt:lpstr>Discovery coast Atlantic forest reserves</vt:lpstr>
      <vt:lpstr>Location</vt:lpstr>
      <vt:lpstr>Natural, Cultural, or mixed?</vt:lpstr>
      <vt:lpstr>Why is this site significant?</vt:lpstr>
      <vt:lpstr>Are there any threats to the site?</vt:lpstr>
      <vt:lpstr>How can the site be protected?</vt:lpstr>
      <vt:lpstr>Godwana Rainforests</vt:lpstr>
      <vt:lpstr>The Gondwana Rainforests</vt:lpstr>
      <vt:lpstr>Is it a natural, cultural OR MIXED SITE? </vt:lpstr>
      <vt:lpstr>Why are the Gondwana rainforests significant?</vt:lpstr>
      <vt:lpstr>What are the threats to the Gondwana rainforest?</vt:lpstr>
      <vt:lpstr>How can the site be protected?</vt:lpstr>
      <vt:lpstr>Yosemite national park</vt:lpstr>
      <vt:lpstr>Where is the site located</vt:lpstr>
      <vt:lpstr>Is it a natural site or mixed</vt:lpstr>
      <vt:lpstr>Why is it important </vt:lpstr>
      <vt:lpstr>Any treats to the site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Heritage Sites</dc:title>
  <dc:creator>SMITH Bailey</dc:creator>
  <cp:lastModifiedBy>DONAVON Rebecca [Narrogin Senior High School]</cp:lastModifiedBy>
  <cp:revision>9</cp:revision>
  <dcterms:created xsi:type="dcterms:W3CDTF">2022-10-25T02:05:11Z</dcterms:created>
  <dcterms:modified xsi:type="dcterms:W3CDTF">2022-10-27T05:48:07Z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